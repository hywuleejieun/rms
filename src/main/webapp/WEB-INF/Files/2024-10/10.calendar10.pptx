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89" d="100"/>
          <a:sy n="89" d="100"/>
        </p:scale>
        <p:origin x="1068" y="78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2024-09-30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theme/theme1.xml" Type="http://schemas.openxmlformats.org/officeDocument/2006/relationships/theme"/><Relationship Id="rId15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46922909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임시공휴일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개천절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Duty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한글날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10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87</Words>
  <Application>Microsoft Office PowerPoint</Application>
  <PresentationFormat>사용자 지정</PresentationFormat>
  <Paragraphs>55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이지은(Staff)</cp:lastModifiedBy>
  <dcterms:modified xsi:type="dcterms:W3CDTF">2024-09-30T00:16:00Z</dcterms:modified>
  <cp:revision>31</cp:revision>
  <dc:title>Slide 1</dc:title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2024-09-30T00:16:00Z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f0b1d083-64ff-4a38-bf57-978cf58ee0ef</vt:lpwstr>
  </property>
  <property fmtid="{D5CDD505-2E9C-101B-9397-08002B2CF9AE}" pid="8" name="MSIP_Label_a567d48d-774c-44e2-a79a-7d15724a8f35_ContentBits">
    <vt:lpwstr>3</vt:lpwstr>
  </property>
</Properties>
</file>