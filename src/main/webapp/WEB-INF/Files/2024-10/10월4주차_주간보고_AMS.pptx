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2024-09-30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[2024.10.08 ~ 2024.10.14]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10월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임시공휴일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개천절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Duty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한글날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73834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40161518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1900775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5711538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3268973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9944714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67267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703663500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1891394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299466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38914593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945130475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90195067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35263480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08071463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668451466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089440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5871027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433273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937778367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243984438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3941965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1937184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1972670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195884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1464074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078627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926538204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1588979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14350793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4323126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45215330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3388773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638008240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86804082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4171187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776248679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22208932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14147923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20398362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[SAP DS Upgrade] EWS, GCMS 지원 (To-be ERP 스텐다드 테이블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[승강기연동] REUTERS국제가 연동 서버 변경에 따른 인터페이스 수정</a:t>
            </a:r>
          </a:p>
        </p:txBody>
      </p:sp>
      <p:sp>
        <p:nvSpPr>
          <p:cNvPr id="1022961155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2710257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917040429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3355416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075189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0641759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73879680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98160004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전자결재 화면 중 전표 목록에 세금코드 추가(ZEAM8000, ZEAM8010)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679092700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411840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53245276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0973590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0657654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0455820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42186012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83984990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50964763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PC연장사용신청서 부서공유기능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060680812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15577290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59915320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</a:p>
        </p:txBody>
      </p:sp>
      <p:sp>
        <p:nvSpPr>
          <p:cNvPr id="595972938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815347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6791824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904754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9459059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22224339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0831663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관세 세율별비중 산정을 위한 SAP 자동화 프로그램 개발(ZFIR7800,ZFIR7801)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FX 신규 거래유형 생성 요청(ZTRR1470)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ITSM-117642 PRM 시스템 내 코스트센터 통합 요청</a:t>
            </a:r>
          </a:p>
        </p:txBody>
      </p:sp>
      <p:sp>
        <p:nvSpPr>
          <p:cNvPr id="278159096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3440461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28794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</a:p>
        </p:txBody>
      </p:sp>
      <p:sp>
        <p:nvSpPr>
          <p:cNvPr id="898454303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905736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27000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359940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6337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33434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57631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2366577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517614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63331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01785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76373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39198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50519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26340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031888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1128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996378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88625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98277522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206423816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전자결재 화면 중 전표 목록에 세금코드 추가(ZEAM8000,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ZEAM8010) </a:t>
            </a:r>
          </a:p>
        </p:txBody>
      </p:sp>
      <p:sp>
        <p:nvSpPr>
          <p:cNvPr id="17798709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259067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4702894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산정을 위한 SAP 자동화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FIR7800,ZFIR7801)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FX 신규 거래유형 생성 요청(ZTRR1470)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마이그레이션 추가수정(ZFIB9030_M)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관세/부과금 환급 업로드(ZFIR7140_U)</a:t>
            </a:r>
          </a:p>
        </p:txBody>
      </p:sp>
      <p:sp>
        <p:nvSpPr>
          <p:cNvPr id="6966729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9824845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7414653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8878088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92970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87494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</a:p>
        </p:txBody>
      </p:sp>
      <p:sp>
        <p:nvSpPr>
          <p:cNvPr id="18196310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82670077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</a:p>
        </p:txBody>
      </p:sp>
      <p:sp>
        <p:nvSpPr>
          <p:cNvPr id="88236083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7362881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6391375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단가수정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통관번호에 B/L 번호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퇴직 직원 구매그룹 SAP 반영</a:t>
            </a:r>
          </a:p>
        </p:txBody>
      </p:sp>
      <p:sp>
        <p:nvSpPr>
          <p:cNvPr id="83293892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9925407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46142594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37096149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5069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1796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87229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59053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5671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750195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010043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791898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27630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19472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970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879039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92881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23979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519373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337502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202508090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</a:p>
        </p:txBody>
      </p:sp>
      <p:sp>
        <p:nvSpPr>
          <p:cNvPr id="17695836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81126934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401944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8905788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DMS서버 MaxDB 용량증설 요청을 위한 확인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배치잡 신규설정 및 등록작업(대금수수계약 체결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여부 메일 재전송)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HCM시스템 업그레이드 관련 이관 대상 Role 확인 및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0874990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65498825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4348055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446156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14056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006218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84136151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2267521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7204122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921623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60358359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5장</a:t>
            </a:r>
          </a:p>
        </p:txBody>
      </p:sp>
      <p:sp>
        <p:nvSpPr>
          <p:cNvPr id="162216518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21681733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3940754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10/09</a:t>
            </a:r>
            <a:br/>
          </a:p>
        </p:txBody>
      </p:sp>
      <p:sp>
        <p:nvSpPr>
          <p:cNvPr id="183505673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033441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93269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81031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41726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5904189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7746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7631565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559282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646978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28137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824123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8828045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83003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27930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68947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22038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05279987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4337670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8959679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572148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4004482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3559482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1944674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95974951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834804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33238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93161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44999173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47199203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62846643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8893169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9596340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 입력화면 항목 추가(테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 및 오류 수정)- [ITSM-117483] 학자금신청서 결재자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경- 문의대응 : 주택자금대출신청서 출력 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 입력화면 항목 추가(테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 및 오류 수정)- 문의 대응 : 인사원장 Index 12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 입력화면 항목 추가(운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영반영 및 데이터세팅)- 문의대응 : 직군전환에 따른 계좌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가족등록 중복 오류 등 - 문의대응: 휴가유형별/직군별 연간휴가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한도 체크로직 문의대응(2030, 2090)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erp 통합프로젝트 통합테스트 지원(결재관련 오류 외)-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의 대응 : 예외근무신청 결재 오류 외</a:t>
            </a:r>
          </a:p>
        </p:txBody>
      </p:sp>
      <p:sp>
        <p:nvSpPr>
          <p:cNvPr id="49055205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3665428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9945994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97609791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016259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3446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1718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719485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633772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88713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570312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40358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548814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11095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29855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29041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682954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54556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43560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90217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2496849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</a:p>
        </p:txBody>
      </p:sp>
      <p:sp>
        <p:nvSpPr>
          <p:cNvPr id="12028211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사용자 지원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</a:p>
        </p:txBody>
      </p:sp>
      <p:sp>
        <p:nvSpPr>
          <p:cNvPr id="94958013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766552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63291356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( HANA 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저유소 CP결제 추가-&gt; 개발 완료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사용자 지원 ( SR )-&gt; 데이터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 -&gt; PP , PM , TS </a:t>
            </a:r>
          </a:p>
        </p:txBody>
      </p:sp>
      <p:sp>
        <p:nvSpPr>
          <p:cNvPr id="184571172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5013559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7224274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11689370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466742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524634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8316394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28579846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1023039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2005179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000367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ITSM-117642PRM 시스템 내 코스트센터 통합 요청</a:t>
            </a:r>
          </a:p>
        </p:txBody>
      </p:sp>
      <p:sp>
        <p:nvSpPr>
          <p:cNvPr id="4732826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030338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545705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</a:p>
        </p:txBody>
      </p:sp>
      <p:sp>
        <p:nvSpPr>
          <p:cNvPr id="116664894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38549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4215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64639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3242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601270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635940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449796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64835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54954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731104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96812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70111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252311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25373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090117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953200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472972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8955900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</a:p>
        </p:txBody>
      </p:sp>
      <p:sp>
        <p:nvSpPr>
          <p:cNvPr id="90263798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4726196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336021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</a:p>
        </p:txBody>
      </p:sp>
      <p:sp>
        <p:nvSpPr>
          <p:cNvPr id="133687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5450286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4724107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4886993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16299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300934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7479137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63157834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9842988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715566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8295569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78988467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98718342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</a:p>
        </p:txBody>
      </p:sp>
      <p:sp>
        <p:nvSpPr>
          <p:cNvPr id="83457331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27960093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90159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4314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77834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24938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510860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83170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4698816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42999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445274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94550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2839548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14530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57824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41248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808876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168425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095521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</a:p>
        </p:txBody>
      </p:sp>
      <p:sp>
        <p:nvSpPr>
          <p:cNvPr id="17462322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20989680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33296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076268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거래처 종료/오더보류시 개방식 탱크청소 작업지시 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건 예외처리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자산 생성시 코스트센터 통합요청</a:t>
            </a:r>
          </a:p>
        </p:txBody>
      </p:sp>
      <p:sp>
        <p:nvSpPr>
          <p:cNvPr id="11682167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70634913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6175163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</a:p>
        </p:txBody>
      </p:sp>
      <p:sp>
        <p:nvSpPr>
          <p:cNvPr id="886879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77893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328926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33956138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1606713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71941130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3810131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4080043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67751224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14075245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4717027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133981711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53579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1185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77816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890353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136382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3724089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637815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51097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86003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33773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26072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651006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271245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6075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25378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533980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55852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101973180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Naphtha/Gasoline/Jet/Diesel Market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SAP입력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'Invoice Payment Completed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Polymer' 작업 보완</a:t>
            </a:r>
            <a:br/>
          </a:p>
        </p:txBody>
      </p:sp>
      <p:sp>
        <p:nvSpPr>
          <p:cNvPr id="86633835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7750126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6849564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Polymer' 작업 Migration 및 로직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미사용 인터페이스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VOC 관련 EAI 자료 및 Log, 소스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개발 드롭 및 추가 개발건 논의</a:t>
            </a:r>
            <a:br/>
          </a:p>
        </p:txBody>
      </p:sp>
      <p:sp>
        <p:nvSpPr>
          <p:cNvPr id="71176911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560982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0185233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347860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11053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865129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8136186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5622270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06122553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7460258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45623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PC연장사용신청서 부서공유기능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97686732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3368497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44607538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4760521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040154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679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485733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704049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78036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86933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429618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3628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97426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74179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5771330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27510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7698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87284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00317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404438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40032162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44884322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8897660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323710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363790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ITSM-117472, ITSM-117498, ITSM-117492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ITSM-117470, ITSM-117497, ITSM-117549,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7560, ITSM-117562, ITSM-117569, ITSM-117602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ITSM-117593, ITSM-117623, ITSM-117628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ITSM-117627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ITSM-117719, ITSM-117749, ITSM-117766</a:t>
            </a:r>
          </a:p>
        </p:txBody>
      </p:sp>
      <p:sp>
        <p:nvSpPr>
          <p:cNvPr id="16998997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557773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7162425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4400324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7037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059465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44735869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3881646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2640227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5817294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3019541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ITSM-117476 Alkylation2팀 지침서 통폐합 업무로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ERS 관리자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연동코드 회신 및 학습자 교육이수 시간관련 추가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요청(9977:소프트스킬 사전학습)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교육결과보고서 회수한 건 작성중인문서에 조회 안됨.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ITSM-117593 교육훈련 신청서 교육시간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ERS_CP_INTERFACE 개정오류 확인 및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인사후생팀-해외교육비예산 실적 확인 요청(이상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준 계장님)</a:t>
            </a:r>
          </a:p>
        </p:txBody>
      </p:sp>
      <p:sp>
        <p:nvSpPr>
          <p:cNvPr id="23985602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4300104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7298968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7016867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47186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6277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60877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070609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79937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908563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670611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08161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078088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76948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80679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76906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05832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19833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09886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914428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4395136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82322940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- 18일 휴가</a:t>
            </a:r>
          </a:p>
        </p:txBody>
      </p:sp>
      <p:sp>
        <p:nvSpPr>
          <p:cNvPr id="9989148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3440869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879430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[SAP Upgrade] 모든 창고 로케이션 데이터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상품권 재고 데이터 불일치 데이터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2555480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7031132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7144350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5656582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5070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4857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927146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44580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114165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46880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660965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49591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074516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30350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178825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52642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904322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09533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7183872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8050554" name="Text">
    </p:cNvPr>
          <p:cNvSpPr>
            <a:spLocks noGrp="1"/>
          </p:cNvSpPr>
          <p:nvPr/>
        </p:nvSpPr>
        <p:spPr>
          <a:xfrm rot="0">
            <a:off x="97028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240566443" name="Text">
    </p:cNvPr>
          <p:cNvSpPr>
            <a:spLocks noGrp="1"/>
          </p:cNvSpPr>
          <p:nvPr/>
        </p:nvSpPr>
        <p:spPr>
          <a:xfrm rot="0">
            <a:off x="93345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1473558051" name="Text">
    </p:cNvPr>
          <p:cNvSpPr>
            <a:spLocks noGrp="1"/>
          </p:cNvSpPr>
          <p:nvPr/>
        </p:nvSpPr>
        <p:spPr>
          <a:xfrm rot="0">
            <a:off x="5930900" y="1511300"/>
            <a:ext cx="3403600" cy="4102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 요청 (VOC : V240926-0000476-1) (이돈녕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(TT_PLT_BORW_REPY)' 내 차입량/대여량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계산 로직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Summary 내 '제휴카드 포인트 미적립(롯데법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인택시제휴카드)' 종료 건 출력 조치 (완료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태 -&gt; 종료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박경근 대리님)</a:t>
            </a:r>
            <a:br/>
          </a:p>
        </p:txBody>
      </p:sp>
      <p:sp>
        <p:nvSpPr>
          <p:cNvPr id="2133741678" name="Text">
    </p:cNvPr>
          <p:cNvSpPr>
            <a:spLocks noGrp="1"/>
          </p:cNvSpPr>
          <p:nvPr/>
        </p:nvSpPr>
        <p:spPr>
          <a:xfrm rot="0">
            <a:off x="5308600" y="1511300"/>
            <a:ext cx="5715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861641490" name="Text">
    </p:cNvPr>
          <p:cNvSpPr>
            <a:spLocks noGrp="1"/>
          </p:cNvSpPr>
          <p:nvPr/>
        </p:nvSpPr>
        <p:spPr>
          <a:xfrm rot="0">
            <a:off x="88900" y="1511300"/>
            <a:ext cx="5715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444783103" name="Text">
    </p:cNvPr>
          <p:cNvSpPr>
            <a:spLocks noGrp="1"/>
          </p:cNvSpPr>
          <p:nvPr/>
        </p:nvSpPr>
        <p:spPr>
          <a:xfrm rot="0">
            <a:off x="711200" y="1511300"/>
            <a:ext cx="3403600" cy="4102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 요청 (VOC : V240926-0000476-1) (이돈녕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2차 테스트 (4층 2회의실) [ SAP - LOPAS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데이터 송/수신]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이관관리&gt;송유관입고계획관리 내 '영천주유소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(3104)' 대상 제거 (transfer-order-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batch.xml/transfer-order.xml)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(TT_PLT_BORW_REPY)' 내 차입량/대여량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계산 로직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(개발계) [QM] VOC SAP에서 채선료 정보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 전송(ZFI_RFC_VOC_TRANS) 점검 (미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사용 건, 제외 처리)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EAI 테스트 결과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()SQM_TestReport, VOC_QmRequest)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Summary 내 '제휴카드 포인트 미적립(롯데법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인택시제휴카드)' 종료 건 출력 조치 (완료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태 -&gt; 종료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박경근 대리님)</a:t>
            </a:r>
            <a:br/>
          </a:p>
        </p:txBody>
      </p:sp>
      <p:sp>
        <p:nvSpPr>
          <p:cNvPr id="613053105" name="Text">
    </p:cNvPr>
          <p:cNvSpPr>
            <a:spLocks noGrp="1"/>
          </p:cNvSpPr>
          <p:nvPr/>
        </p:nvSpPr>
        <p:spPr>
          <a:xfrm rot="0">
            <a:off x="44831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699071342" name="Text">
    </p:cNvPr>
          <p:cNvSpPr>
            <a:spLocks noGrp="1"/>
          </p:cNvSpPr>
          <p:nvPr/>
        </p:nvSpPr>
        <p:spPr>
          <a:xfrm rot="0">
            <a:off x="48514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957283260" name="Text">
    </p:cNvPr>
          <p:cNvSpPr>
            <a:spLocks noGrp="1"/>
          </p:cNvSpPr>
          <p:nvPr/>
        </p:nvSpPr>
        <p:spPr>
          <a:xfrm rot="0">
            <a:off x="41148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</a:p>
        </p:txBody>
      </p:sp>
      <p:sp>
        <p:nvSpPr>
          <p:cNvPr id="1334874765" name="Text">
    </p:cNvPr>
          <p:cNvSpPr>
            <a:spLocks noGrp="1"/>
          </p:cNvSpPr>
          <p:nvPr/>
        </p:nvSpPr>
        <p:spPr>
          <a:xfrm rot="0">
            <a:off x="660400" y="1511300"/>
            <a:ext cx="34544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5809332" name="Text">
    </p:cNvPr>
          <p:cNvSpPr>
            <a:spLocks noGrp="1"/>
          </p:cNvSpPr>
          <p:nvPr/>
        </p:nvSpPr>
        <p:spPr>
          <a:xfrm rot="0">
            <a:off x="5880100" y="1511300"/>
            <a:ext cx="34544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1962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10618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11437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553776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32409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512967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58047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33767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4266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65039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5102721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61803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64402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313557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48381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5432474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6889745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</a:p>
        </p:txBody>
      </p:sp>
      <p:sp>
        <p:nvSpPr>
          <p:cNvPr id="2733200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459458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0433847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</a:p>
        </p:txBody>
      </p:sp>
      <p:sp>
        <p:nvSpPr>
          <p:cNvPr id="2820583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4178379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209916043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2395819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031431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임시공휴일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개천절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Duty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한글날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