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775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01418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43653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375051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75013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916639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56081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7096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82999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7959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01733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16687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69001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626264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4541362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</a:p>
        </p:txBody>
      </p:sp>
      <p:sp>
        <p:nvSpPr>
          <p:cNvPr id="1771528201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</a:p>
        </p:txBody>
      </p:sp>
      <p:sp>
        <p:nvSpPr>
          <p:cNvPr id="389058311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ITSM-117997 e-Biz 사후보너스포인트 적립관련 제3자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전자(세금)계산서 발급사실 조회 화면 통신사 선택 옵션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575015588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950579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12896830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ITSM-118346(주) 청정에너지 화성크린주유소 유니폼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 내역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ITSM-117997 e-Biz 사후보너스포인트 적립관련 제3자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전자(세금)계산서 발급사실 조회 화면 통신사 선택 옵션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232539083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</a:p>
        </p:txBody>
      </p:sp>
      <p:sp>
        <p:nvSpPr>
          <p:cNvPr id="1542864235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426090560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</a:p>
        </p:txBody>
      </p:sp>
      <p:sp>
        <p:nvSpPr>
          <p:cNvPr id="616390491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1635794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9223030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</a:p>
        </p:txBody>
      </p:sp>
      <p:sp>
        <p:nvSpPr>
          <p:cNvPr id="200390130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173906512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946504746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48900116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11669338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 -118312]폐플라스틱유 도입에 따른 OAS 에서 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harge 시 예외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</a:p>
        </p:txBody>
      </p:sp>
      <p:sp>
        <p:nvSpPr>
          <p:cNvPr id="340758204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20086731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850519225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027572183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3256610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4249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127057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16464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84057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4775905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231778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16412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600925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44748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48259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10476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30076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9313609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25377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8417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410254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182769932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고객 마스터 등록 수정</a:t>
            </a:r>
            <a:br/>
          </a:p>
        </p:txBody>
      </p:sp>
      <p:sp>
        <p:nvSpPr>
          <p:cNvPr id="9969253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0198091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137587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고객 마스터 등록 수정</a:t>
            </a:r>
            <a:br/>
          </a:p>
        </p:txBody>
      </p:sp>
      <p:sp>
        <p:nvSpPr>
          <p:cNvPr id="1662892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81368621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2498952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505643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738425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35379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12770598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3995718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3132938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919892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8993128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ITSM-116633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ITSM-118307 변경시스템 변경,기준정보 DATA PARC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기준정보 RBI / TDMS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ITSM-118175 배포상태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ITSM-118417 변경결과 작성,ITSM-108975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</a:p>
        </p:txBody>
      </p:sp>
      <p:sp>
        <p:nvSpPr>
          <p:cNvPr id="9110132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1963134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67623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84597192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54838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4457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65292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189027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792563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36596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183512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071643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97300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84781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44068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71362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61962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5622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496753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98119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98979380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</a:p>
        </p:txBody>
      </p:sp>
      <p:sp>
        <p:nvSpPr>
          <p:cNvPr id="21452171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</a:p>
        </p:txBody>
      </p:sp>
      <p:sp>
        <p:nvSpPr>
          <p:cNvPr id="10174523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0265934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892161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'Invoice Payment Completed - Polymer' 작업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'선적서류 수출계획통보서' 작업 오류확인 및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'SAP 권한보유 모니터링' 작업 개발 및 테스트,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일부 인터페이스 이력 여부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'가상계좌 List 송부' 작업 개발 및 테스트, 운영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환</a:t>
            </a:r>
          </a:p>
        </p:txBody>
      </p:sp>
      <p:sp>
        <p:nvSpPr>
          <p:cNvPr id="29859212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</a:p>
        </p:txBody>
      </p:sp>
      <p:sp>
        <p:nvSpPr>
          <p:cNvPr id="884490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</a:p>
        </p:txBody>
      </p:sp>
      <p:sp>
        <p:nvSpPr>
          <p:cNvPr id="10124516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</a:p>
        </p:txBody>
      </p:sp>
      <p:sp>
        <p:nvSpPr>
          <p:cNvPr id="8579764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86860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03836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7449367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05100578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4787572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340810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3466327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컨테이너 안전점검표 보관신청 사용부서 목록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86961014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40157254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7752401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58980435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80738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8997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56438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99370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92757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443355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2983023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50179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68288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104692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56575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48580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069986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268954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0613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00231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7664911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96204404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2174617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208910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1803618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ITSM-118195, ITSM-118211, ITSM-118223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ITSM-118296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ITSM-118287</a:t>
            </a:r>
          </a:p>
        </p:txBody>
      </p:sp>
      <p:sp>
        <p:nvSpPr>
          <p:cNvPr id="213358353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8071074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917483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12183660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697351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399219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964228037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18287529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일반부서_사이버보안_컴플라이언스관련 후속조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</a:t>
            </a:r>
          </a:p>
        </p:txBody>
      </p:sp>
      <p:sp>
        <p:nvSpPr>
          <p:cNvPr id="1784384990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04617570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65559040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[CCS]20240201 카드 데이터 사용내역 확정일자 확인 요청(회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계팀 이현수 매니저)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콘텐츠 시간 시스템 추가 조치사항 데이터 추가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(9977:스마트러닝_softskill 사전교육, 교육기간: 2024.0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4~09)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금일 부서지침서 정기적 검토메일 미발송 건에 대해 원인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데이터 보정, 재발송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2024 컴플라이언스 점검을 위한 자료 작성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OSBT2-C-0007 개정문서가 100MB 넘어서 파일첨부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됨. 개정완료후 수정처리로 재개정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사고관리절차 21차 개정안, 오타로 인한 재개정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일반부서_사이버보안_컴플라이언스관련 후속조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</a:t>
            </a:r>
          </a:p>
        </p:txBody>
      </p:sp>
      <p:sp>
        <p:nvSpPr>
          <p:cNvPr id="628146338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326339759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559659916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747105186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990016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45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21683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87108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943817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926018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8838307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73073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28386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285608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648160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339991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301864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90724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7628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16891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78176625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3783741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비경상적 비용인식, 비경상적 채무반제 시나리오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대주주 감사 대비 지원 (GCMS, EWS)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21847297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146352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175115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비경상적 비용인식, 비경상적 채무반제 시나리오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우리카드 독자가맹점 출범에 따른 GC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MS 프로그램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EAI 개발 서버 테스트  지원 [SAP -&gt; GCMS]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EWS, GCMS 2024 컴플라이언스 점검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95084598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4043556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9014676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184003362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92544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1424882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629600903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</a:p>
        </p:txBody>
      </p:sp>
      <p:sp>
        <p:nvSpPr>
          <p:cNvPr id="769154834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618102344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2165948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04104816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백업 업무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'저유소기초재고(TT_PLT_BORW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_REPY)' 내 차입량/대여량 계산 로직 추가 요청 (ITSM-1178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V241021-0000879-1 상태 변경 (완료 -&gt; 접수2선)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IF 3차테스트 계획수립 항목 검토 회신 (VOC_Trans)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900280684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50453764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771215606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</a:p>
        </p:txBody>
      </p:sp>
      <p:sp>
        <p:nvSpPr>
          <p:cNvPr id="391849779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006127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9529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8128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56985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649493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916731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677452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013649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76880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90955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008529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30897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801214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81564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027553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437204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37944021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0914698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[NICE DB]휴,폐업정보_실시간조회 연동 에러수정</a:t>
            </a:r>
          </a:p>
        </p:txBody>
      </p:sp>
      <p:sp>
        <p:nvSpPr>
          <p:cNvPr id="1513420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869219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810094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한국전자인증 서버용 인증서는 갱신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[NICE DB]휴,폐업정보_실시간조회 연동 에러수정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</a:p>
        </p:txBody>
      </p:sp>
      <p:sp>
        <p:nvSpPr>
          <p:cNvPr id="20458157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5106744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817798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4890091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34534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