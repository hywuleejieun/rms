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572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02936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77584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61415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191250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208950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5060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41186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58370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0077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40154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9295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22854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15994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17617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021417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0039013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1099353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100911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839726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대손상각계상 프로그램에서 외화채권 처리 가능토록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리스트 중 제외되어야 하는 조건 추가(ZFIR91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이자율계산 공휴일 이자계산 제외 로직 추가 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결재시 전표 생성자 변경 로직 분석(ZEAM8000)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Migration 로직 수정(ZFIB9030_M)</a:t>
            </a:r>
          </a:p>
        </p:txBody>
      </p:sp>
      <p:sp>
        <p:nvSpPr>
          <p:cNvPr id="182952480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18125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283867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6715854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73350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153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36768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3669509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1272520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973234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794148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수입통관 OFFER #1000013802 분리 요청</a:t>
            </a:r>
          </a:p>
        </p:txBody>
      </p:sp>
      <p:sp>
        <p:nvSpPr>
          <p:cNvPr id="1408542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3350817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13682509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2064596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2566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682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54992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98266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6418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05275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76824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98871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9138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87750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4983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65516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07809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957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825266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04804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6668922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</a:p>
        </p:txBody>
      </p:sp>
      <p:sp>
        <p:nvSpPr>
          <p:cNvPr id="17133733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8165080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004214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360213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S4HANA와 ECC SEP간 RFC 관련 정보 확인 및 RFC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3분기 용인/온산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ERP운영에 S4P 논리시스템 신규 추가를 위한 SALE 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연결작업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대주주감사 대비 본사 방화벽 정책 Rule 유지/삭제 관련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정리 및 조치작업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13523583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437524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8833223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3036860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2071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3593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6055449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20445335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4076378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3007396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810094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7장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8장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9장</a:t>
            </a:r>
          </a:p>
        </p:txBody>
      </p:sp>
      <p:sp>
        <p:nvSpPr>
          <p:cNvPr id="1197671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6510869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152390290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6386296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674381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981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3345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79906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38544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169267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612226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12249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6547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49231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81213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12377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82436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13808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29393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69616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5150450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4367415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21273676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95717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214912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14479159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108885410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9056244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6265506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51602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0627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9927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03051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69699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25186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994484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18272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9178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80411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73920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41261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0118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4264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48311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4826505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12166134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660384813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29] 인수인계서 작성(팀원용) 개발</a:t>
            </a:r>
          </a:p>
        </p:txBody>
      </p:sp>
      <p:sp>
        <p:nvSpPr>
          <p:cNvPr id="182912708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0631383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35649122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[ITSM-118176] 국내출장비 신청서 상 Cost center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문의대응:   . 발령이력 정보 오류: 겸직정보 수정안내   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교육특근 휴게시간 로직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[ITSM-118105] 고정공제 신청서 항목 선택시 해당내역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즉시 조회 기능 추가- 프로젝트 지원  . 1시간 휴가 적용관련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(휴가보상(0416) 영향도 파악 / 단축근무자에 대한 연차보상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계산로직 수정여부)- 문의대응: 파견조직 한계결정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[ITSM-118104] 고정공제 신청현황의 결제예정자에게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SMS발송과 이메일 동시 발송 기능 추가(50%)- [ITSM-117920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 인수인계서 작성(팀원용) 추가 개발: 리포트 PGM 개발(50%)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문의 대응: 영유아보육지원 가족데이터 수정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[ITSM-118104] 고정공제 신청현황의 결제예정자에게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SMS발송과 이메일 동시 발송 기능 추가(100%)- 프로젝트지원: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근태달력생성 문의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프로젝트지원: 한/영 변환 관련 문의 대응 외- [ITSM-11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7629] 인수인계서 작성(팀원용) 개발: 업무 인수인계서 관리(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ZHRR1281)화면 개발</a:t>
            </a:r>
          </a:p>
        </p:txBody>
      </p:sp>
      <p:sp>
        <p:nvSpPr>
          <p:cNvPr id="1940984242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1104345126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1754915128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br/>
          </a:p>
        </p:txBody>
      </p:sp>
      <p:sp>
        <p:nvSpPr>
          <p:cNvPr id="778186663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852693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96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97406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8479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536781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35423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252605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580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57188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77344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77105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3710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49573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70471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94727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65622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441697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397181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-&gt; TS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로직 변경-&gt; ZPMR8120, ZPMR8121 ( TEXT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I/F 개발 -&gt; ZIF_RFC_TERMINAL_NOTI</a:t>
            </a:r>
          </a:p>
        </p:txBody>
      </p:sp>
      <p:sp>
        <p:nvSpPr>
          <p:cNvPr id="1920016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8269235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6198240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로직 변경-&gt; ZPMR8120, ZPMR8121 ( TEXT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I/F 개발 -&gt; ZIF_RFC_TERMINAL_NOTI</a:t>
            </a:r>
          </a:p>
        </p:txBody>
      </p:sp>
      <p:sp>
        <p:nvSpPr>
          <p:cNvPr id="13263363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57176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961650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20231129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9112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7712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85739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5480885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852690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5664428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182895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20486740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499465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2179900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21137172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96747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