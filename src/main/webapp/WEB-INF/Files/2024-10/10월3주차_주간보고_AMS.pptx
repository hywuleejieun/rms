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2024-09-30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[2024.10.01 ~ 2024.10.07]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10월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41683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57054616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0201802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2062370222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41391103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746569112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0974839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346281569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43055343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76216104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53390720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2121605029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57566031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99565860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646540679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884804804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9744732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391733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5811896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146469189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627269894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391373839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0383751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0621813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9509946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8203569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3940209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620503459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7726519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236534682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4973416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73875260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7008211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69663569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103048713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3746353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252302332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466603064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99854190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16408475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[CCS]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2024.8월 결산의 EIS, Yellow Book 반영</a:t>
            </a:r>
          </a:p>
        </p:txBody>
      </p:sp>
      <p:sp>
        <p:nvSpPr>
          <p:cNvPr id="1480227017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33210272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861980773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8543362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4567701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3917899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23176021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313943163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관세 및 수입부과금 마스터데이터 일괄 업로드 프로그램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941091162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62886762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</a:p>
        </p:txBody>
      </p:sp>
      <p:sp>
        <p:nvSpPr>
          <p:cNvPr id="1000764246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806831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3680708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7794383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76471379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910313515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143710895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A360 '항공급유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EAI 테스트 (SAP-FI,SAP-CO,HCM)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[VOC] 접속기록 정기점검 (9월)</a:t>
            </a:r>
          </a:p>
        </p:txBody>
      </p:sp>
      <p:sp>
        <p:nvSpPr>
          <p:cNvPr id="790130415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809114457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912729154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</a:p>
        </p:txBody>
      </p:sp>
      <p:sp>
        <p:nvSpPr>
          <p:cNvPr id="1805001329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839034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0885356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7049780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28071610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098449240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14518254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산정을 위한 SAP 자동화 프로그램 개발(ZFIR7800)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ITSM-115542 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마감업무 지원작업</a:t>
            </a:r>
          </a:p>
        </p:txBody>
      </p:sp>
      <p:sp>
        <p:nvSpPr>
          <p:cNvPr id="121378489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35590590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8313172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</a:p>
        </p:txBody>
      </p:sp>
      <p:sp>
        <p:nvSpPr>
          <p:cNvPr id="971773754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16617735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1677696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87125107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760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58063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37294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56931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90570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235980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74526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78471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73734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36168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402032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14541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44474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30232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69495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</a:p>
        </p:txBody>
      </p:sp>
      <p:sp>
        <p:nvSpPr>
          <p:cNvPr id="15782952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8403272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프로그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램 생성</a:t>
            </a:r>
          </a:p>
        </p:txBody>
      </p:sp>
      <p:sp>
        <p:nvSpPr>
          <p:cNvPr id="17307211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21756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09402667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기능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완(ZFIV7131)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</a:p>
        </p:txBody>
      </p:sp>
      <p:sp>
        <p:nvSpPr>
          <p:cNvPr id="63244619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2709855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5071243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10/03</a:t>
            </a:r>
            <a:br/>
          </a:p>
        </p:txBody>
      </p:sp>
      <p:sp>
        <p:nvSpPr>
          <p:cNvPr id="19345725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38436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2101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3932946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4921517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</a:p>
        </p:txBody>
      </p:sp>
      <p:sp>
        <p:nvSpPr>
          <p:cNvPr id="88147703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4623672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135063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G/L계정 변경 요청</a:t>
            </a:r>
          </a:p>
        </p:txBody>
      </p:sp>
      <p:sp>
        <p:nvSpPr>
          <p:cNvPr id="19149627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3505970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9674505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82625821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63148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735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161332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3821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36788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72755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1641813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66824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61978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40461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57007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05828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66275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53601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67142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48109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7044882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5115761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396919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88659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833236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신규입사자 개발자 Key 신규생성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5735554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8117729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5332073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01812876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39628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94076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0712368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202969009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6047960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505950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026018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</a:t>
            </a:r>
          </a:p>
        </p:txBody>
      </p:sp>
      <p:sp>
        <p:nvSpPr>
          <p:cNvPr id="123799597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3486867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7701061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365339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39953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64383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6137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3099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487839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8043166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19970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44057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29231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09339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21737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69867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65306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17830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75920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6764379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7304312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804397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46947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5738479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568921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790955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62755099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6052877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67499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54002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2148809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</a:p>
        </p:txBody>
      </p:sp>
      <p:sp>
        <p:nvSpPr>
          <p:cNvPr id="60168141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88] 방염작업복 신청신청 내역 필드추가</a:t>
            </a:r>
          </a:p>
        </p:txBody>
      </p:sp>
      <p:sp>
        <p:nvSpPr>
          <p:cNvPr id="120145284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8179515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8951436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[ITSM-117072] 고정변동공제 해당 급여일의 근태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현황 항목 표기 추가(완료)- 문의대응 : 휴무쿼터 생성오류, 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근입력 오류 외 문의 대응</a:t>
            </a:r>
          </a:p>
        </p:txBody>
      </p:sp>
      <p:sp>
        <p:nvSpPr>
          <p:cNvPr id="8743721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</a:p>
        </p:txBody>
      </p:sp>
      <p:sp>
        <p:nvSpPr>
          <p:cNvPr id="3792447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</a:p>
        </p:txBody>
      </p:sp>
      <p:sp>
        <p:nvSpPr>
          <p:cNvPr id="86615758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</a:p>
        </p:txBody>
      </p:sp>
      <p:sp>
        <p:nvSpPr>
          <p:cNvPr id="187569831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60973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8244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74878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53253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17631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075559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411609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512109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987229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99141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14207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88912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8892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74388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64163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64504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13791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4464324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저유소 CP결제 추가 -&gt; 개발 진행중 ( 기존 프로그램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</a:t>
            </a:r>
          </a:p>
        </p:txBody>
      </p:sp>
      <p:sp>
        <p:nvSpPr>
          <p:cNvPr id="20434475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7829828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1391699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저유소 CP결제 추가 -&gt; 개발 진행중 ( 기존 프로그램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)</a:t>
            </a:r>
          </a:p>
        </p:txBody>
      </p:sp>
      <p:sp>
        <p:nvSpPr>
          <p:cNvPr id="9588441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072117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13439686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56829977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292163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28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17046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46335965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00075968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6726220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937696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</a:p>
        </p:txBody>
      </p:sp>
      <p:sp>
        <p:nvSpPr>
          <p:cNvPr id="8082001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3222049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32810082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113506054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718626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945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22728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32149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042237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971899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234549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10001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63274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06181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76350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20634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70759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62882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70731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20847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546395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18069109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5000600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502049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624195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ITSM-117345유니폼 신청 내역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ITSM-117449PP 거래처 2곳 e-Biz. 계정 생성 요청</a:t>
            </a:r>
          </a:p>
        </p:txBody>
      </p:sp>
      <p:sp>
        <p:nvSpPr>
          <p:cNvPr id="3184761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081459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6959824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21249889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04727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83606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22531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0201794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9395186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016250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0768490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8544558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476710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38920366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01665462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24966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391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12845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89531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828031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77600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76970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68004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5586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31956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71986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73303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96928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96569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55598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22887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8764129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4718723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19064252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784998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329194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7170293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443695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</a:p>
        </p:txBody>
      </p:sp>
      <p:sp>
        <p:nvSpPr>
          <p:cNvPr id="184113239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594654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90959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39229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98409727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79525653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4821184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5847244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924595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ITSM-117453 현작업자 변경ITSM-113287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143037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6415459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5643231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6674787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635193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7616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85421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64970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15905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62445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4758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97454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77946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94364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71465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50636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813095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7313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199238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500384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6299995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89563996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</a:t>
            </a:r>
          </a:p>
        </p:txBody>
      </p:sp>
      <p:sp>
        <p:nvSpPr>
          <p:cNvPr id="4481684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818558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210491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다수 작업 스케쥴 10/01 임시공휴일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로그 확인 및 전달, MTE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Market Movement' 작업 개발을 위한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계정 생성 여부 담당자 확인</a:t>
            </a:r>
          </a:p>
        </p:txBody>
      </p:sp>
      <p:sp>
        <p:nvSpPr>
          <p:cNvPr id="1126414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816843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91842522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568363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40368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20279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466104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5699457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8390633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298635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811680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42283545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553450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338576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6213130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9618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511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42275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96017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32200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55828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698518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30040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69877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4501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94440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606059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82896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9750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59881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920383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0446520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20850925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9567069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9936941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570112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ITSM-117332, ITSM-117334, ITSM-117377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ITSM-117408, ITSM-117409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ITSM-117434, ITSM-117459, ITSM-117475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ITSM-117480, ITSM-117481</a:t>
            </a:r>
          </a:p>
        </p:txBody>
      </p:sp>
      <p:sp>
        <p:nvSpPr>
          <p:cNvPr id="14537737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233459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0701422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3836288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85537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4732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41254591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16694584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</a:p>
        </p:txBody>
      </p:sp>
      <p:sp>
        <p:nvSpPr>
          <p:cNvPr id="58142252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6838244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900377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SOM-2-100 개정오류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EAI 테스트 (SAP-FI,SAP-CO,HCM)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EAI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10/1 일, 인사발령에 따른 ERM 시스템 상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 변경요청.</a:t>
            </a:r>
            <a:br/>
          </a:p>
        </p:txBody>
      </p:sp>
      <p:sp>
        <p:nvSpPr>
          <p:cNvPr id="14308433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3408930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2702221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7374357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10360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9900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83705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07438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27460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455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25173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48755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41940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62729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43756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59356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66720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03172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20911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070267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</a:p>
        </p:txBody>
      </p:sp>
      <p:sp>
        <p:nvSpPr>
          <p:cNvPr id="53545359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2936912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9262425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7665975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6055320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오더할당 오류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계근량 프로세스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497591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</a:p>
        </p:txBody>
      </p:sp>
      <p:sp>
        <p:nvSpPr>
          <p:cNvPr id="3682959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4893266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729290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02341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6146228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657148551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70761423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 (VOC : V240926-0000476-1)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788382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6216767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52152250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 (VOC : V240926-0000476-1)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접속기록 정기점검 (9월)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(V240928-0000011-1) VOC 주유소 담당자 상이 (382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8, 양준우 책임님으로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2028994047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415180171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921390052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973308837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263276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147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246493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79769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90761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94875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917926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07918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65257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26600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09849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685382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7282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88096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591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2060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931815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2409455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2039046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186891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887703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</a:p>
        </p:txBody>
      </p:sp>
      <p:sp>
        <p:nvSpPr>
          <p:cNvPr id="16556835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</a:p>
        </p:txBody>
      </p:sp>
      <p:sp>
        <p:nvSpPr>
          <p:cNvPr id="8765279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4029115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044654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80572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469229096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임시공휴일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황보람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개천절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Off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Duty</a:t>
                      </a:r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Day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</a:p>
                    <a:p>
                      <a:endParaRPr altLang="ko-KR" dirty="0" lang="en-US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한글날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10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