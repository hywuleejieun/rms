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[2024.10.22 ~ 2024.10.28]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10월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18145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8672647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1157562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2878539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5902481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5085502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710795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777071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0363763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728507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1783195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8231626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2262329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5800851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30250530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27006163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43204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011602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109308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04604478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486667593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14557218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174175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4658566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284952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23841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3369973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00291164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0741532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02976580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2224575" name="Frame"/>
          <p:cNvSpPr>
            <a:spLocks noGrp="1"/>
          </p:cNvSpPr>
          <p:nvPr/>
        </p:nvSpPr>
        <p:spPr>
          <a:xfrm>
            <a:off x="101600" y="2832100"/>
            <a:ext cx="9779000" cy="224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9702518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27124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2831128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9317120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290140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5675309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34529095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17211877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46346515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일반부서_사이버보안_컴플라이언스관련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2019976131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566388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372186205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782554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658026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270206" name="Frame"/>
          <p:cNvSpPr>
            <a:spLocks noGrp="1"/>
          </p:cNvSpPr>
          <p:nvPr/>
        </p:nvSpPr>
        <p:spPr>
          <a:xfrm>
            <a:off x="165100" y="34544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41701274" name="Text">
    </p:cNvPr>
          <p:cNvSpPr>
            <a:spLocks noGrp="1"/>
          </p:cNvSpPr>
          <p:nvPr/>
        </p:nvSpPr>
        <p:spPr>
          <a:xfrm rot="0">
            <a:off x="165100" y="34544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81461448" name="Text">
    </p:cNvPr>
          <p:cNvSpPr>
            <a:spLocks noGrp="1"/>
          </p:cNvSpPr>
          <p:nvPr/>
        </p:nvSpPr>
        <p:spPr>
          <a:xfrm rot="0">
            <a:off x="965200" y="35306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[TR] 관세/부과금 환급 업로드(ZFIR이자율계산 공휴일 이자계산 제외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(ZFIR1255)7140_U)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842631206" name="Text">
    </p:cNvPr>
          <p:cNvSpPr>
            <a:spLocks noGrp="1"/>
          </p:cNvSpPr>
          <p:nvPr/>
        </p:nvSpPr>
        <p:spPr>
          <a:xfrm rot="0">
            <a:off x="7239000" y="35306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8307994" name="Text">
    </p:cNvPr>
          <p:cNvSpPr>
            <a:spLocks noGrp="1"/>
          </p:cNvSpPr>
          <p:nvPr/>
        </p:nvSpPr>
        <p:spPr>
          <a:xfrm rot="0">
            <a:off x="5549900" y="35306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62419466" name="Text">
    </p:cNvPr>
          <p:cNvSpPr>
            <a:spLocks noGrp="1"/>
          </p:cNvSpPr>
          <p:nvPr/>
        </p:nvSpPr>
        <p:spPr>
          <a:xfrm rot="0">
            <a:off x="901700" y="34544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313211" name="Text">
    </p:cNvPr>
          <p:cNvSpPr>
            <a:spLocks noGrp="1"/>
          </p:cNvSpPr>
          <p:nvPr/>
        </p:nvSpPr>
        <p:spPr>
          <a:xfrm rot="0">
            <a:off x="6121400" y="34544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9041667" name="Text">
    </p:cNvPr>
          <p:cNvSpPr>
            <a:spLocks noGrp="1"/>
          </p:cNvSpPr>
          <p:nvPr/>
        </p:nvSpPr>
        <p:spPr>
          <a:xfrm rot="0">
            <a:off x="5549900" y="34544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6538338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6346649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8594251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3197906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컨테이너 안전점검표 보관신청 사용부서 목록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1860403746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2934172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633797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</a:p>
        </p:txBody>
      </p:sp>
      <p:sp>
        <p:nvSpPr>
          <p:cNvPr id="18610073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60222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585935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669513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8994096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3237317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9035489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수출체선료 리스트 중 제외되어야 하는 조건 추가(ZFIR9116)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가능토록 개발 요청(ZFIR1180)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자재 예약 시 단위 임의 변경 불가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고정공제 신청서 항목 선택시 해당내역 즉시 조회 기능 추가</a:t>
            </a:r>
          </a:p>
        </p:txBody>
      </p:sp>
      <p:sp>
        <p:nvSpPr>
          <p:cNvPr id="188409800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437969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779356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</a:p>
        </p:txBody>
      </p:sp>
      <p:sp>
        <p:nvSpPr>
          <p:cNvPr id="105008499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8867653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19423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577508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572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02936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77584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61415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191250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208950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5060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41186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58370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0077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40154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9295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22854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15994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17617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021417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0039013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1099353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100911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839726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대손상각계상 프로그램에서 외화채권 처리 가능토록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리스트 중 제외되어야 하는 조건 추가(ZFIR91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이자율계산 공휴일 이자계산 제외 로직 추가 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결재시 전표 생성자 변경 로직 분석(ZEAM8000)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Migration 로직 수정(ZFIB9030_M)</a:t>
            </a:r>
          </a:p>
        </p:txBody>
      </p:sp>
      <p:sp>
        <p:nvSpPr>
          <p:cNvPr id="182952480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18125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283867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6715854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73350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153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36768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3669509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1272520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973234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794148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수입통관 OFFER #1000013802 분리 요청</a:t>
            </a:r>
          </a:p>
        </p:txBody>
      </p:sp>
      <p:sp>
        <p:nvSpPr>
          <p:cNvPr id="1408542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3350817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13682509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2064596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2566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682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54992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98266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6418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05275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76824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98871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9138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87750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4983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65516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07809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957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825266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04804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6668922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</a:p>
        </p:txBody>
      </p:sp>
      <p:sp>
        <p:nvSpPr>
          <p:cNvPr id="17133733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8165080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004214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360213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S4HANA와 ECC SEP간 RFC 관련 정보 확인 및 RFC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3분기 용인/온산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ERP운영에 S4P 논리시스템 신규 추가를 위한 SALE 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연결작업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대주주감사 대비 본사 방화벽 정책 Rule 유지/삭제 관련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정리 및 조치작업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13523583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437524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8833223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3036860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2071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3593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6055449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20445335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4076378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3007396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810094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7장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8장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9장</a:t>
            </a:r>
          </a:p>
        </p:txBody>
      </p:sp>
      <p:sp>
        <p:nvSpPr>
          <p:cNvPr id="1197671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6510869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152390290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6386296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674381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981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3345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79906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38544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169267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612226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12249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6547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49231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81213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12377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82436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13808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29393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69616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5150450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4367415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21273676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95717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214912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14479159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108885410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9056244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6265506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51602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0627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9927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03051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69699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25186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994484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18272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9178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80411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73920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41261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0118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4264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48311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4826505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12166134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660384813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29] 인수인계서 작성(팀원용) 개발</a:t>
            </a:r>
          </a:p>
        </p:txBody>
      </p:sp>
      <p:sp>
        <p:nvSpPr>
          <p:cNvPr id="182912708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0631383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35649122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[ITSM-118176] 국내출장비 신청서 상 Cost center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문의대응:   . 발령이력 정보 오류: 겸직정보 수정안내   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교육특근 휴게시간 로직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[ITSM-118105] 고정공제 신청서 항목 선택시 해당내역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즉시 조회 기능 추가- 프로젝트 지원  . 1시간 휴가 적용관련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(휴가보상(0416) 영향도 파악 / 단축근무자에 대한 연차보상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계산로직 수정여부)- 문의대응: 파견조직 한계결정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[ITSM-118104] 고정공제 신청현황의 결제예정자에게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SMS발송과 이메일 동시 발송 기능 추가(50%)- [ITSM-117920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 인수인계서 작성(팀원용) 추가 개발: 리포트 PGM 개발(50%)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문의 대응: 영유아보육지원 가족데이터 수정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[ITSM-118104] 고정공제 신청현황의 결제예정자에게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SMS발송과 이메일 동시 발송 기능 추가(100%)- 프로젝트지원: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근태달력생성 문의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프로젝트지원: 한/영 변환 관련 문의 대응 외- [ITSM-11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7629] 인수인계서 작성(팀원용) 개발: 업무 인수인계서 관리(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ZHRR1281)화면 개발</a:t>
            </a:r>
          </a:p>
        </p:txBody>
      </p:sp>
      <p:sp>
        <p:nvSpPr>
          <p:cNvPr id="1940984242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1104345126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1754915128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778186663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852693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96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97406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8479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536781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35423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252605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580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57188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77344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7710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3710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49573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70471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94727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65622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441697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397181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-&gt; TS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로직 변경-&gt; ZPMR8120, ZPMR8121 ( TEXT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I/F 개발 -&gt; ZIF_RFC_TERMINAL_NOTI</a:t>
            </a:r>
          </a:p>
        </p:txBody>
      </p:sp>
      <p:sp>
        <p:nvSpPr>
          <p:cNvPr id="1920016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8269235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6198240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로직 변경-&gt; ZPMR8120, ZPMR8121 ( TEXT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I/F 개발 -&gt; ZIF_RFC_TERMINAL_NOTI</a:t>
            </a:r>
          </a:p>
        </p:txBody>
      </p:sp>
      <p:sp>
        <p:nvSpPr>
          <p:cNvPr id="13263363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57176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961650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20231129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9112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7712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85739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5480885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852690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5664428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182895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20486740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499465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2179900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21137172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96747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775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1418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43653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75051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75013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16639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6081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7096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82999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7959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01733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16687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69001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626264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454136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</a:p>
        </p:txBody>
      </p:sp>
      <p:sp>
        <p:nvSpPr>
          <p:cNvPr id="1771528201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</a:p>
        </p:txBody>
      </p:sp>
      <p:sp>
        <p:nvSpPr>
          <p:cNvPr id="389058311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575015588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950579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12896830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ITSM-118346(주) 청정에너지 화성크린주유소 유니폼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 내역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232539083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</a:p>
        </p:txBody>
      </p:sp>
      <p:sp>
        <p:nvSpPr>
          <p:cNvPr id="1542864235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426090560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</a:p>
        </p:txBody>
      </p:sp>
      <p:sp>
        <p:nvSpPr>
          <p:cNvPr id="616390491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1635794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9223030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</a:p>
        </p:txBody>
      </p:sp>
      <p:sp>
        <p:nvSpPr>
          <p:cNvPr id="200390130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173906512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946504746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48900116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11669338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 -118312]폐플라스틱유 도입에 따른 OAS 에서 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harge 시 예외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340758204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20086731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50519225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27572183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3256610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424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12705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16464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84057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77590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231778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16412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60092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44748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48259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10476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30076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31360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2537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8417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41025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18276993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</a:p>
        </p:txBody>
      </p:sp>
      <p:sp>
        <p:nvSpPr>
          <p:cNvPr id="9969253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19809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13758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</a:p>
        </p:txBody>
      </p:sp>
      <p:sp>
        <p:nvSpPr>
          <p:cNvPr id="166289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136862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498952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505643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73842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537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2770598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3995718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3132938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919892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8993128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ITSM-116633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ITSM-118307 변경시스템 변경,기준정보 DATA PARC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기준정보 RBI / TDMS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ITSM-118175 배포상태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ITSM-118417 변경결과 작성,ITSM-108975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9110132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963134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67623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84597192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483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445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65292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18902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92563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36596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18351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7164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7300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84781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44068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71362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61962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5622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96753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98119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897938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21452171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</a:p>
        </p:txBody>
      </p:sp>
      <p:sp>
        <p:nvSpPr>
          <p:cNvPr id="10174523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265934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92161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'선적서류 수출계획통보서' 작업 오류확인 및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'SAP 권한보유 모니터링' 작업 개발 및 테스트,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일부 인터페이스 이력 여부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'가상계좌 List 송부' 작업 개발 및 테스트, 운영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환</a:t>
            </a:r>
          </a:p>
        </p:txBody>
      </p:sp>
      <p:sp>
        <p:nvSpPr>
          <p:cNvPr id="2985921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884490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10124516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8579764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86860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3836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744936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0510057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4787572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340810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46632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86961014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0157254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7752401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5898043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80738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997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56438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99370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92757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443355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98302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50179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68288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04692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5657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48580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69986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26895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0613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00231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7664911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9620440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2174617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208910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1803618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ITSM-118195, ITSM-118211, ITSM-118223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ITSM-118296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ITSM-118287</a:t>
            </a:r>
          </a:p>
        </p:txBody>
      </p:sp>
      <p:sp>
        <p:nvSpPr>
          <p:cNvPr id="21335835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807107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917483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12183660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697351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399219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64228037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8287529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</a:p>
        </p:txBody>
      </p:sp>
      <p:sp>
        <p:nvSpPr>
          <p:cNvPr id="1784384990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04617570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65559040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[CCS]20240201 카드 데이터 사용내역 확정일자 확인 요청(회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계팀 이현수 매니저)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콘텐츠 시간 시스템 추가 조치사항 데이터 추가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(9977:스마트러닝_softskill 사전교육, 교육기간: 2024.0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4~09)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금일 부서지침서 정기적 검토메일 미발송 건에 대해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데이터 보정, 재발송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2024 컴플라이언스 점검을 위한 자료 작성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OSBT2-C-0007 개정문서가 100MB 넘어서 파일첨부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됨. 개정완료후 수정처리로 재개정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사고관리절차 21차 개정안, 오타로 인한 재개정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</a:p>
        </p:txBody>
      </p:sp>
      <p:sp>
        <p:nvSpPr>
          <p:cNvPr id="628146338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326339759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55965991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74710518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990016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45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21683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87108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943817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926018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83830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73073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28386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85608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64816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39991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30186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90724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7628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16891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7817662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3783741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2184729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46352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175115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우리카드 독자가맹점 출범에 따른 GC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MS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 지원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EWS, GCMS 2024 컴플라이언스 점검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9508459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4043556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9014676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8400336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2544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142488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629600903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76915483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61810234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216594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04104816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V241021-0000879-1 상태 변경 (완료 -&gt; 접수2선)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IF 3차테스트 계획수립 항목 검토 회신 (VOC_Trans)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900280684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045376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771215606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391849779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00612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9529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8128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698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4949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16731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677452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01364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76880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9095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00852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30897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80121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8156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27553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37204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3794402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091469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</a:p>
        </p:txBody>
      </p:sp>
      <p:sp>
        <p:nvSpPr>
          <p:cNvPr id="1513420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69219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810094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한국전자인증 서버용 인증서는 갱신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20458157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5106744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17798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4890091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4534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