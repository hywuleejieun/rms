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2024-09-30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임시공휴일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개천절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Duty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Day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  <a:p>
                      <a:endParaRPr lang="en-US" altLang="ko-KR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한글날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 dirty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87</Words>
  <Application>Microsoft Office PowerPoint</Application>
  <PresentationFormat>사용자 지정</PresentationFormat>
  <Paragraphs>55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31</cp:revision>
  <dcterms:modified xsi:type="dcterms:W3CDTF">2024-09-30T00:16:00Z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2024-09-30T00:16:00Z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f0b1d083-64ff-4a38-bf57-978cf58ee0ef</vt:lpwstr>
  </property>
  <property fmtid="{D5CDD505-2E9C-101B-9397-08002B2CF9AE}" pid="8" name="MSIP_Label_a567d48d-774c-44e2-a79a-7d15724a8f35_ContentBits">
    <vt:lpwstr>3</vt:lpwstr>
  </property>
</Properties>
</file>