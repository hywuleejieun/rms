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945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22728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32149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04223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71899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12345492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8100017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632745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406181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763501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420634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707596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9628824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707319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208470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546395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180691097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50006008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5020495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662419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ITSM-117345유니폼 신청 내역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ITSM-117449PP 거래처 2곳 e-Biz. 계정 생성 요청</a:t>
            </a:r>
          </a:p>
        </p:txBody>
      </p:sp>
      <p:sp>
        <p:nvSpPr>
          <p:cNvPr id="3184761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1081459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6959824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21249889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047275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83606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22531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0201794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93951866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16250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0768490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85445581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204767107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138920366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201665462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24966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39110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128459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895319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8280318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77600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769705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68004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55869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9319567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71986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73303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96928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96569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055598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8228872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8764129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4718723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190642521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6784998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3291940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717029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443695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84113239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594654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090959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392299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98409727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79525653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48211845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5847244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59245951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ITSM-117453 현작업자 변경ITSM-113287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1430374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6415459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5643231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6674787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6635193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7616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85421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64970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2159053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62445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74758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974546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7946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194364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1465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506361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813095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87313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1992383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003844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6299995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89563996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4481684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0818558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52104910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다수 작업 스케쥴 10/01 임시공휴일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로그 확인 및 전달, MTE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Market Movement' 작업 개발을 위한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계정 생성 여부 담당자 확인</a:t>
            </a:r>
          </a:p>
        </p:txBody>
      </p:sp>
      <p:sp>
        <p:nvSpPr>
          <p:cNvPr id="11264141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816843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91842522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683631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40368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202798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2466104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569945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183906331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2986354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811680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42283545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45534506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338576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6213130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9618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5115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642275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9960170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32200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558280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98518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8300407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698777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245010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94440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606059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6828965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9750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59881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920383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04465200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208509251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95670690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9936941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570112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ITSM-117332, ITSM-117334, ITSM-117377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ITSM-117408, ITSM-117409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ITSM-117434, ITSM-117459, ITSM-117475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ITSM-117480, ITSM-117481</a:t>
            </a:r>
          </a:p>
        </p:txBody>
      </p:sp>
      <p:sp>
        <p:nvSpPr>
          <p:cNvPr id="14537737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233459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0701422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38362885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855376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547325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41254591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16694584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</a:p>
        </p:txBody>
      </p:sp>
      <p:sp>
        <p:nvSpPr>
          <p:cNvPr id="5814225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6838244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900377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SOM-2-100 개정오류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EAI 테스트 (SAP-FI,SAP-CO,HCM)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EAI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10/1 일, 인사발령에 따른 ERM 시스템 상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자 변경요청.</a:t>
            </a:r>
            <a:br/>
          </a:p>
        </p:txBody>
      </p:sp>
      <p:sp>
        <p:nvSpPr>
          <p:cNvPr id="14308433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34089308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2702221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73743576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103605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99001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0837050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074380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274600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724551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25173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4875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419409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62729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43756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659356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66720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03172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20911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070267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</a:p>
        </p:txBody>
      </p:sp>
      <p:sp>
        <p:nvSpPr>
          <p:cNvPr id="53545359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29369122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9262425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665975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6055320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오더할당 오류 확인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계근량 프로세스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497591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10/10</a:t>
            </a:r>
            <a:br/>
            <a:br/>
          </a:p>
        </p:txBody>
      </p:sp>
      <p:sp>
        <p:nvSpPr>
          <p:cNvPr id="36829599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48932663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7292907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102341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6146228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65714855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707614237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788382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562167679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52152250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믿음가득주유소 보너스카드 내 미표기 관련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요청 (VOC : V240926-0000476-1)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접속기록 정기점검 (9월)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(V240928-0000011-1) VOC 주유소 담당자 상이 (382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8, 양준우 책임님으로 변경)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2028994047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415180171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92139005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973308837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263276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2147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4246493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1797698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907617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94875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9179269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07918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652570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26600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098497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685382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837282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3880963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591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2060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9318158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24094559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2039046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186891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887703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</a:p>
        </p:txBody>
      </p:sp>
      <p:sp>
        <p:nvSpPr>
          <p:cNvPr id="16556835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</a:p>
        </p:txBody>
      </p:sp>
      <p:sp>
        <p:nvSpPr>
          <p:cNvPr id="8765279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4029115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00446543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0805728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