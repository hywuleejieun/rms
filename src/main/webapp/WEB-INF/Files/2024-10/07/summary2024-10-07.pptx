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4168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57054616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201802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237022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139110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74656911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80974839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346281569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430553439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6216104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33907201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12160502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5756603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99565860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46540679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884804804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9744732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3917332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811896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146469189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627269894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391373839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0383751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0621813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9509946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8203569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3940209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620503459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7726519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236534682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4973416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73875260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7008211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469663569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103048713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3746353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252302332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66603064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99854190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16408475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[CCS]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2024.8월 결산의 EIS, Yellow Book 반영</a:t>
            </a:r>
          </a:p>
        </p:txBody>
      </p:sp>
      <p:sp>
        <p:nvSpPr>
          <p:cNvPr id="1480227017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33210272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861980773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8543362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4567701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3917899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23176021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313943163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SAP 관세 및 수입부과금 마스터데이터 일괄 업로드 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941091162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62886762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000764246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4806831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3680708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7794383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76471379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10313515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4371089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'항공급유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EAI 테스트 (SAP-FI,SAP-CO,HCM)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접속기록 정기점검 (9월)</a:t>
            </a:r>
          </a:p>
        </p:txBody>
      </p:sp>
      <p:sp>
        <p:nvSpPr>
          <p:cNvPr id="790130415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09114457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912729154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</a:p>
        </p:txBody>
      </p:sp>
      <p:sp>
        <p:nvSpPr>
          <p:cNvPr id="1805001329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839034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0885356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7049780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807161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98449240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14518254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관세 세율별비중 산정을 위한 SAP 자동화 프로그램 개발(ZFIR7800)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ITSM-115542 UET의 전산작업 중 벌크선적작업의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ERP운영 마감업무 지원작업</a:t>
            </a:r>
          </a:p>
        </p:txBody>
      </p:sp>
      <p:sp>
        <p:nvSpPr>
          <p:cNvPr id="1213784891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5590590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483131725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</a:p>
        </p:txBody>
      </p:sp>
      <p:sp>
        <p:nvSpPr>
          <p:cNvPr id="97177375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6617735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167769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7125107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