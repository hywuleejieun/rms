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9760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58063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03729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569314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90570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235980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745269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784713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737344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36168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0402032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145419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44474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30232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69495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</a:p>
        </p:txBody>
      </p:sp>
      <p:sp>
        <p:nvSpPr>
          <p:cNvPr id="15782952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84032723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프로그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램 생성</a:t>
            </a:r>
          </a:p>
        </p:txBody>
      </p:sp>
      <p:sp>
        <p:nvSpPr>
          <p:cNvPr id="173072112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5217569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0940266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SAP 관세 및 수입부과금 마스터데이터 일괄 업로드 기능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완(ZFIV7131)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</a:p>
        </p:txBody>
      </p:sp>
      <p:sp>
        <p:nvSpPr>
          <p:cNvPr id="63244619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2709855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50712435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10/03</a:t>
            </a:r>
            <a:br/>
          </a:p>
        </p:txBody>
      </p:sp>
      <p:sp>
        <p:nvSpPr>
          <p:cNvPr id="193457257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3843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0721016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39329461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49215178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</a:p>
        </p:txBody>
      </p:sp>
      <p:sp>
        <p:nvSpPr>
          <p:cNvPr id="88147703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54623672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11350633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1차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유산스 차입 프로그램 및 환경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기성보고서 G/L계정 변경 요청</a:t>
            </a:r>
          </a:p>
        </p:txBody>
      </p:sp>
      <p:sp>
        <p:nvSpPr>
          <p:cNvPr id="19149627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3505970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9674505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82625821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631486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7350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1613324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382187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36788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272755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1641813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66824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619788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840461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570074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105828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66275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2536014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67142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7481091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10/14</a:t>
            </a:r>
            <a:br/>
          </a:p>
        </p:txBody>
      </p:sp>
      <p:sp>
        <p:nvSpPr>
          <p:cNvPr id="70448829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</a:p>
        </p:txBody>
      </p:sp>
      <p:sp>
        <p:nvSpPr>
          <p:cNvPr id="5115761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39691906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88659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8332368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ERP개발 신규입사자 개발자 Key 신규생성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57355543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8117729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5332073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0181287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239628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940765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7123680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</a:p>
        </p:txBody>
      </p:sp>
      <p:sp>
        <p:nvSpPr>
          <p:cNvPr id="202969009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6047960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3505950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7026018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공부하기 (스터디 기준)</a:t>
            </a:r>
          </a:p>
        </p:txBody>
      </p:sp>
      <p:sp>
        <p:nvSpPr>
          <p:cNvPr id="123799597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134868675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77010619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3653392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399532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643838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46137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03099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487839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48043166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619970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744057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29231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6093393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217379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698678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65306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178303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175920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6764379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1730431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48043971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046947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57384793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5689214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790955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62755099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66052877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74998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540027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</a:p>
        </p:txBody>
      </p:sp>
      <p:sp>
        <p:nvSpPr>
          <p:cNvPr id="21488092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10/07</a:t>
            </a:r>
            <a:br/>
            <a:br/>
          </a:p>
        </p:txBody>
      </p:sp>
      <p:sp>
        <p:nvSpPr>
          <p:cNvPr id="60168141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[ITSM-1160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88] 방염작업복 신청신청 내역 필드추가</a:t>
            </a:r>
          </a:p>
        </p:txBody>
      </p:sp>
      <p:sp>
        <p:nvSpPr>
          <p:cNvPr id="120145284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179515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8951436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[ITSM-117072] 고정변동공제 해당 급여일의 근태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현황 항목 표기 추가(완료)- 문의대응 : 휴무쿼터 생성오류, 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근입력 오류 외 문의 대응</a:t>
            </a:r>
          </a:p>
        </p:txBody>
      </p:sp>
      <p:sp>
        <p:nvSpPr>
          <p:cNvPr id="8743721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3792447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86615758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br/>
          </a:p>
        </p:txBody>
      </p:sp>
      <p:sp>
        <p:nvSpPr>
          <p:cNvPr id="187569831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960973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82449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0748788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532539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917631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0755598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04116091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3512109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987229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99141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4207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5889123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8892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74388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464163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64504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137910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4464324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 -&gt; 개발 진행중 ( 기존 프로그램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</a:t>
            </a:r>
          </a:p>
        </p:txBody>
      </p:sp>
      <p:sp>
        <p:nvSpPr>
          <p:cNvPr id="204344750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78298281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1391699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I/F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PM 저유소 CP결제 추가 -&gt; 개발 진행중 ( 기존 프로그램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)</a:t>
            </a:r>
          </a:p>
        </p:txBody>
      </p:sp>
      <p:sp>
        <p:nvSpPr>
          <p:cNvPr id="95884415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60721179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134396863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56829977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292163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28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170466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46335965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00075968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16726220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93769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</a:p>
        </p:txBody>
      </p:sp>
      <p:sp>
        <p:nvSpPr>
          <p:cNvPr id="80820010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3222049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32810082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113506054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718626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