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[2024.10.01 ~ 2024.10.07]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10월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