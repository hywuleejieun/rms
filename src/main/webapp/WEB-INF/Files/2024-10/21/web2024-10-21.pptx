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65024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9091423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4973124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6713964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4319948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8703246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498708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7893695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5992659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2913305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6627085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4765233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5529870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5612928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2039359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4276719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08626699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ITSM-117555 첨부파일 정정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ITSM-118175ci 시설지원 PO번호 연동오류 보완</a:t>
            </a:r>
          </a:p>
        </p:txBody>
      </p:sp>
      <p:sp>
        <p:nvSpPr>
          <p:cNvPr id="134145835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86449502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5636049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ITSM-117555 첨부파일 정정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ITSM-118175ci 시설지원 PO번호 연동오류 보완</a:t>
            </a:r>
          </a:p>
        </p:txBody>
      </p:sp>
      <p:sp>
        <p:nvSpPr>
          <p:cNvPr id="83291260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144351384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90952825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82374184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063018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149399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69150126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138791874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184352475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53481751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22634000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141036109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90959166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65%</a:t>
            </a:r>
            <a:br/>
          </a:p>
        </p:txBody>
      </p:sp>
      <p:sp>
        <p:nvSpPr>
          <p:cNvPr id="91303168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102001026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691353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28928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6377011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0615420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8597502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1878887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7449142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902192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9687439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7075875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4438580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78139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3891039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1521734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1976651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8899595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9921377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</a:p>
        </p:txBody>
      </p:sp>
      <p:sp>
        <p:nvSpPr>
          <p:cNvPr id="82382630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</a:p>
        </p:txBody>
      </p:sp>
      <p:sp>
        <p:nvSpPr>
          <p:cNvPr id="12549479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65185274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58559680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조달청 협약 여부 CRM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 지원 및 관리시스템 추가 보완요청</a:t>
            </a:r>
          </a:p>
        </p:txBody>
      </p:sp>
      <p:sp>
        <p:nvSpPr>
          <p:cNvPr id="100286985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80960858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59239122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</a:p>
        </p:txBody>
      </p:sp>
      <p:sp>
        <p:nvSpPr>
          <p:cNvPr id="187575081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313854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414937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85530781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81010037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재정비</a:t>
            </a:r>
          </a:p>
        </p:txBody>
      </p:sp>
      <p:sp>
        <p:nvSpPr>
          <p:cNvPr id="169295252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10452563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40881589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google play 배포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ITSM-116438 작업 담장자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ITSM-114583 작업 담당자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ITSM-117971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ITSM-113807 예상 작업 완료일 변경</a:t>
            </a:r>
          </a:p>
        </p:txBody>
      </p:sp>
      <p:sp>
        <p:nvSpPr>
          <p:cNvPr id="164173852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17722644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06068939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46422927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802222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50311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114616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6623728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3346045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8040837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0198870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1779362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894168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3908265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110654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0558382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0537131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6866026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8836309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600278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05959878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</a:p>
        </p:txBody>
      </p:sp>
      <p:sp>
        <p:nvSpPr>
          <p:cNvPr id="50688482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운영전환 및 SAP입력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'Invoice Payment Completed - Polymer' 작업 보완</a:t>
            </a:r>
          </a:p>
        </p:txBody>
      </p:sp>
      <p:sp>
        <p:nvSpPr>
          <p:cNvPr id="81642512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72662280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9452626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'사전점검' 작업 WMS 엑셀 오류 확인 및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'Invoice Payment Completed - Polymer' 작업 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'나프타 수입부과금' 수행 및 오류 확인. 담당자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 항공급유 매출입력' 작업 수행 및 오류확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인. 담당자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서버 사용 유무 확인 및 서버담당자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rpa_poc01 메일 용량 초과로 인한 발송 불가 조치</a:t>
            </a:r>
          </a:p>
        </p:txBody>
      </p:sp>
      <p:sp>
        <p:nvSpPr>
          <p:cNvPr id="64730292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53541016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81583264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64648409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811711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4902780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73898055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8912564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컨테이너 안전점검표 보관신청 사용부서 목록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194844719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62535188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85474277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컨테이너 안전점검표 보관신청 사용부서 목록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122257721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72251620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</a:p>
        </p:txBody>
      </p:sp>
      <p:sp>
        <p:nvSpPr>
          <p:cNvPr id="127729608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81641813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835969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95635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2624523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3173042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3838348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1452737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3058125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646682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4689028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0942392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6099456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0155077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389625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7644146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9624326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45290910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090138733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</a:p>
        </p:txBody>
      </p:sp>
      <p:sp>
        <p:nvSpPr>
          <p:cNvPr id="535022508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</a:p>
        </p:txBody>
      </p:sp>
      <p:sp>
        <p:nvSpPr>
          <p:cNvPr id="826906023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800729632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049759869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ITSM-117870, ITSM-117866, ITSM-117885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ITSM-117909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ITSM-117948, ITSM-117959, ITSM-117957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ITSM-117975, ITSM-117986, ITSM-117990, ITSM-11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8006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ITSM-118006, ITSM-118043, ITSM-117823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ITSM-118077, ITSM-118089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ITSM-118093, ITSM-118127, ITSM-118143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ITSM-118149, ITSM-118165, ITSM-118187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ITSM-118191, ITSM-118199</a:t>
            </a:r>
          </a:p>
        </p:txBody>
      </p:sp>
      <p:sp>
        <p:nvSpPr>
          <p:cNvPr id="2064896063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101357143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1253279554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1456493403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6640790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0850331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923955575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1670166085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</a:p>
        </p:txBody>
      </p:sp>
      <p:sp>
        <p:nvSpPr>
          <p:cNvPr id="1874543345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700799782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096644916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 신청서 상 기재 된 교육 기간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사번:2865 , PSM 온라인 과정 시험 재응시 가능하도록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전표생성시 오류 확인 및 재처리 요청(삭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제된구매처/확정안된구매처코드)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(RI-268) 화재/폭발 사고 건수  2024.3월 측정값 상태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오류 확인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[휴넷]2024.04~09월 스마트러닝 교육이력 오류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재전송 반영 작업</a:t>
            </a:r>
          </a:p>
        </p:txBody>
      </p:sp>
      <p:sp>
        <p:nvSpPr>
          <p:cNvPr id="1206239684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1929162499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382856559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1013953112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41640432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58834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4125550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5096271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8376899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4737572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8439180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2306993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049949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290614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6486297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1899038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7524961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6823063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579230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7458833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23175304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</a:p>
        </p:txBody>
      </p:sp>
      <p:sp>
        <p:nvSpPr>
          <p:cNvPr id="106626008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비경상적 비용인식, 비경상적 채무반제 시나리오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우리카드 독자가맹점 출범에 따른 GCMS 프로그램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EAI 개발 서버 테스트 [SAP -&gt; GCMS]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</a:p>
        </p:txBody>
      </p:sp>
      <p:sp>
        <p:nvSpPr>
          <p:cNvPr id="196380851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4917768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825835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19년부터 지류식상품권 판매 데이터 추출요청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우리카드 독자가맹점 출범에 따른 GCMS 프로그램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EAI 개발 서버 테스트  지원 [SAP -&gt; GCMS]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공구실 PDA 로그인 에러로 비밀번호 초기화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</a:p>
        </p:txBody>
      </p:sp>
      <p:sp>
        <p:nvSpPr>
          <p:cNvPr id="134637168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133240633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27457923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</a:p>
        </p:txBody>
      </p:sp>
      <p:sp>
        <p:nvSpPr>
          <p:cNvPr id="175395525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951367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70789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6778452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2174535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8747305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2915508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0032483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5427347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3345887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6995162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863898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4118140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0393141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1309586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0540924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97279691" name="Text">
    </p:cNvPr>
          <p:cNvSpPr>
            <a:spLocks noGrp="1"/>
          </p:cNvSpPr>
          <p:nvPr/>
        </p:nvSpPr>
        <p:spPr>
          <a:xfrm rot="0">
            <a:off x="9702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550935339" name="Text">
    </p:cNvPr>
          <p:cNvSpPr>
            <a:spLocks noGrp="1"/>
          </p:cNvSpPr>
          <p:nvPr/>
        </p:nvSpPr>
        <p:spPr>
          <a:xfrm rot="0">
            <a:off x="93345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</a:p>
        </p:txBody>
      </p:sp>
      <p:sp>
        <p:nvSpPr>
          <p:cNvPr id="635724101" name="Text">
    </p:cNvPr>
          <p:cNvSpPr>
            <a:spLocks noGrp="1"/>
          </p:cNvSpPr>
          <p:nvPr/>
        </p:nvSpPr>
        <p:spPr>
          <a:xfrm rot="0">
            <a:off x="5930900" y="1511300"/>
            <a:ext cx="3403600" cy="3187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대송저유소 건 관련 '저유소기초재고(TT_PLT_BORW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_REPY)' 내 차입량/대여량 계산 로직 추가 요청 (ITSM-1178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43)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[ERP Upgrdae] 재고 및 출하현황 정보 제공을 위한 V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iew 생성 요청 (ITSM-117962)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</a:p>
        </p:txBody>
      </p:sp>
      <p:sp>
        <p:nvSpPr>
          <p:cNvPr id="1835592940" name="Text">
    </p:cNvPr>
          <p:cNvSpPr>
            <a:spLocks noGrp="1"/>
          </p:cNvSpPr>
          <p:nvPr/>
        </p:nvSpPr>
        <p:spPr>
          <a:xfrm rot="0">
            <a:off x="53086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373915231" name="Text">
    </p:cNvPr>
          <p:cNvSpPr>
            <a:spLocks noGrp="1"/>
          </p:cNvSpPr>
          <p:nvPr/>
        </p:nvSpPr>
        <p:spPr>
          <a:xfrm rot="0">
            <a:off x="889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47358078" name="Text">
    </p:cNvPr>
          <p:cNvSpPr>
            <a:spLocks noGrp="1"/>
          </p:cNvSpPr>
          <p:nvPr/>
        </p:nvSpPr>
        <p:spPr>
          <a:xfrm rot="0">
            <a:off x="711200" y="1511300"/>
            <a:ext cx="3403600" cy="3187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CRM 판매단가 NULL 값 전송 점검 요청 (평화주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유소/에이치대하에너지 죽전주유소, 2건)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믿음가득주유소 보너스카드 내 미표기 관련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요청 (VOC : V240926-0000476-1) (이돈녕 대리님)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대송저유소 건 관련 '저유소기초재고(TT_PLT_BORW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_REPY)' 내 차입량/대여량 계산 로직 추가 요청 (ITSM-1178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43)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[ERP Upgrdae] 재고 및 출하현황 정보 제공을 위한 V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iew 생성 요청 (ITSM-117962)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Summary 내 '제휴카드 포인트 미적립(롯데법인택시제휴카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드)' 종료 건 출력 조치 (완료 상태 -&gt; 종료 변경)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V241017-0000271-1 수완 구도일주유소 거래처 검색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불가 (삭제 여부 'Y' 지정 확인 후 해제 조치 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</a:p>
        </p:txBody>
      </p:sp>
      <p:sp>
        <p:nvSpPr>
          <p:cNvPr id="70911784" name="Text">
    </p:cNvPr>
          <p:cNvSpPr>
            <a:spLocks noGrp="1"/>
          </p:cNvSpPr>
          <p:nvPr/>
        </p:nvSpPr>
        <p:spPr>
          <a:xfrm rot="0">
            <a:off x="44831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782206159" name="Text">
    </p:cNvPr>
          <p:cNvSpPr>
            <a:spLocks noGrp="1"/>
          </p:cNvSpPr>
          <p:nvPr/>
        </p:nvSpPr>
        <p:spPr>
          <a:xfrm rot="0">
            <a:off x="48514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1945742533" name="Text">
    </p:cNvPr>
          <p:cNvSpPr>
            <a:spLocks noGrp="1"/>
          </p:cNvSpPr>
          <p:nvPr/>
        </p:nvSpPr>
        <p:spPr>
          <a:xfrm rot="0">
            <a:off x="4114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</a:p>
        </p:txBody>
      </p:sp>
      <p:sp>
        <p:nvSpPr>
          <p:cNvPr id="1690248084" name="Text">
    </p:cNvPr>
          <p:cNvSpPr>
            <a:spLocks noGrp="1"/>
          </p:cNvSpPr>
          <p:nvPr/>
        </p:nvSpPr>
        <p:spPr>
          <a:xfrm rot="0">
            <a:off x="6604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2153708" name="Text">
    </p:cNvPr>
          <p:cNvSpPr>
            <a:spLocks noGrp="1"/>
          </p:cNvSpPr>
          <p:nvPr/>
        </p:nvSpPr>
        <p:spPr>
          <a:xfrm rot="0">
            <a:off x="58801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76680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5413280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9235936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5332085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3983339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307852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2757355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257085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120629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6862938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6439168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4401510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7291290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0025807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0408699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201174226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2028419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9월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Upgrade개발 단계 산출물 검수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한국전자인증 서버용 인증서는 갱신 </a:t>
            </a:r>
          </a:p>
        </p:txBody>
      </p:sp>
      <p:sp>
        <p:nvSpPr>
          <p:cNvPr id="96468403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33000817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57799403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9월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Upgrade개발 단계 산출물 검수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[EAI Upgrade] TO-BE개발서버 매매계약서 전송시 연동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접속정보 수정</a:t>
            </a:r>
          </a:p>
        </p:txBody>
      </p:sp>
      <p:sp>
        <p:nvSpPr>
          <p:cNvPr id="26757911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122493590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11457492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107315237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127814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