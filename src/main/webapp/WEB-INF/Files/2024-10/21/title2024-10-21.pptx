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[2024.10.15 ~ 2024.10.21]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10월 5주차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