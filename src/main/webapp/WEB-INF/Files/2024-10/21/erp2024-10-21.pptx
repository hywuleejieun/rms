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tiff" ContentType="image/tiff"/>
  <Default Extension="rels" ContentType="application/vnd.openxmlformats-package.relationships+xml"/>
  <Default Extension="xml" ContentType="application/xml"/>
  <Default Extension="ttf" ContentType="application/x-font-ttf"/>
  <Default Extension="otf" ContentType="application/x-font-ttf"/>
  <Default Extension="eot" ContentType="application/x-fontdata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presentation.xml" ContentType="application/vnd.openxmlformats-officedocument.presentationml.presentation.main+xml"/>
  <Override PartName="/docProps/app.xml" ContentType="application/vnd.openxmlformats-officedocument.extended-properties+xml"/>
  <Override PartName="/docProps/core.xml" ContentType="application/vnd.openxmlformats-package.core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 standalone="yes"?>
<Relationships xmlns="http://schemas.openxmlformats.org/package/2006/relationships">
<Relationship Id="rId1" Type="http://schemas.openxmlformats.org/officeDocument/2006/relationships/officeDocument" Target="ppt/presentation.xml"/>
<Relationship Id="rId2" Type="http://schemas.openxmlformats.org/officeDocument/2006/relationships/extended-properties" Target="docProps/app.xml"/>
<Relationship Id="rId3" Type="http://schemas.openxmlformats.org/package/2006/relationships/metadata/core-properties" Target="docProps/core.xml"/>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Sm"/>
  </p:sldMasterIdLst>
  <p:sldIdLst>
    <p:sldId id="2561" r:id="rId1"/>
    <p:sldId id="2562" r:id="rId2"/>
    <p:sldId id="2563" r:id="rId3"/>
    <p:sldId id="2564" r:id="rId4"/>
    <p:sldId id="2565" r:id="rId5"/>
  </p:sldIdLst>
  <p:sldSz cx="10160000" cy="7429500" type="custom"/>
  <p:notesSz cx="6858000" cy="9144000"/>
  <p:embeddedFontLst>
</p:embeddedFontLst>
</p:presentation>
</file>

<file path=ppt/_rels/presentation.xml.rels><?xml version="1.0" encoding="UTF-8" standalone="yes"?>
<Relationships xmlns="http://schemas.openxmlformats.org/package/2006/relationships">
<Relationship Id="rIdTh" Type="http://schemas.openxmlformats.org/officeDocument/2006/relationships/theme" Target="theme/theme1.xml"/>
<Relationship Id="rIdSm" Type="http://schemas.openxmlformats.org/officeDocument/2006/relationships/slideMaster" Target="slideMasters/slideMaster1.xml"/>
<Relationship Id="rId1" Type="http://schemas.openxmlformats.org/officeDocument/2006/relationships/slide" Target="slides/slide1.xml"/>
<Relationship Id="rId2" Type="http://schemas.openxmlformats.org/officeDocument/2006/relationships/slide" Target="slides/slide2.xml"/>
<Relationship Id="rId3" Type="http://schemas.openxmlformats.org/officeDocument/2006/relationships/slide" Target="slides/slide3.xml"/>
<Relationship Id="rId4" Type="http://schemas.openxmlformats.org/officeDocument/2006/relationships/slide" Target="slides/slide4.xml"/>
<Relationship Id="rId5" Type="http://schemas.openxmlformats.org/officeDocument/2006/relationships/slide" Target="slides/slide5.xml"/>
</Relationships>

</file>

<file path=ppt/slideLayouts/_rels/slideLayout1.xml.rels><?xml version="1.0" encoding="UTF-8" standalone="yes"?>
<Relationships xmlns="http://schemas.openxmlformats.org/package/2006/relationships">
<Relationship Id="rIdSm" Type="http://schemas.openxmlformats.org/officeDocument/2006/relationships/slideMaster" Target="../slideMasters/slideMaster1.xml"/>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Th" Type="http://schemas.openxmlformats.org/officeDocument/2006/relationships/theme" Target="../theme/theme1.xml"/>
<Relationship Id="rIdSl" Type="http://schemas.openxmlformats.org/officeDocument/2006/relationships/slideLayout" Target="../slideLayouts/slideLayout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Sl"/>
  </p:sldLayoutIdLst>
</p:sldMaster>
</file>

<file path=ppt/slides/_rels/slide1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2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3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4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5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9724085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470044068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2072717583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278203179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766099371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ERP)</a:t>
            </a:r>
          </a:p>
        </p:txBody>
      </p:sp>
      <p:sp>
        <p:nvSpPr>
          <p:cNvPr id="35958669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541404567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414299879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2021983933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601869543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448751370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137288104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321516930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418354350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523904216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br/>
          </a:p>
        </p:txBody>
      </p:sp>
      <p:sp>
        <p:nvSpPr>
          <p:cNvPr id="299896948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10/14</a:t>
            </a:r>
            <a:br/>
            <a:br/>
          </a:p>
        </p:txBody>
      </p:sp>
      <p:sp>
        <p:nvSpPr>
          <p:cNvPr id="1295610415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[TR] 관세/부과금 환급 업로드(ZFIR이자율계산 공휴일 이자계산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제외 로직 추가 (ZFIR1255)7140_U)</a:t>
            </a:r>
          </a:p>
        </p:txBody>
      </p:sp>
      <p:sp>
        <p:nvSpPr>
          <p:cNvPr id="689427906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FI/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CO/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TR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강민경</a:t>
            </a:r>
          </a:p>
        </p:txBody>
      </p:sp>
      <p:sp>
        <p:nvSpPr>
          <p:cNvPr id="1740974300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FI/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CO/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TR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강민경</a:t>
            </a:r>
          </a:p>
        </p:txBody>
      </p:sp>
      <p:sp>
        <p:nvSpPr>
          <p:cNvPr id="1991763936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[FI] 마이그레이션 추가수정(ZFIM9030_M)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[FI] 마케터 영업차량 차량유지비 구간별 지급기준 변경(ZPCR8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000, ZPCR8001)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[FI] CP 회계전표 목록에 구매처명 필드에 세금코드 정보 추가(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LZEAF10F01)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[FI] 수출 체선료 및 미수금 관련 사업부문 추가 요청(Polymer)(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ZFIR9114F)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[TR] 관세/부과금 환급 업로드(ZFIR이자율계산 공휴일 이자계산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제외 로직 추가 (ZFIR1255)7140_U)</a:t>
            </a:r>
          </a:p>
        </p:txBody>
      </p:sp>
      <p:sp>
        <p:nvSpPr>
          <p:cNvPr id="1889098515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10/15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10/16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10/17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10/18</a:t>
            </a:r>
            <a:br/>
            <a:br/>
          </a:p>
        </p:txBody>
      </p:sp>
      <p:sp>
        <p:nvSpPr>
          <p:cNvPr id="1740056839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10/15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10/16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10/17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10/18</a:t>
            </a:r>
            <a:br/>
            <a:br/>
          </a:p>
        </p:txBody>
      </p:sp>
      <p:sp>
        <p:nvSpPr>
          <p:cNvPr id="704282341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10/15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10/16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10/17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10/18</a:t>
            </a:r>
            <a:br/>
            <a:br/>
          </a:p>
        </p:txBody>
      </p:sp>
      <p:sp>
        <p:nvSpPr>
          <p:cNvPr id="1614484701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522571786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73494340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</a:p>
        </p:txBody>
      </p:sp>
      <p:sp>
        <p:nvSpPr>
          <p:cNvPr id="2123768955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10/14</a:t>
            </a:r>
            <a:br/>
          </a:p>
        </p:txBody>
      </p:sp>
      <p:sp>
        <p:nvSpPr>
          <p:cNvPr id="1186155144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신규 발주 생성 시 대금수수계약 체결여부 점검 및 안내기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능 개발요청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HANA 구매 2차 통합테스트</a:t>
            </a:r>
          </a:p>
        </p:txBody>
      </p:sp>
      <p:sp>
        <p:nvSpPr>
          <p:cNvPr id="410880158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MM/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TD/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김원기</a:t>
            </a:r>
          </a:p>
        </p:txBody>
      </p:sp>
      <p:sp>
        <p:nvSpPr>
          <p:cNvPr id="401203098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MM/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TD/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김원기</a:t>
            </a:r>
          </a:p>
        </p:txBody>
      </p:sp>
      <p:sp>
        <p:nvSpPr>
          <p:cNvPr id="1486062816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신규 발주 생성 시 대금수수계약 체결여부 점검 및 안내기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능 개발요청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HANA 구매 2차 통합테스트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기성보고서 작성일자 변경요청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SAP 수입통관 OFFER #100003942 단가 정정 요청</a:t>
            </a:r>
          </a:p>
        </p:txBody>
      </p:sp>
      <p:sp>
        <p:nvSpPr>
          <p:cNvPr id="69755504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10/25</a:t>
            </a:r>
            <a:br/>
          </a:p>
        </p:txBody>
      </p:sp>
      <p:sp>
        <p:nvSpPr>
          <p:cNvPr id="1894064915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60%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10/17</a:t>
            </a:r>
            <a:br/>
          </a:p>
        </p:txBody>
      </p:sp>
      <p:sp>
        <p:nvSpPr>
          <p:cNvPr id="690562970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10/17</a:t>
            </a:r>
            <a:br/>
          </a:p>
        </p:txBody>
      </p:sp>
      <p:sp>
        <p:nvSpPr>
          <p:cNvPr id="1834554075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707122914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9479438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326396163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916352636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847789195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306457633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ERP)</a:t>
            </a:r>
          </a:p>
        </p:txBody>
      </p:sp>
      <p:sp>
        <p:nvSpPr>
          <p:cNvPr id="2102567656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947572400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273352528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907378675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421388495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2004660754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309760764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635430032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387391976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99216698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10/28</a:t>
            </a:r>
            <a:br/>
          </a:p>
        </p:txBody>
      </p:sp>
      <p:sp>
        <p:nvSpPr>
          <p:cNvPr id="590249481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10/22</a:t>
            </a:r>
            <a:br/>
          </a:p>
        </p:txBody>
      </p:sp>
      <p:sp>
        <p:nvSpPr>
          <p:cNvPr id="395598546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시스템 정기 모니터링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시스템 이관 / 변경</a:t>
            </a:r>
          </a:p>
        </p:txBody>
      </p:sp>
      <p:sp>
        <p:nvSpPr>
          <p:cNvPr id="958542249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BC/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박남신</a:t>
            </a:r>
          </a:p>
        </p:txBody>
      </p:sp>
      <p:sp>
        <p:nvSpPr>
          <p:cNvPr id="1944619914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BC/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박남신</a:t>
            </a:r>
          </a:p>
        </p:txBody>
      </p:sp>
      <p:sp>
        <p:nvSpPr>
          <p:cNvPr id="593915336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시스템 정기 모니터링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시스템 이관 /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ERP운영 TCP/IP RFC Destination 정보 확인 및 내용전달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2024년 3분기 계정 유효성 검증 대상서버 확인정리 및 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ERP 및 HCM시스템 DMS서버 정보 및 SNC 관련 파라미터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취합정리 및 전달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고도화 프로젝트 BC관련  업무지원(삼성SDS)</a:t>
            </a:r>
          </a:p>
        </p:txBody>
      </p:sp>
      <p:sp>
        <p:nvSpPr>
          <p:cNvPr id="370270652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10/16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10/17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10/18</a:t>
            </a:r>
            <a:br/>
          </a:p>
        </p:txBody>
      </p:sp>
      <p:sp>
        <p:nvSpPr>
          <p:cNvPr id="1050031534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10/16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10/17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10/18</a:t>
            </a:r>
            <a:br/>
          </a:p>
        </p:txBody>
      </p:sp>
      <p:sp>
        <p:nvSpPr>
          <p:cNvPr id="152395053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10/15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10/16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10/14</a:t>
            </a:r>
            <a:br/>
          </a:p>
        </p:txBody>
      </p:sp>
      <p:sp>
        <p:nvSpPr>
          <p:cNvPr id="420313578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8939382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55592844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10/24</a:t>
            </a:r>
            <a:br/>
          </a:p>
        </p:txBody>
      </p:sp>
      <p:sp>
        <p:nvSpPr>
          <p:cNvPr id="744735091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10/21</a:t>
            </a:r>
            <a:br/>
          </a:p>
        </p:txBody>
      </p:sp>
      <p:sp>
        <p:nvSpPr>
          <p:cNvPr id="1590902588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[계정관리] ERP 계정관리</a:t>
            </a:r>
          </a:p>
        </p:txBody>
      </p:sp>
      <p:sp>
        <p:nvSpPr>
          <p:cNvPr id="497238087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계정관리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서상희</a:t>
            </a:r>
          </a:p>
        </p:txBody>
      </p:sp>
      <p:sp>
        <p:nvSpPr>
          <p:cNvPr id="1916557846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계정관리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서상희</a:t>
            </a:r>
          </a:p>
        </p:txBody>
      </p:sp>
      <p:sp>
        <p:nvSpPr>
          <p:cNvPr id="1088845179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[계정관리] ERP 계정관리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JAVA 공부하기 (스터디 기준): 6장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JAVA 공부하기 (스터디 기준): 7장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JAVA 공부하기 (스터디 기준): 8장</a:t>
            </a:r>
          </a:p>
        </p:txBody>
      </p:sp>
      <p:sp>
        <p:nvSpPr>
          <p:cNvPr id="126584964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10/18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10/23</a:t>
            </a:r>
            <a:br/>
          </a:p>
        </p:txBody>
      </p:sp>
      <p:sp>
        <p:nvSpPr>
          <p:cNvPr id="2969930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80%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10%</a:t>
            </a:r>
            <a:br/>
          </a:p>
        </p:txBody>
      </p:sp>
      <p:sp>
        <p:nvSpPr>
          <p:cNvPr id="282154931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10/18</a:t>
            </a:r>
            <a:br/>
          </a:p>
        </p:txBody>
      </p:sp>
      <p:sp>
        <p:nvSpPr>
          <p:cNvPr id="1676653951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947641902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7691882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212208704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444595322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813103161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373281394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ERP)</a:t>
            </a:r>
          </a:p>
        </p:txBody>
      </p:sp>
      <p:sp>
        <p:nvSpPr>
          <p:cNvPr id="535208671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533700175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419371711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499334366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924419555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413957801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873306748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816604655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273088132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621658961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10/25</a:t>
            </a:r>
            <a:br/>
            <a:br/>
          </a:p>
        </p:txBody>
      </p:sp>
      <p:sp>
        <p:nvSpPr>
          <p:cNvPr id="2097902582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12/14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10/16</a:t>
            </a:r>
            <a:br/>
            <a:br/>
          </a:p>
        </p:txBody>
      </p:sp>
      <p:sp>
        <p:nvSpPr>
          <p:cNvPr id="786162341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자산취득 장기 미정산 누락 방지를 위한 시스템 개선* WBS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요소 약정 관리를 위한 PR생성, 삭제 RFC Function 개발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자재 예약 시 단위 임의 변경 불가 로직 추가* 입력 단위와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자재마스터 단위가 다를 경우 에러 처리</a:t>
            </a:r>
          </a:p>
        </p:txBody>
      </p:sp>
      <p:sp>
        <p:nvSpPr>
          <p:cNvPr id="1799072274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MM/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공장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오승룡</a:t>
            </a:r>
          </a:p>
        </p:txBody>
      </p:sp>
      <p:sp>
        <p:nvSpPr>
          <p:cNvPr id="552074095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MM/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공장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오승룡</a:t>
            </a:r>
          </a:p>
        </p:txBody>
      </p:sp>
      <p:sp>
        <p:nvSpPr>
          <p:cNvPr id="106281030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자산취득 장기 미정산 누락 방지를 위한 시스템 개선* WBS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요소 약정 관리를 위한 PR생성, 삭제 RFC Function 개발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자재 예약 시 단위 임의 변경 불가 로직 추가* 입력 단위와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자재마스터 단위가 다를 경우 에러 처리</a:t>
            </a:r>
          </a:p>
        </p:txBody>
      </p:sp>
      <p:sp>
        <p:nvSpPr>
          <p:cNvPr id="2003479779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10/25</a:t>
            </a:r>
            <a:br/>
            <a:br/>
          </a:p>
        </p:txBody>
      </p:sp>
      <p:sp>
        <p:nvSpPr>
          <p:cNvPr id="1102574374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</a:p>
        </p:txBody>
      </p:sp>
      <p:sp>
        <p:nvSpPr>
          <p:cNvPr id="1578390780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12/14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10/16</a:t>
            </a:r>
            <a:br/>
            <a:br/>
          </a:p>
        </p:txBody>
      </p:sp>
      <p:sp>
        <p:nvSpPr>
          <p:cNvPr id="1973960944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468528402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960199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436029557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644193782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73482947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462507430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ERP)</a:t>
            </a:r>
          </a:p>
        </p:txBody>
      </p:sp>
      <p:sp>
        <p:nvSpPr>
          <p:cNvPr id="244317979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867585259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546353145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296491431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010874931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539380510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554139950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646172870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522942215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276241945" name="Text">
    </p:cNvPr>
          <p:cNvSpPr>
            <a:spLocks noGrp="1"/>
          </p:cNvSpPr>
          <p:nvPr/>
        </p:nvSpPr>
        <p:spPr>
          <a:xfrm rot="0">
            <a:off x="9702800" y="1511300"/>
            <a:ext cx="368300" cy="3035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10/25</a:t>
            </a:r>
            <a:br/>
            <a:br/>
          </a:p>
        </p:txBody>
      </p:sp>
      <p:sp>
        <p:nvSpPr>
          <p:cNvPr id="35926414" name="Text">
    </p:cNvPr>
          <p:cNvSpPr>
            <a:spLocks noGrp="1"/>
          </p:cNvSpPr>
          <p:nvPr/>
        </p:nvSpPr>
        <p:spPr>
          <a:xfrm rot="0">
            <a:off x="9334500" y="1511300"/>
            <a:ext cx="368300" cy="3035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10/21</a:t>
            </a:r>
            <a:br/>
            <a:br/>
          </a:p>
        </p:txBody>
      </p:sp>
      <p:sp>
        <p:nvSpPr>
          <p:cNvPr id="983160044" name="Text">
    </p:cNvPr>
          <p:cNvSpPr>
            <a:spLocks noGrp="1"/>
          </p:cNvSpPr>
          <p:nvPr/>
        </p:nvSpPr>
        <p:spPr>
          <a:xfrm rot="0">
            <a:off x="5930900" y="1511300"/>
            <a:ext cx="3403600" cy="30353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 [ITSM-112248] 생산직평가 시스템 변경- [ITSM-1176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29] 인수인계서 작성(팀원용) 개발</a:t>
            </a:r>
          </a:p>
        </p:txBody>
      </p:sp>
      <p:sp>
        <p:nvSpPr>
          <p:cNvPr id="2127437815" name="Text">
    </p:cNvPr>
          <p:cNvSpPr>
            <a:spLocks noGrp="1"/>
          </p:cNvSpPr>
          <p:nvPr/>
        </p:nvSpPr>
        <p:spPr>
          <a:xfrm rot="0">
            <a:off x="5308600" y="1511300"/>
            <a:ext cx="571500" cy="3035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HR/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Fiori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이상엽</a:t>
            </a:r>
          </a:p>
        </p:txBody>
      </p:sp>
      <p:sp>
        <p:nvSpPr>
          <p:cNvPr id="1037852951" name="Text">
    </p:cNvPr>
          <p:cNvSpPr>
            <a:spLocks noGrp="1"/>
          </p:cNvSpPr>
          <p:nvPr/>
        </p:nvSpPr>
        <p:spPr>
          <a:xfrm rot="0">
            <a:off x="88900" y="1511300"/>
            <a:ext cx="571500" cy="3035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HR/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Fiori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이상엽</a:t>
            </a:r>
          </a:p>
        </p:txBody>
      </p:sp>
      <p:sp>
        <p:nvSpPr>
          <p:cNvPr id="509054819" name="Text">
    </p:cNvPr>
          <p:cNvSpPr>
            <a:spLocks noGrp="1"/>
          </p:cNvSpPr>
          <p:nvPr/>
        </p:nvSpPr>
        <p:spPr>
          <a:xfrm rot="0">
            <a:off x="711200" y="1511300"/>
            <a:ext cx="3403600" cy="30353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 [ITSM-117629] 인수인계서 작성(팀원용) 개발관련 업무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분석 및 설계- 문의대응: 근무편제변경신청 문의, 근무지변경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발령시 근무일정변경 문의, 방문교통비 결재문의 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 [ITSM-117629] 인수인계서 작성(팀원용) 개발 : 리스트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화면 개발(100%)- [ITSM-117959] 해외출장명령서 기간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- [ITSM-117957] 특근명령서 삭제- [ITSM-117956] [SAP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HR]ZHRR1230-발령품의 관리 로직 일부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 SF 프로젝트 지원   . 일자명세 생성로직 제공   . 현부서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근속 및 재직기간 산출로직 제공- erp 통합프로젝트 지원   .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컨텐츠 서버 관련 문의대응- 문의대응: 휴가미신청자 현황화면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문의 대응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 [ITSM-117629] 인수인계서 작성(팀원용) 개발 : 작성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및 수정화면 개발(50%)- [ITSM-118133] 특근확인서(HCM/CP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) 휴게시간 및 특근시간 수정- 문의대응: 부서변경에 관련 출장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비신청 오류 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 급여작업지원: 근무지변경 관련 중식비 생성오류 외- [I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TSM-118104] 고정공제 신청현황의 결제예정자에게 SMS발송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과 이메일 동시 발송 기능 추가</a:t>
            </a:r>
          </a:p>
        </p:txBody>
      </p:sp>
      <p:sp>
        <p:nvSpPr>
          <p:cNvPr id="1780287217" name="Text">
    </p:cNvPr>
          <p:cNvSpPr>
            <a:spLocks noGrp="1"/>
          </p:cNvSpPr>
          <p:nvPr/>
        </p:nvSpPr>
        <p:spPr>
          <a:xfrm rot="0">
            <a:off x="4483100" y="1511300"/>
            <a:ext cx="368300" cy="3035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10/14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10/15</a:t>
            </a:r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10/16</a:t>
            </a:r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10/17</a:t>
            </a:r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10/18</a:t>
            </a:r>
            <a:br/>
            <a:br/>
            <a:br/>
          </a:p>
        </p:txBody>
      </p:sp>
      <p:sp>
        <p:nvSpPr>
          <p:cNvPr id="1679990242" name="Text">
    </p:cNvPr>
          <p:cNvSpPr>
            <a:spLocks noGrp="1"/>
          </p:cNvSpPr>
          <p:nvPr/>
        </p:nvSpPr>
        <p:spPr>
          <a:xfrm rot="0">
            <a:off x="4851400" y="1511300"/>
            <a:ext cx="368300" cy="3035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10/14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10/15</a:t>
            </a:r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10/16</a:t>
            </a:r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10/17</a:t>
            </a:r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10/18</a:t>
            </a:r>
            <a:br/>
            <a:br/>
            <a:br/>
          </a:p>
        </p:txBody>
      </p:sp>
      <p:sp>
        <p:nvSpPr>
          <p:cNvPr id="975740072" name="Text">
    </p:cNvPr>
          <p:cNvSpPr>
            <a:spLocks noGrp="1"/>
          </p:cNvSpPr>
          <p:nvPr/>
        </p:nvSpPr>
        <p:spPr>
          <a:xfrm rot="0">
            <a:off x="4114800" y="1511300"/>
            <a:ext cx="368300" cy="3035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10/14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10/15</a:t>
            </a:r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10/16</a:t>
            </a:r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10/17</a:t>
            </a:r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10/18</a:t>
            </a:r>
            <a:br/>
            <a:br/>
            <a:br/>
          </a:p>
        </p:txBody>
      </p:sp>
      <p:sp>
        <p:nvSpPr>
          <p:cNvPr id="413544473" name="Text">
    </p:cNvPr>
          <p:cNvSpPr>
            <a:spLocks noGrp="1"/>
          </p:cNvSpPr>
          <p:nvPr/>
        </p:nvSpPr>
        <p:spPr>
          <a:xfrm rot="0">
            <a:off x="660400" y="1511300"/>
            <a:ext cx="3454400" cy="3035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437163890" name="Text">
    </p:cNvPr>
          <p:cNvSpPr>
            <a:spLocks noGrp="1"/>
          </p:cNvSpPr>
          <p:nvPr/>
        </p:nvSpPr>
        <p:spPr>
          <a:xfrm rot="0">
            <a:off x="5880100" y="1511300"/>
            <a:ext cx="3454400" cy="3035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0166108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343984254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032786959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406443979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657526473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ERP)</a:t>
            </a:r>
          </a:p>
        </p:txBody>
      </p:sp>
      <p:sp>
        <p:nvSpPr>
          <p:cNvPr id="903930217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888138422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03188885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693016798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454545207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050535911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205896576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360026302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960532444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623389311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</a:p>
        </p:txBody>
      </p:sp>
      <p:sp>
        <p:nvSpPr>
          <p:cNvPr id="76549345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10/01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10/01</a:t>
            </a:r>
            <a:br/>
          </a:p>
        </p:txBody>
      </p:sp>
      <p:sp>
        <p:nvSpPr>
          <p:cNvPr id="1460036455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SAP I/F 테스트 ( HANA )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SAP 사용자 지원 -&gt; TS 데이터 변경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SAP 개발 소스, 프로세스 분석 -&gt; PP , PM , TS </a:t>
            </a:r>
          </a:p>
        </p:txBody>
      </p:sp>
      <p:sp>
        <p:nvSpPr>
          <p:cNvPr id="2042480098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이원주</a:t>
            </a:r>
          </a:p>
        </p:txBody>
      </p:sp>
      <p:sp>
        <p:nvSpPr>
          <p:cNvPr id="497185656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이원주</a:t>
            </a:r>
          </a:p>
        </p:txBody>
      </p:sp>
      <p:sp>
        <p:nvSpPr>
          <p:cNvPr id="433165097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SAP I/F 테스트 ( HANA )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SAP TS 사용자 지원 ( SR )-&gt; 데이터 변경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SAP 개발 소스, 프로세스 분석 -&gt; PP , PM , TS </a:t>
            </a:r>
          </a:p>
        </p:txBody>
      </p:sp>
      <p:sp>
        <p:nvSpPr>
          <p:cNvPr id="2108216879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10/18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</a:p>
        </p:txBody>
      </p:sp>
      <p:sp>
        <p:nvSpPr>
          <p:cNvPr id="1781374637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[보류]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10/18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11%</a:t>
            </a:r>
            <a:br/>
          </a:p>
        </p:txBody>
      </p:sp>
      <p:sp>
        <p:nvSpPr>
          <p:cNvPr id="1687820579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10/02</a:t>
            </a:r>
            <a:br/>
          </a:p>
        </p:txBody>
      </p:sp>
      <p:sp>
        <p:nvSpPr>
          <p:cNvPr id="1900516930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248145387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287325948" name="Text">
    </p:cNvPr>
          <p:cNvSpPr>
            <a:spLocks noGrp="1"/>
          </p:cNvSpPr>
          <p:nvPr/>
        </p:nvSpPr>
        <p:spPr>
          <a:xfrm rot="0">
            <a:off x="9702800" y="3771900"/>
            <a:ext cx="3683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br/>
          </a:p>
        </p:txBody>
      </p:sp>
      <p:sp>
        <p:nvSpPr>
          <p:cNvPr id="2027705161" name="Text">
    </p:cNvPr>
          <p:cNvSpPr>
            <a:spLocks noGrp="1"/>
          </p:cNvSpPr>
          <p:nvPr/>
        </p:nvSpPr>
        <p:spPr>
          <a:xfrm rot="0">
            <a:off x="9334500" y="3771900"/>
            <a:ext cx="3683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06/24</a:t>
            </a:r>
            <a:br/>
            <a:br/>
          </a:p>
        </p:txBody>
      </p:sp>
      <p:sp>
        <p:nvSpPr>
          <p:cNvPr id="895758230" name="Text">
    </p:cNvPr>
          <p:cNvSpPr>
            <a:spLocks noGrp="1"/>
          </p:cNvSpPr>
          <p:nvPr/>
        </p:nvSpPr>
        <p:spPr>
          <a:xfrm rot="0">
            <a:off x="5930900" y="3771900"/>
            <a:ext cx="3403600" cy="24257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ITSM-112075자영대리점 거래처 관리업무 간소화 추진(2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차)</a:t>
            </a:r>
          </a:p>
        </p:txBody>
      </p:sp>
      <p:sp>
        <p:nvSpPr>
          <p:cNvPr id="1444758694" name="Text">
    </p:cNvPr>
          <p:cNvSpPr>
            <a:spLocks noGrp="1"/>
          </p:cNvSpPr>
          <p:nvPr/>
        </p:nvSpPr>
        <p:spPr>
          <a:xfrm rot="0">
            <a:off x="5308600" y="3771900"/>
            <a:ext cx="5715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TD/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SD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최진우</a:t>
            </a:r>
          </a:p>
        </p:txBody>
      </p:sp>
      <p:sp>
        <p:nvSpPr>
          <p:cNvPr id="1114987121" name="Text">
    </p:cNvPr>
          <p:cNvSpPr>
            <a:spLocks noGrp="1"/>
          </p:cNvSpPr>
          <p:nvPr/>
        </p:nvSpPr>
        <p:spPr>
          <a:xfrm rot="0">
            <a:off x="88900" y="3771900"/>
            <a:ext cx="5715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TD/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SD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최진우</a:t>
            </a:r>
          </a:p>
        </p:txBody>
      </p:sp>
      <p:sp>
        <p:nvSpPr>
          <p:cNvPr id="1487478637" name="Text">
    </p:cNvPr>
          <p:cNvSpPr>
            <a:spLocks noGrp="1"/>
          </p:cNvSpPr>
          <p:nvPr/>
        </p:nvSpPr>
        <p:spPr>
          <a:xfrm rot="0">
            <a:off x="711200" y="3771900"/>
            <a:ext cx="3403600" cy="24257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ITSM-111438 포뮬라 계산식 보완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ITSM-112075자영대리점 거래처 관리업무 간소화 추진(2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차)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ITSM-115143ERP Upgrade 프로젝트 소스 수정사항 반영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ITSM-115036PP 인보이스 출력 관련 기능 추가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[TD] ITSM-113242자가수송 최적출하지 우선순위 프로그램 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ITSM-116317[ERP Upgrade] 수송비 분석 리포트 개발을 위한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ERP 데이터 적재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ITSM-117162할인할증 신규 ERP CODE(zpsdr9050, zp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sdr9055) 관련, 할인할증 입력 기준 확대 및 코드 권한 부여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ITSM-116842한라석유 농가 거래처 주민등록번호 삭제 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[TD] ITSM-117911ERP 양하지 이벤트 기본 그룹변경 요청</a:t>
            </a:r>
          </a:p>
        </p:txBody>
      </p:sp>
      <p:sp>
        <p:nvSpPr>
          <p:cNvPr id="1285919601" name="Text">
    </p:cNvPr>
          <p:cNvSpPr>
            <a:spLocks noGrp="1"/>
          </p:cNvSpPr>
          <p:nvPr/>
        </p:nvSpPr>
        <p:spPr>
          <a:xfrm rot="0">
            <a:off x="4483100" y="3771900"/>
            <a:ext cx="3683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</a:p>
        </p:txBody>
      </p:sp>
      <p:sp>
        <p:nvSpPr>
          <p:cNvPr id="1881265719" name="Text">
    </p:cNvPr>
          <p:cNvSpPr>
            <a:spLocks noGrp="1"/>
          </p:cNvSpPr>
          <p:nvPr/>
        </p:nvSpPr>
        <p:spPr>
          <a:xfrm rot="0">
            <a:off x="4851400" y="3771900"/>
            <a:ext cx="3683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70%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80%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80%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70%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10/14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10/14</a:t>
            </a:r>
            <a:br/>
          </a:p>
        </p:txBody>
      </p:sp>
      <p:sp>
        <p:nvSpPr>
          <p:cNvPr id="418364560" name="Text">
    </p:cNvPr>
          <p:cNvSpPr>
            <a:spLocks noGrp="1"/>
          </p:cNvSpPr>
          <p:nvPr/>
        </p:nvSpPr>
        <p:spPr>
          <a:xfrm rot="0">
            <a:off x="4114800" y="3771900"/>
            <a:ext cx="3683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05/17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08/06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08/06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09/04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09/26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10/10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10/14</a:t>
            </a:r>
            <a:br/>
          </a:p>
        </p:txBody>
      </p:sp>
      <p:sp>
        <p:nvSpPr>
          <p:cNvPr id="145590935" name="Text">
    </p:cNvPr>
          <p:cNvSpPr>
            <a:spLocks noGrp="1"/>
          </p:cNvSpPr>
          <p:nvPr/>
        </p:nvSpPr>
        <p:spPr>
          <a:xfrm rot="0">
            <a:off x="660400" y="3771900"/>
            <a:ext cx="34544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760804584" name="Text">
    </p:cNvPr>
          <p:cNvSpPr>
            <a:spLocks noGrp="1"/>
          </p:cNvSpPr>
          <p:nvPr/>
        </p:nvSpPr>
        <p:spPr>
          <a:xfrm rot="0">
            <a:off x="5880100" y="3771900"/>
            <a:ext cx="34544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BF0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>
  <Application>JasperReports Library version 6.20.0-2bc7ab61c56f459e8176eb05c7705e145cd400ad</Application>
</Properties>
</file>

<file path=docProps/core.xml><?xml version="1.0" encoding="utf-8"?>
<coreProperties xmlns="http://schemas.openxmlformats.org/package/2006/metadata/core-properties" xmlns:cp="http://schemas.openxmlformats.org/package/2006/metadata/core-properties" xmlns:dc="http://purl.org/dc/elements/1.1/" xmlns:dcterms="http://purl.org/dc/terms/" xmlns:xsi="http://www.w3.org/2001/XMLSchema-instance">
</coreProperties>
</file>