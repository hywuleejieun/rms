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tiff" ContentType="image/tiff"/>
  <Default Extension="rels" ContentType="application/vnd.openxmlformats-package.relationships+xml"/>
  <Default Extension="xml" ContentType="application/xml"/>
  <Default Extension="ttf" ContentType="application/x-font-ttf"/>
  <Default Extension="otf" ContentType="application/x-font-ttf"/>
  <Default Extension="eot" ContentType="application/x-fontdata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entation.xml" ContentType="application/vnd.openxmlformats-officedocument.presentationml.presentation.main+xml"/>
  <Override PartName="/docProps/app.xml" ContentType="application/vnd.openxmlformats-officedocument.extended-properties+xml"/>
  <Override PartName="/docProps/core.xml" ContentType="application/vnd.openxmlformats-package.core-properties+xml"/>
  <Override PartName="/ppt/slides/slide1.xml" ContentType="application/vnd.openxmlformats-officedocument.presentationml.slide+xml"/>
</Types>
</file>

<file path=_rels/.rels><?xml version="1.0" encoding="UTF-8" standalone="yes"?>
<Relationships xmlns="http://schemas.openxmlformats.org/package/2006/relationships">
<Relationship Id="rId1" Type="http://schemas.openxmlformats.org/officeDocument/2006/relationships/officeDocument" Target="ppt/presentation.xml"/>
<Relationship Id="rId2" Type="http://schemas.openxmlformats.org/officeDocument/2006/relationships/extended-properties" Target="docProps/app.xml"/>
<Relationship Id="rId3" Type="http://schemas.openxmlformats.org/package/2006/relationships/metadata/core-properties" Target="docProps/core.xml"/>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Sm"/>
  </p:sldMasterIdLst>
  <p:sldIdLst>
    <p:sldId id="2561" r:id="rId1"/>
  </p:sldIdLst>
  <p:sldSz cx="9906000" cy="7556500" type="custom"/>
  <p:notesSz cx="6858000" cy="9144000"/>
  <p:embeddedFontLst>
</p:embeddedFontLst>
</p:presentation>
</file>

<file path=ppt/_rels/presentation.xml.rels><?xml version="1.0" encoding="UTF-8" standalone="yes"?>
<Relationships xmlns="http://schemas.openxmlformats.org/package/2006/relationships">
<Relationship Id="rIdTh" Type="http://schemas.openxmlformats.org/officeDocument/2006/relationships/theme" Target="theme/theme1.xml"/>
<Relationship Id="rIdSm" Type="http://schemas.openxmlformats.org/officeDocument/2006/relationships/slideMaster" Target="slideMasters/slideMaster1.xml"/>
<Relationship Id="rId1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
<Relationship Id="rIdSm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Th" Type="http://schemas.openxmlformats.org/officeDocument/2006/relationships/theme" Target="../theme/theme1.xml"/>
<Relationship Id="rIdSl" Type="http://schemas.openxmlformats.org/officeDocument/2006/relationships/slideLayout" Target="../slideLayouts/slideLayout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Sl"/>
  </p:sldLayoutIdLst>
</p:sldMaster>
</file>

<file path=ppt/slides/_rels/slide1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9738346" name="Text">
    </p:cNvPr>
          <p:cNvSpPr>
            <a:spLocks noGrp="1"/>
          </p:cNvSpPr>
          <p:nvPr/>
        </p:nvSpPr>
        <p:spPr>
          <a:xfrm rot="0">
            <a:off x="8674100" y="76200"/>
            <a:ext cx="762000" cy="508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8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80">
                <a:latin typeface="맑은 고딕"/>
                <a:ea typeface="맑은 고딕"/>
                <a:cs typeface="맑은 고딕"/>
              </a:rPr>
              <a:t>: 완료</a:t>
            </a:r>
            <a:br/>
            <a:r>
              <a:rPr lang="ko" sz="980">
                <a:latin typeface="맑은 고딕"/>
                <a:ea typeface="맑은 고딕"/>
                <a:cs typeface="맑은 고딕"/>
              </a:rPr>
              <a:t>:진행중</a:t>
            </a:r>
            <a:br/>
            <a:r>
              <a:rPr lang="ko" sz="980">
                <a:latin typeface="맑은 고딕"/>
                <a:ea typeface="맑은 고딕"/>
                <a:cs typeface="맑은 고딕"/>
              </a:rPr>
              <a:t>:미완료(문제)</a:t>
            </a:r>
          </a:p>
        </p:txBody>
      </p:sp>
      <p:sp>
        <p:nvSpPr>
          <p:cNvPr id="401615180" name="Rectangle"/>
          <p:cNvSpPr>
            <a:spLocks noGrp="1"/>
          </p:cNvSpPr>
          <p:nvPr/>
        </p:nvSpPr>
        <p:spPr>
          <a:xfrm>
            <a:off x="8420100" y="50800"/>
            <a:ext cx="254000" cy="139700"/>
          </a:xfrm>
          <a:prstGeom prst="rect">
            <a:avLst/>
          </a:prstGeom>
          <a:solidFill>
            <a:srgbClr val="00FF00"/>
          </a:solidFill>
          <a:ln w="1270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19007755" name="Rectangle"/>
          <p:cNvSpPr>
            <a:spLocks noGrp="1"/>
          </p:cNvSpPr>
          <p:nvPr/>
        </p:nvSpPr>
        <p:spPr>
          <a:xfrm>
            <a:off x="8420100" y="228600"/>
            <a:ext cx="254000" cy="139700"/>
          </a:xfrm>
          <a:prstGeom prst="rect">
            <a:avLst/>
          </a:prstGeom>
          <a:solidFill>
            <a:srgbClr val="FFFF00"/>
          </a:solidFill>
          <a:ln w="1270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57115383" name="Rectangle"/>
          <p:cNvSpPr>
            <a:spLocks noGrp="1"/>
          </p:cNvSpPr>
          <p:nvPr/>
        </p:nvSpPr>
        <p:spPr>
          <a:xfrm>
            <a:off x="8420100" y="406400"/>
            <a:ext cx="254000" cy="139700"/>
          </a:xfrm>
          <a:prstGeom prst="rect">
            <a:avLst/>
          </a:prstGeom>
          <a:solidFill>
            <a:srgbClr val="FF0000"/>
          </a:solidFill>
          <a:ln w="1270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32689735" name="Text">
    </p:cNvPr>
          <p:cNvSpPr>
            <a:spLocks noGrp="1"/>
          </p:cNvSpPr>
          <p:nvPr/>
        </p:nvSpPr>
        <p:spPr>
          <a:xfrm rot="0">
            <a:off x="127000" y="190500"/>
            <a:ext cx="5181600" cy="381000"/>
          </a:xfrm>
          <a:prstGeom prst="rect">
            <a:avLst/>
          </a:prstGeom>
        </p:spPr>
        <p:txBody>
          <a:bodyPr wrap="square" lIns="0" tIns="0" rIns="0" bIns="0" rtlCol="0" anchor="b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2. Summary - ①Baynex</a:t>
            </a:r>
          </a:p>
        </p:txBody>
      </p:sp>
      <p:sp>
        <p:nvSpPr>
          <p:cNvPr id="1599447149" name="Text">
    </p:cNvPr>
          <p:cNvSpPr>
            <a:spLocks noGrp="1"/>
          </p:cNvSpPr>
          <p:nvPr/>
        </p:nvSpPr>
        <p:spPr>
          <a:xfrm rot="0">
            <a:off x="190500" y="749300"/>
            <a:ext cx="2108200" cy="2159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43672672" name="Text">
    </p:cNvPr>
          <p:cNvSpPr>
            <a:spLocks noGrp="1"/>
          </p:cNvSpPr>
          <p:nvPr/>
        </p:nvSpPr>
        <p:spPr>
          <a:xfrm rot="0">
            <a:off x="165100" y="723900"/>
            <a:ext cx="2108200" cy="2159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 금주 업무 실적</a:t>
            </a:r>
          </a:p>
        </p:txBody>
      </p:sp>
      <p:sp>
        <p:nvSpPr>
          <p:cNvPr id="703663500" name="Text">
    </p:cNvPr>
          <p:cNvSpPr>
            <a:spLocks noGrp="1"/>
          </p:cNvSpPr>
          <p:nvPr/>
        </p:nvSpPr>
        <p:spPr>
          <a:xfrm rot="0">
            <a:off x="152400" y="977900"/>
            <a:ext cx="7366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718913943" name="Text">
    </p:cNvPr>
          <p:cNvSpPr>
            <a:spLocks noGrp="1"/>
          </p:cNvSpPr>
          <p:nvPr/>
        </p:nvSpPr>
        <p:spPr>
          <a:xfrm rot="0">
            <a:off x="889000" y="977900"/>
            <a:ext cx="46482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492994665" name="Text">
    </p:cNvPr>
          <p:cNvSpPr>
            <a:spLocks noGrp="1"/>
          </p:cNvSpPr>
          <p:nvPr/>
        </p:nvSpPr>
        <p:spPr>
          <a:xfrm rot="0">
            <a:off x="6108700" y="977900"/>
            <a:ext cx="7620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진행율</a:t>
            </a:r>
          </a:p>
        </p:txBody>
      </p:sp>
      <p:sp>
        <p:nvSpPr>
          <p:cNvPr id="1389145939" name="Text">
    </p:cNvPr>
          <p:cNvSpPr>
            <a:spLocks noGrp="1"/>
          </p:cNvSpPr>
          <p:nvPr/>
        </p:nvSpPr>
        <p:spPr>
          <a:xfrm rot="0">
            <a:off x="6870700" y="977900"/>
            <a:ext cx="2540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상</a:t>
            </a:r>
            <a:br/>
            <a:r>
              <a:rPr lang="ko" sz="1000">
                <a:latin typeface="맑은 고딕"/>
                <a:ea typeface="맑은 고딕"/>
                <a:cs typeface="맑은 고딕"/>
              </a:rPr>
              <a:t>태</a:t>
            </a:r>
          </a:p>
        </p:txBody>
      </p:sp>
      <p:sp>
        <p:nvSpPr>
          <p:cNvPr id="1945130475" name="Text">
    </p:cNvPr>
          <p:cNvSpPr>
            <a:spLocks noGrp="1"/>
          </p:cNvSpPr>
          <p:nvPr/>
        </p:nvSpPr>
        <p:spPr>
          <a:xfrm rot="0">
            <a:off x="7124700" y="977900"/>
            <a:ext cx="26543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비고</a:t>
            </a:r>
          </a:p>
        </p:txBody>
      </p:sp>
      <p:sp>
        <p:nvSpPr>
          <p:cNvPr id="390195067" name="Text">
    </p:cNvPr>
          <p:cNvSpPr>
            <a:spLocks noGrp="1"/>
          </p:cNvSpPr>
          <p:nvPr/>
        </p:nvSpPr>
        <p:spPr>
          <a:xfrm rot="0">
            <a:off x="5537200" y="977900"/>
            <a:ext cx="5715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635263480" name="Frame"/>
          <p:cNvSpPr>
            <a:spLocks noGrp="1"/>
          </p:cNvSpPr>
          <p:nvPr/>
        </p:nvSpPr>
        <p:spPr>
          <a:xfrm>
            <a:off x="25400" y="5092700"/>
            <a:ext cx="9855200" cy="11430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308071463" name="Text">
    </p:cNvPr>
          <p:cNvSpPr>
            <a:spLocks noGrp="1"/>
          </p:cNvSpPr>
          <p:nvPr/>
        </p:nvSpPr>
        <p:spPr>
          <a:xfrm rot="0">
            <a:off x="152400" y="5118100"/>
            <a:ext cx="2476500" cy="228600"/>
          </a:xfrm>
          <a:prstGeom prst="rect">
            <a:avLst/>
          </a:prstGeom>
          <a:solidFill>
            <a:srgbClr val="CCFFCC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ERP 디버깅 권한신청 처리현황</a:t>
            </a:r>
          </a:p>
        </p:txBody>
      </p:sp>
      <p:sp>
        <p:nvSpPr>
          <p:cNvPr id="1668451466" name="Text">
    </p:cNvPr>
          <p:cNvSpPr>
            <a:spLocks noGrp="1"/>
          </p:cNvSpPr>
          <p:nvPr/>
        </p:nvSpPr>
        <p:spPr>
          <a:xfrm rot="0">
            <a:off x="6451600" y="5651500"/>
            <a:ext cx="1651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73089440" name="Text">
    </p:cNvPr>
          <p:cNvSpPr>
            <a:spLocks noGrp="1"/>
          </p:cNvSpPr>
          <p:nvPr/>
        </p:nvSpPr>
        <p:spPr>
          <a:xfrm rot="0">
            <a:off x="2057400" y="5651500"/>
            <a:ext cx="43942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85871027" name="Text">
    </p:cNvPr>
          <p:cNvSpPr>
            <a:spLocks noGrp="1"/>
          </p:cNvSpPr>
          <p:nvPr/>
        </p:nvSpPr>
        <p:spPr>
          <a:xfrm rot="0">
            <a:off x="101600" y="5651500"/>
            <a:ext cx="1143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082433273" name="Text">
    </p:cNvPr>
          <p:cNvSpPr>
            <a:spLocks noGrp="1"/>
          </p:cNvSpPr>
          <p:nvPr/>
        </p:nvSpPr>
        <p:spPr>
          <a:xfrm rot="0">
            <a:off x="101600" y="5410200"/>
            <a:ext cx="11430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Date</a:t>
            </a:r>
          </a:p>
        </p:txBody>
      </p:sp>
      <p:sp>
        <p:nvSpPr>
          <p:cNvPr id="937778367" name="Text">
    </p:cNvPr>
          <p:cNvSpPr>
            <a:spLocks noGrp="1"/>
          </p:cNvSpPr>
          <p:nvPr/>
        </p:nvSpPr>
        <p:spPr>
          <a:xfrm rot="0">
            <a:off x="2057400" y="5410200"/>
            <a:ext cx="43942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Text (변경값)</a:t>
            </a:r>
          </a:p>
        </p:txBody>
      </p:sp>
      <p:sp>
        <p:nvSpPr>
          <p:cNvPr id="1243984438" name="Text">
    </p:cNvPr>
          <p:cNvSpPr>
            <a:spLocks noGrp="1"/>
          </p:cNvSpPr>
          <p:nvPr/>
        </p:nvSpPr>
        <p:spPr>
          <a:xfrm rot="0">
            <a:off x="6451600" y="5410200"/>
            <a:ext cx="16510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 권한신청서번호</a:t>
            </a:r>
          </a:p>
        </p:txBody>
      </p:sp>
      <p:sp>
        <p:nvSpPr>
          <p:cNvPr id="339419656" name="Text">
    </p:cNvPr>
          <p:cNvSpPr>
            <a:spLocks noGrp="1"/>
          </p:cNvSpPr>
          <p:nvPr/>
        </p:nvSpPr>
        <p:spPr>
          <a:xfrm rot="0">
            <a:off x="101600" y="5943600"/>
            <a:ext cx="1143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81937184" name="Text">
    </p:cNvPr>
          <p:cNvSpPr>
            <a:spLocks noGrp="1"/>
          </p:cNvSpPr>
          <p:nvPr/>
        </p:nvSpPr>
        <p:spPr>
          <a:xfrm rot="0">
            <a:off x="6451600" y="5943600"/>
            <a:ext cx="1651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31972670" name="Text">
    </p:cNvPr>
          <p:cNvSpPr>
            <a:spLocks noGrp="1"/>
          </p:cNvSpPr>
          <p:nvPr/>
        </p:nvSpPr>
        <p:spPr>
          <a:xfrm rot="0">
            <a:off x="2057400" y="5943600"/>
            <a:ext cx="43942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4195884" name="Text">
    </p:cNvPr>
          <p:cNvSpPr>
            <a:spLocks noGrp="1"/>
          </p:cNvSpPr>
          <p:nvPr/>
        </p:nvSpPr>
        <p:spPr>
          <a:xfrm rot="0">
            <a:off x="1244600" y="5943600"/>
            <a:ext cx="812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91464074" name="Text">
    </p:cNvPr>
          <p:cNvSpPr>
            <a:spLocks noGrp="1"/>
          </p:cNvSpPr>
          <p:nvPr/>
        </p:nvSpPr>
        <p:spPr>
          <a:xfrm rot="0">
            <a:off x="1244600" y="5651500"/>
            <a:ext cx="812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460786271" name="Text">
    </p:cNvPr>
          <p:cNvSpPr>
            <a:spLocks noGrp="1"/>
          </p:cNvSpPr>
          <p:nvPr/>
        </p:nvSpPr>
        <p:spPr>
          <a:xfrm rot="0">
            <a:off x="1244600" y="5410200"/>
            <a:ext cx="8128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User</a:t>
            </a:r>
          </a:p>
        </p:txBody>
      </p:sp>
      <p:sp>
        <p:nvSpPr>
          <p:cNvPr id="926538204" name="Text">
    </p:cNvPr>
          <p:cNvSpPr>
            <a:spLocks noGrp="1"/>
          </p:cNvSpPr>
          <p:nvPr/>
        </p:nvSpPr>
        <p:spPr>
          <a:xfrm rot="0">
            <a:off x="8102600" y="5943600"/>
            <a:ext cx="1701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61588979" name="Text">
    </p:cNvPr>
          <p:cNvSpPr>
            <a:spLocks noGrp="1"/>
          </p:cNvSpPr>
          <p:nvPr/>
        </p:nvSpPr>
        <p:spPr>
          <a:xfrm rot="0">
            <a:off x="8102600" y="5410200"/>
            <a:ext cx="17018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구분(일반/긴급)</a:t>
            </a:r>
          </a:p>
        </p:txBody>
      </p:sp>
      <p:sp>
        <p:nvSpPr>
          <p:cNvPr id="1214350793" name="Text">
    </p:cNvPr>
          <p:cNvSpPr>
            <a:spLocks noGrp="1"/>
          </p:cNvSpPr>
          <p:nvPr/>
        </p:nvSpPr>
        <p:spPr>
          <a:xfrm rot="0">
            <a:off x="8102600" y="5651500"/>
            <a:ext cx="1701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94323126" name="Frame"/>
          <p:cNvSpPr>
            <a:spLocks noGrp="1"/>
          </p:cNvSpPr>
          <p:nvPr/>
        </p:nvSpPr>
        <p:spPr>
          <a:xfrm>
            <a:off x="101600" y="2832100"/>
            <a:ext cx="9779000" cy="20955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1745215330" name="Text">
    </p:cNvPr>
          <p:cNvSpPr>
            <a:spLocks noGrp="1"/>
          </p:cNvSpPr>
          <p:nvPr/>
        </p:nvSpPr>
        <p:spPr>
          <a:xfrm rot="0">
            <a:off x="165100" y="2895600"/>
            <a:ext cx="2108200" cy="2159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653388773" name="Text">
    </p:cNvPr>
          <p:cNvSpPr>
            <a:spLocks noGrp="1"/>
          </p:cNvSpPr>
          <p:nvPr/>
        </p:nvSpPr>
        <p:spPr>
          <a:xfrm rot="0">
            <a:off x="152400" y="2857500"/>
            <a:ext cx="2095500" cy="228600"/>
          </a:xfrm>
          <a:prstGeom prst="rect">
            <a:avLst/>
          </a:prstGeom>
          <a:solidFill>
            <a:srgbClr val="FF9900"/>
          </a:solidFill>
        </p:spPr>
        <p:txBody>
          <a:bodyPr wrap="square" lIns="0" tIns="0" rIns="0" bIns="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 차주 업무 계획</a:t>
            </a:r>
          </a:p>
        </p:txBody>
      </p:sp>
      <p:sp>
        <p:nvSpPr>
          <p:cNvPr id="638008240" name="Text">
    </p:cNvPr>
          <p:cNvSpPr>
            <a:spLocks noGrp="1"/>
          </p:cNvSpPr>
          <p:nvPr/>
        </p:nvSpPr>
        <p:spPr>
          <a:xfrm rot="0">
            <a:off x="165100" y="3111500"/>
            <a:ext cx="7366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1868040821" name="Text">
    </p:cNvPr>
          <p:cNvSpPr>
            <a:spLocks noGrp="1"/>
          </p:cNvSpPr>
          <p:nvPr/>
        </p:nvSpPr>
        <p:spPr>
          <a:xfrm rot="0">
            <a:off x="901700" y="3111500"/>
            <a:ext cx="46482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694171187" name="Text">
    </p:cNvPr>
          <p:cNvSpPr>
            <a:spLocks noGrp="1"/>
          </p:cNvSpPr>
          <p:nvPr/>
        </p:nvSpPr>
        <p:spPr>
          <a:xfrm rot="0">
            <a:off x="5549900" y="3111500"/>
            <a:ext cx="5715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완료예정</a:t>
            </a:r>
          </a:p>
        </p:txBody>
      </p:sp>
      <p:sp>
        <p:nvSpPr>
          <p:cNvPr id="776248679" name="Text">
    </p:cNvPr>
          <p:cNvSpPr>
            <a:spLocks noGrp="1"/>
          </p:cNvSpPr>
          <p:nvPr/>
        </p:nvSpPr>
        <p:spPr>
          <a:xfrm rot="0">
            <a:off x="6121400" y="3111500"/>
            <a:ext cx="36449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비고</a:t>
            </a:r>
          </a:p>
        </p:txBody>
      </p:sp>
      <p:sp>
        <p:nvSpPr>
          <p:cNvPr id="822208932" name="Frame"/>
          <p:cNvSpPr>
            <a:spLocks noGrp="1"/>
          </p:cNvSpPr>
          <p:nvPr/>
        </p:nvSpPr>
        <p:spPr>
          <a:xfrm>
            <a:off x="165100" y="4305300"/>
            <a:ext cx="9664700" cy="6223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514147923" name="Text">
    </p:cNvPr>
          <p:cNvSpPr>
            <a:spLocks noGrp="1"/>
          </p:cNvSpPr>
          <p:nvPr/>
        </p:nvSpPr>
        <p:spPr>
          <a:xfrm rot="0">
            <a:off x="165100" y="4279900"/>
            <a:ext cx="7366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WEB</a:t>
            </a:r>
          </a:p>
        </p:txBody>
      </p:sp>
      <p:sp>
        <p:nvSpPr>
          <p:cNvPr id="920398362" name="Text">
    </p:cNvPr>
          <p:cNvSpPr>
            <a:spLocks noGrp="1"/>
          </p:cNvSpPr>
          <p:nvPr/>
        </p:nvSpPr>
        <p:spPr>
          <a:xfrm rot="0">
            <a:off x="965200" y="4330700"/>
            <a:ext cx="45847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[PRM] 자영대리점 거래처 관리업무 간소화 추진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[E-Approval] 전자결재 양식 신설(PC사용제한 해제 신청)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[SAP DS Upgrade] EWS, GCMS 지원 (To-be ERP 스텐다드 테이블 변경 건)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[EAI] [승강기연동] REUTERS국제가 연동 서버 변경에 따른 인터페이스 수정</a:t>
            </a:r>
          </a:p>
        </p:txBody>
      </p:sp>
      <p:sp>
        <p:nvSpPr>
          <p:cNvPr id="1022961155" name="Text">
    </p:cNvPr>
          <p:cNvSpPr>
            <a:spLocks noGrp="1"/>
          </p:cNvSpPr>
          <p:nvPr/>
        </p:nvSpPr>
        <p:spPr>
          <a:xfrm rot="0">
            <a:off x="7239000" y="4330700"/>
            <a:ext cx="25527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42710257" name="Text">
    </p:cNvPr>
          <p:cNvSpPr>
            <a:spLocks noGrp="1"/>
          </p:cNvSpPr>
          <p:nvPr/>
        </p:nvSpPr>
        <p:spPr>
          <a:xfrm rot="0">
            <a:off x="5549900" y="4330700"/>
            <a:ext cx="5715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</a:p>
        </p:txBody>
      </p:sp>
      <p:sp>
        <p:nvSpPr>
          <p:cNvPr id="917040429" name="Text">
    </p:cNvPr>
          <p:cNvSpPr>
            <a:spLocks noGrp="1"/>
          </p:cNvSpPr>
          <p:nvPr/>
        </p:nvSpPr>
        <p:spPr>
          <a:xfrm rot="0">
            <a:off x="901700" y="4279900"/>
            <a:ext cx="46482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43355416" name="Text">
    </p:cNvPr>
          <p:cNvSpPr>
            <a:spLocks noGrp="1"/>
          </p:cNvSpPr>
          <p:nvPr/>
        </p:nvSpPr>
        <p:spPr>
          <a:xfrm rot="0">
            <a:off x="6121400" y="4279900"/>
            <a:ext cx="36449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40751899" name="Text">
    </p:cNvPr>
          <p:cNvSpPr>
            <a:spLocks noGrp="1"/>
          </p:cNvSpPr>
          <p:nvPr/>
        </p:nvSpPr>
        <p:spPr>
          <a:xfrm rot="0">
            <a:off x="5549900" y="4279900"/>
            <a:ext cx="5715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270641759" name="Frame"/>
          <p:cNvSpPr>
            <a:spLocks noGrp="1"/>
          </p:cNvSpPr>
          <p:nvPr/>
        </p:nvSpPr>
        <p:spPr>
          <a:xfrm>
            <a:off x="165100" y="3454400"/>
            <a:ext cx="9639300" cy="8255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973879680" name="Text">
    </p:cNvPr>
          <p:cNvSpPr>
            <a:spLocks noGrp="1"/>
          </p:cNvSpPr>
          <p:nvPr/>
        </p:nvSpPr>
        <p:spPr>
          <a:xfrm rot="0">
            <a:off x="165100" y="3454400"/>
            <a:ext cx="736600" cy="825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</a:t>
            </a:r>
          </a:p>
        </p:txBody>
      </p:sp>
      <p:sp>
        <p:nvSpPr>
          <p:cNvPr id="1198160004" name="Text">
    </p:cNvPr>
          <p:cNvSpPr>
            <a:spLocks noGrp="1"/>
          </p:cNvSpPr>
          <p:nvPr/>
        </p:nvSpPr>
        <p:spPr>
          <a:xfrm rot="0">
            <a:off x="965200" y="3530600"/>
            <a:ext cx="4584700" cy="749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[FI] 전자결재 화면 중 전표 목록에 세금코드 추가(ZEAM8000, ZEAM8010)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신규 발주 생성 시 대금수수계약 체결여부 점검 및 안내기능 개발요청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자산취득 장기 미정산 누락 방지를 위한 시스템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*WBS요소 약정 관리를 위한 PR생성, 삭제 RFC Function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[SD] ITSM-112075 자영대리점 거래처 관리업무 간소화 추진(2차)</a:t>
            </a:r>
          </a:p>
        </p:txBody>
      </p:sp>
      <p:sp>
        <p:nvSpPr>
          <p:cNvPr id="679092700" name="Text">
    </p:cNvPr>
          <p:cNvSpPr>
            <a:spLocks noGrp="1"/>
          </p:cNvSpPr>
          <p:nvPr/>
        </p:nvSpPr>
        <p:spPr>
          <a:xfrm rot="0">
            <a:off x="7239000" y="3530600"/>
            <a:ext cx="2552700" cy="749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13411840" name="Text">
    </p:cNvPr>
          <p:cNvSpPr>
            <a:spLocks noGrp="1"/>
          </p:cNvSpPr>
          <p:nvPr/>
        </p:nvSpPr>
        <p:spPr>
          <a:xfrm rot="0">
            <a:off x="5549900" y="3530600"/>
            <a:ext cx="571500" cy="749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</a:p>
        </p:txBody>
      </p:sp>
      <p:sp>
        <p:nvSpPr>
          <p:cNvPr id="1532452768" name="Text">
    </p:cNvPr>
          <p:cNvSpPr>
            <a:spLocks noGrp="1"/>
          </p:cNvSpPr>
          <p:nvPr/>
        </p:nvSpPr>
        <p:spPr>
          <a:xfrm rot="0">
            <a:off x="901700" y="3454400"/>
            <a:ext cx="4648200" cy="825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340973590" name="Text">
    </p:cNvPr>
          <p:cNvSpPr>
            <a:spLocks noGrp="1"/>
          </p:cNvSpPr>
          <p:nvPr/>
        </p:nvSpPr>
        <p:spPr>
          <a:xfrm rot="0">
            <a:off x="6121400" y="3454400"/>
            <a:ext cx="3644900" cy="825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20657654" name="Text">
    </p:cNvPr>
          <p:cNvSpPr>
            <a:spLocks noGrp="1"/>
          </p:cNvSpPr>
          <p:nvPr/>
        </p:nvSpPr>
        <p:spPr>
          <a:xfrm rot="0">
            <a:off x="5549900" y="3454400"/>
            <a:ext cx="571500" cy="825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400455820" name="Frame"/>
          <p:cNvSpPr>
            <a:spLocks noGrp="1"/>
          </p:cNvSpPr>
          <p:nvPr/>
        </p:nvSpPr>
        <p:spPr>
          <a:xfrm>
            <a:off x="127000" y="1384300"/>
            <a:ext cx="9779000" cy="13081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842186012" name="Frame"/>
          <p:cNvSpPr>
            <a:spLocks noGrp="1"/>
          </p:cNvSpPr>
          <p:nvPr/>
        </p:nvSpPr>
        <p:spPr>
          <a:xfrm>
            <a:off x="152400" y="2070100"/>
            <a:ext cx="9664700" cy="6223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283984990" name="Text">
    </p:cNvPr>
          <p:cNvSpPr>
            <a:spLocks noGrp="1"/>
          </p:cNvSpPr>
          <p:nvPr/>
        </p:nvSpPr>
        <p:spPr>
          <a:xfrm rot="0">
            <a:off x="152400" y="2044700"/>
            <a:ext cx="7366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WEB</a:t>
            </a:r>
          </a:p>
        </p:txBody>
      </p:sp>
      <p:sp>
        <p:nvSpPr>
          <p:cNvPr id="650964763" name="Text">
    </p:cNvPr>
          <p:cNvSpPr>
            <a:spLocks noGrp="1"/>
          </p:cNvSpPr>
          <p:nvPr/>
        </p:nvSpPr>
        <p:spPr>
          <a:xfrm rot="0">
            <a:off x="952500" y="2095500"/>
            <a:ext cx="45974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[PRM] 업무용 경조화환 신청관리 시스템구축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[E-Approval] PC연장사용신청서 부서공유기능 삭제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[GCMS] [IT운영팀] GCMS EAI 개발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[EAI] 신용보증기금 연동 모듈 변경에 따른 설치 및 테스트</a:t>
            </a:r>
          </a:p>
        </p:txBody>
      </p:sp>
      <p:sp>
        <p:nvSpPr>
          <p:cNvPr id="1060680812" name="Text">
    </p:cNvPr>
          <p:cNvSpPr>
            <a:spLocks noGrp="1"/>
          </p:cNvSpPr>
          <p:nvPr/>
        </p:nvSpPr>
        <p:spPr>
          <a:xfrm rot="0">
            <a:off x="7226300" y="2095500"/>
            <a:ext cx="25527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415577290" name="Text">
    </p:cNvPr>
          <p:cNvSpPr>
            <a:spLocks noGrp="1"/>
          </p:cNvSpPr>
          <p:nvPr/>
        </p:nvSpPr>
        <p:spPr>
          <a:xfrm rot="0">
            <a:off x="6108700" y="2044700"/>
            <a:ext cx="7620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1659915320" name="Text">
    </p:cNvPr>
          <p:cNvSpPr>
            <a:spLocks noGrp="1"/>
          </p:cNvSpPr>
          <p:nvPr/>
        </p:nvSpPr>
        <p:spPr>
          <a:xfrm rot="0">
            <a:off x="5537200" y="2095500"/>
            <a:ext cx="5715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10/08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10/11</a:t>
            </a:r>
          </a:p>
        </p:txBody>
      </p:sp>
      <p:sp>
        <p:nvSpPr>
          <p:cNvPr id="595972938" name="Text">
    </p:cNvPr>
          <p:cNvSpPr>
            <a:spLocks noGrp="1"/>
          </p:cNvSpPr>
          <p:nvPr/>
        </p:nvSpPr>
        <p:spPr>
          <a:xfrm rot="0">
            <a:off x="889000" y="2044700"/>
            <a:ext cx="46482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08153474" name="Text">
    </p:cNvPr>
          <p:cNvSpPr>
            <a:spLocks noGrp="1"/>
          </p:cNvSpPr>
          <p:nvPr/>
        </p:nvSpPr>
        <p:spPr>
          <a:xfrm rot="0">
            <a:off x="7124700" y="2044700"/>
            <a:ext cx="26543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56791824" name="Text">
    </p:cNvPr>
          <p:cNvSpPr>
            <a:spLocks noGrp="1"/>
          </p:cNvSpPr>
          <p:nvPr/>
        </p:nvSpPr>
        <p:spPr>
          <a:xfrm rot="0">
            <a:off x="5537200" y="2044700"/>
            <a:ext cx="5715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38904754" name="Rectangle"/>
          <p:cNvSpPr>
            <a:spLocks noGrp="1"/>
          </p:cNvSpPr>
          <p:nvPr/>
        </p:nvSpPr>
        <p:spPr>
          <a:xfrm>
            <a:off x="6870700" y="2044700"/>
            <a:ext cx="254000" cy="647700"/>
          </a:xfrm>
          <a:prstGeom prst="rect">
            <a:avLst/>
          </a:prstGeom>
          <a:solidFill>
            <a:srgbClr val="00FF00"/>
          </a:solidFill>
          <a:ln w="12700">
            <a:solidFill>
              <a:srgbClr val="000000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9459059" name="Frame"/>
          <p:cNvSpPr>
            <a:spLocks noGrp="1"/>
          </p:cNvSpPr>
          <p:nvPr/>
        </p:nvSpPr>
        <p:spPr>
          <a:xfrm>
            <a:off x="152400" y="1371600"/>
            <a:ext cx="9639300" cy="6731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2022224339" name="Text">
    </p:cNvPr>
          <p:cNvSpPr>
            <a:spLocks noGrp="1"/>
          </p:cNvSpPr>
          <p:nvPr/>
        </p:nvSpPr>
        <p:spPr>
          <a:xfrm rot="0">
            <a:off x="152400" y="1371600"/>
            <a:ext cx="7366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</a:t>
            </a:r>
          </a:p>
        </p:txBody>
      </p:sp>
      <p:sp>
        <p:nvSpPr>
          <p:cNvPr id="608316630" name="Text">
    </p:cNvPr>
          <p:cNvSpPr>
            <a:spLocks noGrp="1"/>
          </p:cNvSpPr>
          <p:nvPr/>
        </p:nvSpPr>
        <p:spPr>
          <a:xfrm rot="0">
            <a:off x="939800" y="1422400"/>
            <a:ext cx="4610100" cy="622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[FI] 관세 세율별비중 산정을 위한 SAP 자동화 프로그램 개발(ZFIR7800,ZFIR7801)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[TR] FX 신규 거래유형 생성 요청(ZTRR1470)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원화 유산스 차입 프로그램 및 환경 보완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[SD] ITSM-117642 PRM 시스템 내 코스트센터 통합 요청</a:t>
            </a:r>
          </a:p>
        </p:txBody>
      </p:sp>
      <p:sp>
        <p:nvSpPr>
          <p:cNvPr id="278159096" name="Text">
    </p:cNvPr>
          <p:cNvSpPr>
            <a:spLocks noGrp="1"/>
          </p:cNvSpPr>
          <p:nvPr/>
        </p:nvSpPr>
        <p:spPr>
          <a:xfrm rot="0">
            <a:off x="7226300" y="1447800"/>
            <a:ext cx="25527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1034404616" name="Text">
    </p:cNvPr>
          <p:cNvSpPr>
            <a:spLocks noGrp="1"/>
          </p:cNvSpPr>
          <p:nvPr/>
        </p:nvSpPr>
        <p:spPr>
          <a:xfrm rot="0">
            <a:off x="6108700" y="1371600"/>
            <a:ext cx="7620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10287942" name="Text">
    </p:cNvPr>
          <p:cNvSpPr>
            <a:spLocks noGrp="1"/>
          </p:cNvSpPr>
          <p:nvPr/>
        </p:nvSpPr>
        <p:spPr>
          <a:xfrm rot="0">
            <a:off x="5537200" y="1447800"/>
            <a:ext cx="5715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10/07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10/11</a:t>
            </a:r>
          </a:p>
        </p:txBody>
      </p:sp>
      <p:sp>
        <p:nvSpPr>
          <p:cNvPr id="898454303" name="Text">
    </p:cNvPr>
          <p:cNvSpPr>
            <a:spLocks noGrp="1"/>
          </p:cNvSpPr>
          <p:nvPr/>
        </p:nvSpPr>
        <p:spPr>
          <a:xfrm rot="0">
            <a:off x="889000" y="1371600"/>
            <a:ext cx="46482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31905736" name="Text">
    </p:cNvPr>
          <p:cNvSpPr>
            <a:spLocks noGrp="1"/>
          </p:cNvSpPr>
          <p:nvPr/>
        </p:nvSpPr>
        <p:spPr>
          <a:xfrm rot="0">
            <a:off x="7124700" y="1371600"/>
            <a:ext cx="26543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1827000" name="Text">
    </p:cNvPr>
          <p:cNvSpPr>
            <a:spLocks noGrp="1"/>
          </p:cNvSpPr>
          <p:nvPr/>
        </p:nvSpPr>
        <p:spPr>
          <a:xfrm rot="0">
            <a:off x="5537200" y="1371600"/>
            <a:ext cx="5715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73599401" name="Rectangle"/>
          <p:cNvSpPr>
            <a:spLocks noGrp="1"/>
          </p:cNvSpPr>
          <p:nvPr/>
        </p:nvSpPr>
        <p:spPr>
          <a:xfrm>
            <a:off x="6870700" y="1371600"/>
            <a:ext cx="254000" cy="673100"/>
          </a:xfrm>
          <a:prstGeom prst="rect">
            <a:avLst/>
          </a:prstGeom>
          <a:solidFill>
            <a:srgbClr val="00FF00"/>
          </a:solidFill>
          <a:ln w="12700">
            <a:solidFill>
              <a:srgbClr val="000000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BF0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JasperReports Library version 6.20.0-2bc7ab61c56f459e8176eb05c7705e145cd400ad</Application>
</Properties>
</file>

<file path=docProps/core.xml><?xml version="1.0" encoding="utf-8"?>
<coreProperties xmlns="http://schemas.openxmlformats.org/package/2006/metadata/core-properties" xmlns:cp="http://schemas.openxmlformats.org/package/2006/metadata/core-properties" xmlns:dc="http://purl.org/dc/elements/1.1/" xmlns:dcterms="http://purl.org/dc/terms/" xmlns:xsi="http://www.w3.org/2001/XMLSchema-instance">
</coreProperties>
</file>