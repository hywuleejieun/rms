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421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64639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3242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01270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35940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449796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64835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5495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73110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96812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70111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5231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25373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90117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95320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472972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955900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</a:p>
        </p:txBody>
      </p:sp>
      <p:sp>
        <p:nvSpPr>
          <p:cNvPr id="9026379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726196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36021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33687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5450286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4724107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4886993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16299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30093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747913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6315783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9842988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715566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295569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7898846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871834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8345733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7960093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90159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4314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77834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24938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510860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83170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4698816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42999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45274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9455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83954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14530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57824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41248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80887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16842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095521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</a:p>
        </p:txBody>
      </p:sp>
      <p:sp>
        <p:nvSpPr>
          <p:cNvPr id="1746232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20989680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33296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76268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종료/오더보류시 개방식 탱크청소 작업지시 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건 예외처리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자산 생성시 코스트센터 통합요청</a:t>
            </a:r>
          </a:p>
        </p:txBody>
      </p:sp>
      <p:sp>
        <p:nvSpPr>
          <p:cNvPr id="11682167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7063491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6175163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886879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77893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28926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3395613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1606713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194113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810131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4080043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67751224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14075245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717027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13398171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53579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1185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77816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89035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36382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72408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637815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51097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6003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33773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6072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65100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27124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6075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5378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53398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55852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0197318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보완</a:t>
            </a:r>
            <a:br/>
          </a:p>
        </p:txBody>
      </p:sp>
      <p:sp>
        <p:nvSpPr>
          <p:cNvPr id="8663383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775012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6849564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미사용 인터페이스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VOC 관련 EAI 자료 및 Log, 소스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개발 드롭 및 추가 개발건 논의</a:t>
            </a:r>
            <a:br/>
          </a:p>
        </p:txBody>
      </p:sp>
      <p:sp>
        <p:nvSpPr>
          <p:cNvPr id="7117691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560982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185233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34786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1105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86512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136186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5622270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06122553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460258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45623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PC연장사용신청서 부서공유기능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97686732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336849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44607538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760521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04015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679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85733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04049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78036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86933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429618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3628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97426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74179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77133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7510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7698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87284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00317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40443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4003216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4488432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8897660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323710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363790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ITSM-117472, ITSM-117498, ITSM-117492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ITSM-117470, ITSM-117497, ITSM-117549,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7560, ITSM-117562, ITSM-117569, ITSM-117602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ITSM-117593, ITSM-117623, ITSM-117628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ITSM-117627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ITSM-117719, ITSM-117749, ITSM-117766</a:t>
            </a:r>
          </a:p>
        </p:txBody>
      </p:sp>
      <p:sp>
        <p:nvSpPr>
          <p:cNvPr id="16998997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557773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17162425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</a:p>
        </p:txBody>
      </p:sp>
      <p:sp>
        <p:nvSpPr>
          <p:cNvPr id="4400324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7037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05946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4473586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13881646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64022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581729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01954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ITSM-117476 Alkylation2팀 지침서 통폐합 업무로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ERS 관리자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연동코드 회신 및 학습자 교육이수 시간관련 추가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요청(9977:소프트스킬 사전학습)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회수한 건 작성중인문서에 조회 안됨.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ITSM-117593 교육훈련 신청서 교육시간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ERS_CP_INTERFACE 개정오류 확인 및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인사후생팀-해외교육비예산 실적 확인 요청(이상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 계장님)</a:t>
            </a:r>
          </a:p>
        </p:txBody>
      </p:sp>
      <p:sp>
        <p:nvSpPr>
          <p:cNvPr id="2398560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4300104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729896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7016867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7186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6277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60877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07060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79937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08563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70611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8161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78088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76948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80679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76906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0583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19833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0988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91442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439513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</a:p>
        </p:txBody>
      </p:sp>
      <p:sp>
        <p:nvSpPr>
          <p:cNvPr id="18232294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- 18일 휴가</a:t>
            </a:r>
          </a:p>
        </p:txBody>
      </p:sp>
      <p:sp>
        <p:nvSpPr>
          <p:cNvPr id="9989148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3440869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87943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[SAP Upgrade] 모든 창고 로케이션 데이터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상품권 재고 데이터 불일치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2555480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031132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7144350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5656582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5070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4857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27146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44580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14165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46880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660965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49591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074516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30350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17882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5264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90432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9533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183872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8050554" name="Text">
    </p:cNvPr>
          <p:cNvSpPr>
            <a:spLocks noGrp="1"/>
          </p:cNvSpPr>
          <p:nvPr/>
        </p:nvSpPr>
        <p:spPr>
          <a:xfrm rot="0">
            <a:off x="97028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</a:p>
        </p:txBody>
      </p:sp>
      <p:sp>
        <p:nvSpPr>
          <p:cNvPr id="240566443" name="Text">
    </p:cNvPr>
          <p:cNvSpPr>
            <a:spLocks noGrp="1"/>
          </p:cNvSpPr>
          <p:nvPr/>
        </p:nvSpPr>
        <p:spPr>
          <a:xfrm rot="0">
            <a:off x="93345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</a:p>
        </p:txBody>
      </p:sp>
      <p:sp>
        <p:nvSpPr>
          <p:cNvPr id="1473558051" name="Text">
    </p:cNvPr>
          <p:cNvSpPr>
            <a:spLocks noGrp="1"/>
          </p:cNvSpPr>
          <p:nvPr/>
        </p:nvSpPr>
        <p:spPr>
          <a:xfrm rot="0">
            <a:off x="5930900" y="1511300"/>
            <a:ext cx="3403600" cy="4102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 (VOC : V240926-0000476-1) (이돈녕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(TT_PLT_BORW_REPY)' 내 차입량/대여량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계산 로직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인택시제휴카드)' 종료 건 출력 조치 (완료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</a:p>
        </p:txBody>
      </p:sp>
      <p:sp>
        <p:nvSpPr>
          <p:cNvPr id="2133741678" name="Text">
    </p:cNvPr>
          <p:cNvSpPr>
            <a:spLocks noGrp="1"/>
          </p:cNvSpPr>
          <p:nvPr/>
        </p:nvSpPr>
        <p:spPr>
          <a:xfrm rot="0">
            <a:off x="5308600" y="1511300"/>
            <a:ext cx="5715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61641490" name="Text">
    </p:cNvPr>
          <p:cNvSpPr>
            <a:spLocks noGrp="1"/>
          </p:cNvSpPr>
          <p:nvPr/>
        </p:nvSpPr>
        <p:spPr>
          <a:xfrm rot="0">
            <a:off x="88900" y="1511300"/>
            <a:ext cx="5715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44783103" name="Text">
    </p:cNvPr>
          <p:cNvSpPr>
            <a:spLocks noGrp="1"/>
          </p:cNvSpPr>
          <p:nvPr/>
        </p:nvSpPr>
        <p:spPr>
          <a:xfrm rot="0">
            <a:off x="711200" y="1511300"/>
            <a:ext cx="3403600" cy="4102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 (VOC : V240926-0000476-1) (이돈녕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대리님)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2차 테스트 (4층 2회의실) [ SAP - LOPAS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데이터 송/수신]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이관관리&gt;송유관입고계획관리 내 '영천주유소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(3104)' 대상 제거 (transfer-order-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batch.xml/transfer-order.xml)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대송저유소 건 관련 '저유소기초재고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(TT_PLT_BORW_REPY)' 내 차입량/대여량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계산 로직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(개발계) [QM] VOC SAP에서 채선료 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 전송(ZFI_RFC_VOC_TRANS) 점검 (미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사용 건, 제외 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EAI 테스트 결과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()SQM_TestReport, VOC_QmRequest)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Summary 내 '제휴카드 포인트 미적립(롯데법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인택시제휴카드)' 종료 건 출력 조치 (완료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태 -&gt; 종료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박경근 대리님)</a:t>
            </a:r>
            <a:br/>
          </a:p>
        </p:txBody>
      </p:sp>
      <p:sp>
        <p:nvSpPr>
          <p:cNvPr id="613053105" name="Text">
    </p:cNvPr>
          <p:cNvSpPr>
            <a:spLocks noGrp="1"/>
          </p:cNvSpPr>
          <p:nvPr/>
        </p:nvSpPr>
        <p:spPr>
          <a:xfrm rot="0">
            <a:off x="44831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699071342" name="Text">
    </p:cNvPr>
          <p:cNvSpPr>
            <a:spLocks noGrp="1"/>
          </p:cNvSpPr>
          <p:nvPr/>
        </p:nvSpPr>
        <p:spPr>
          <a:xfrm rot="0">
            <a:off x="48514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957283260" name="Text">
    </p:cNvPr>
          <p:cNvSpPr>
            <a:spLocks noGrp="1"/>
          </p:cNvSpPr>
          <p:nvPr/>
        </p:nvSpPr>
        <p:spPr>
          <a:xfrm rot="0">
            <a:off x="4114800" y="1511300"/>
            <a:ext cx="3683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</a:p>
        </p:txBody>
      </p:sp>
      <p:sp>
        <p:nvSpPr>
          <p:cNvPr id="1334874765" name="Text">
    </p:cNvPr>
          <p:cNvSpPr>
            <a:spLocks noGrp="1"/>
          </p:cNvSpPr>
          <p:nvPr/>
        </p:nvSpPr>
        <p:spPr>
          <a:xfrm rot="0">
            <a:off x="660400" y="1511300"/>
            <a:ext cx="34544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809332" name="Text">
    </p:cNvPr>
          <p:cNvSpPr>
            <a:spLocks noGrp="1"/>
          </p:cNvSpPr>
          <p:nvPr/>
        </p:nvSpPr>
        <p:spPr>
          <a:xfrm rot="0">
            <a:off x="5880100" y="1511300"/>
            <a:ext cx="3454400" cy="410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1962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10618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1437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5377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32409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512967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58047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3767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426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5039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10272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6180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64402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13557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48381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543247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1688974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</a:p>
        </p:txBody>
      </p:sp>
      <p:sp>
        <p:nvSpPr>
          <p:cNvPr id="2733200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459458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043384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9월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</a:p>
        </p:txBody>
      </p:sp>
      <p:sp>
        <p:nvSpPr>
          <p:cNvPr id="2820583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4178379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20991604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2395819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03143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