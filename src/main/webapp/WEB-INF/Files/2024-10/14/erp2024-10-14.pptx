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6337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33434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57631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36657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517614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63331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01785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7637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39198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5051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26340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031888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1128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99637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8625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827752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20642381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전자결재 화면 중 전표 목록에 세금코드 추가(ZEAM8000,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ZEAM8010) </a:t>
            </a:r>
          </a:p>
        </p:txBody>
      </p:sp>
      <p:sp>
        <p:nvSpPr>
          <p:cNvPr id="17798709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25906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702894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FIR7800,ZFIR7801)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FX 신규 거래유형 생성 요청(ZTRR1470)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마이그레이션 추가수정(ZFIB9030_M)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관세/부과금 환급 업로드(ZFIR7140_U)</a:t>
            </a:r>
          </a:p>
        </p:txBody>
      </p:sp>
      <p:sp>
        <p:nvSpPr>
          <p:cNvPr id="6966729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9824845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7414653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8878088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92970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87494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18196310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8267007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</a:p>
        </p:txBody>
      </p:sp>
      <p:sp>
        <p:nvSpPr>
          <p:cNvPr id="8823608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7362881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639137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단가수정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통관번호에 B/L 번호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퇴직 직원 구매그룹 SAP 반영</a:t>
            </a:r>
          </a:p>
        </p:txBody>
      </p:sp>
      <p:sp>
        <p:nvSpPr>
          <p:cNvPr id="83293892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9925407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4614259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3709614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069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79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229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59053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5671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5019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01004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91898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27630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19472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970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87903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92881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397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519373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33750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02508090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</a:p>
        </p:txBody>
      </p:sp>
      <p:sp>
        <p:nvSpPr>
          <p:cNvPr id="17695836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1126934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40194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890578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용량증설 요청을 위한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배치잡 신규설정 및 등록작업(대금수수계약 체결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메일 재전송)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업그레이드 관련 이관 대상 Role 확인 및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0874990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6549882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348055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446156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14056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00621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413615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2267521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20412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92162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035835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5장</a:t>
            </a:r>
          </a:p>
        </p:txBody>
      </p:sp>
      <p:sp>
        <p:nvSpPr>
          <p:cNvPr id="16221651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2168173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3940754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</a:p>
        </p:txBody>
      </p:sp>
      <p:sp>
        <p:nvSpPr>
          <p:cNvPr id="183505673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3344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9326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8103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4172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90418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7746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763156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59282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64697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2813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82412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82804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83003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27930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68947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22038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527998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433767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959679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572148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400448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3559482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1944674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597495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834804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33238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93161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499917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719920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6284664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893169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959634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오류 수정)- [ITSM-117483] 학자금신청서 결재자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문의대응 : 주택자금대출신청서 출력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오류 수정)- 문의 대응 : 인사원장 Index 12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영반영 및 데이터세팅)- 문의대응 : 직군전환에 따른 계좌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가족등록 중복 오류 등 - 문의대응: 휴가유형별/직군별 연간휴가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한도 체크로직 문의대응(2030, 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통합프로젝트 통합테스트 지원(결재관련 오류 외)-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대응 : 예외근무신청 결재 오류 외</a:t>
            </a:r>
          </a:p>
        </p:txBody>
      </p:sp>
      <p:sp>
        <p:nvSpPr>
          <p:cNvPr id="4905520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3665428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994599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97609791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01625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3446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1718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71948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633772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88713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70312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40358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54881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11095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29855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9041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68295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54556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43560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9021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496849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2028211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9495801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766552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6329135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추가-&gt; 개발 완료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18457117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5013559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7224274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1689370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6674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524634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8316394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8579846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102303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200517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000367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ITSM-117642PRM 시스템 내 코스트센터 통합 요청</a:t>
            </a:r>
          </a:p>
        </p:txBody>
      </p:sp>
      <p:sp>
        <p:nvSpPr>
          <p:cNvPr id="473282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03033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54570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11666489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8549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