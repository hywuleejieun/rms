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2024-10-31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[2024.11.12 ~ 2024.11.18]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11월 5주차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25678617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6307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336837107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744336561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41311775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81077183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90433694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0009106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528895733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78027004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9618862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56479153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880677963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75485684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86935069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41462820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2041150487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6635572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8511628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5491660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63933241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537264017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964620438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9970329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6825076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89249502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3849374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4660091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325457317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0626026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503237501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6564508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8956074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96398089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882957994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66741971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35663174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456250818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912408822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19559191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09890079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ITSM-119133 리얼그리드 갱신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ITSM-118057 S-imoms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2024.10월 결산의 EIS, Yellow Book 반영</a:t>
            </a:r>
          </a:p>
        </p:txBody>
      </p:sp>
      <p:sp>
        <p:nvSpPr>
          <p:cNvPr id="1471006300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36480687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</a:p>
        </p:txBody>
      </p:sp>
      <p:sp>
        <p:nvSpPr>
          <p:cNvPr id="1722270985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8822446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9940191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8420846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46864371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9166604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ERP 업그레이드 수출체선료 Mig 대상 자료 추출(ZFIB6020_M)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신규 발주 생성 시 대금수수계약 체결여부 점검 및 안내기능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684427396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47932938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</a:p>
        </p:txBody>
      </p:sp>
      <p:sp>
        <p:nvSpPr>
          <p:cNvPr id="83215358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1394176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4924750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6666337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40022865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6362774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529578532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[OSPM] 작업정산 결재관리 리스트 함수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휴넷 스마트러닝 교육 데이터 재반영(2024/10/15~10/31)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[WMS] [IT운영팀] DB 데이터 변경 요청 및 승인 증빙자료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24년 하반기 S-OIL 재해복구 모의훈련</a:t>
            </a:r>
          </a:p>
        </p:txBody>
      </p:sp>
      <p:sp>
        <p:nvSpPr>
          <p:cNvPr id="989473531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63348472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01116955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</a:p>
        </p:txBody>
      </p:sp>
      <p:sp>
        <p:nvSpPr>
          <p:cNvPr id="2134846217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3505895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605558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4508189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17200379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93281167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831600811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수출체선료 Mig 대상 자료 추출 프로그램 로직 수정(ZFIB6020_M)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이자율계산 공휴일 이자계산 제외 로직 추가(ZFIR1255)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수출 선박 오더 입력 시 선박평가 요청 자동화 로직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2024년 하반기 DR 재해복구 모의훈련</a:t>
            </a:r>
          </a:p>
        </p:txBody>
      </p:sp>
      <p:sp>
        <p:nvSpPr>
          <p:cNvPr id="1723936000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06676354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98465536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</a:p>
        </p:txBody>
      </p:sp>
      <p:sp>
        <p:nvSpPr>
          <p:cNvPr id="1311197696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0056297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4053386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1207841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3241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1764240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865838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2198261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871472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9235315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20686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643950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269806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718723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5065062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8105375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1318463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138851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2968926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124217135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2458500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[FI]ERP 업그레이드 수출체선료 Mig 대상 자료 추출(ZFIB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6020_M)</a:t>
            </a:r>
          </a:p>
        </p:txBody>
      </p:sp>
      <p:sp>
        <p:nvSpPr>
          <p:cNvPr id="143641681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50725346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14033585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이자율계산 공휴일 이자계산 제외 로직 추가 (ZFIR1255)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자재 1905 관련 로직 변경 요청(ZCOR6332)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수출체선료 Mig 대상 자료 추출 프로그램 로직 수정(ZFIB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6020_M)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구매처생성 인터페이스 오류 분석 및 해결(ZFI_RFC_VEN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DOR_CONF)</a:t>
            </a:r>
          </a:p>
        </p:txBody>
      </p:sp>
      <p:sp>
        <p:nvSpPr>
          <p:cNvPr id="150430363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166671114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20190586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24886399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331911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203715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26366961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</a:p>
        </p:txBody>
      </p:sp>
      <p:sp>
        <p:nvSpPr>
          <p:cNvPr id="72361999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3차 통합테스트</a:t>
            </a:r>
          </a:p>
        </p:txBody>
      </p:sp>
      <p:sp>
        <p:nvSpPr>
          <p:cNvPr id="176023417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93599699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4950504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3차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수출 선박 오더 입력 시 선박평가 요청 자동화 로직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기술검수증 내 반입 일자 수정 요청</a:t>
            </a:r>
          </a:p>
        </p:txBody>
      </p:sp>
      <p:sp>
        <p:nvSpPr>
          <p:cNvPr id="63661234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36907981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</a:p>
        </p:txBody>
      </p:sp>
      <p:sp>
        <p:nvSpPr>
          <p:cNvPr id="193993394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</a:p>
        </p:txBody>
      </p:sp>
      <p:sp>
        <p:nvSpPr>
          <p:cNvPr id="179223454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212678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26703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647040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9294863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7148705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867021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89214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2145779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6757360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2218448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7369740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7232099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2328540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1341693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7758609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4155919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</a:p>
        </p:txBody>
      </p:sp>
      <p:sp>
        <p:nvSpPr>
          <p:cNvPr id="30144827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</a:p>
        </p:txBody>
      </p:sp>
      <p:sp>
        <p:nvSpPr>
          <p:cNvPr id="75945164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26076115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16024299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77201945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Smart-ERP개발 System Landscape 수정 관련 문제로 SAP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서비스 restart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시스템 Enque Server 성능저하 현상에 따른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하반기 DR 재해복구 모의훈련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삼일회계법인 S-OIL SAP ITGC 미수령 자료 추가 요청에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따른 자료 취합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SAP Security Patch Day CVE 확인 및 Notes 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용작업(ERP/BW/HCM)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72244984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05341088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15220484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</a:p>
        </p:txBody>
      </p:sp>
      <p:sp>
        <p:nvSpPr>
          <p:cNvPr id="154108709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927546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503005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80846129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</a:p>
        </p:txBody>
      </p:sp>
      <p:sp>
        <p:nvSpPr>
          <p:cNvPr id="86532564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27130572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46055173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71185024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 강의 복습하기: 3주차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11장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 강의 복습하기: 4주차</a:t>
            </a:r>
          </a:p>
        </p:txBody>
      </p:sp>
      <p:sp>
        <p:nvSpPr>
          <p:cNvPr id="13012160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24118645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</a:p>
        </p:txBody>
      </p:sp>
      <p:sp>
        <p:nvSpPr>
          <p:cNvPr id="123688681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</a:p>
        </p:txBody>
      </p:sp>
      <p:sp>
        <p:nvSpPr>
          <p:cNvPr id="20716359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2783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3582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011560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6060454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686243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392305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85737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9008427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831813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9541592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208501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64089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4727905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5626380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791353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3222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74482603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32795724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00356499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62741127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03965942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 Upgrade 3차 통합테스트 </a:t>
            </a:r>
          </a:p>
        </p:txBody>
      </p:sp>
      <p:sp>
        <p:nvSpPr>
          <p:cNvPr id="18843179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96722437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52456664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92254547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399910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8215716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251843182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</a:p>
        </p:txBody>
      </p:sp>
      <p:sp>
        <p:nvSpPr>
          <p:cNvPr id="458822935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007064583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241319588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864733465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[ITSM-118380] [HR] S/F 전용 SVR 생성:(40%)- 문의대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응: 생활안정자금 신청금액 수정관련 문의 대응 외- 급여작업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지원: 정기승호 데이터생성오류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[ITSM-119227] 배우자동반 휴직기간을 근속기간에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외 처리- 프로젝트지원: 생산직평가 통테(프로세서 설명 및 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팅지원)- [ITSM-118380] [HR] S/F 전용 SVR 생성:(60%)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[ITSM-118380] [HR] S/F 전용 SVR 생성:(80%)- 문의대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응: 사회봉사보고서 작성오류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[ITSM-118380] [HR] S/F 전용 SVR 생성:(완료)- [ITS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M-119227] 장기근속 예외자여부 필드 추가- 프로젝트 지원: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SF이관용 발령데이터 불일치 원인조사 등- SAP UI5 업무인계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(이지은): UI5 구조설명 및 개발환경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연차휴가</a:t>
            </a:r>
          </a:p>
        </p:txBody>
      </p:sp>
      <p:sp>
        <p:nvSpPr>
          <p:cNvPr id="1007145543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876203374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354437989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449045891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2510821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51383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6555480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542782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97002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576877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130746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507927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246761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6430099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920315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608877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49647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3996673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7220298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1712781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35620589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111612492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SAP PM 개발 ,분석 ,사용자지원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[PP] SAP PP 개발 ,분석 ,사용자지원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[QM] SAP QM 개발 ,분석 ,사용자지원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-&gt; 신규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[TS] SAP TS 개발 ,분석 ,사용자지원</a:t>
            </a:r>
            <a:br/>
          </a:p>
        </p:txBody>
      </p:sp>
      <p:sp>
        <p:nvSpPr>
          <p:cNvPr id="164737434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QM/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4864228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QM/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40301684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[TS] SAP TS 사용자 지원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-&gt; PP, PM , TS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SAP PM 설비 마스터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-&gt; ZPMB1009 분석 및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출장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-&gt; SAP I/F TESTT</a:t>
            </a:r>
            <a:br/>
          </a:p>
        </p:txBody>
      </p:sp>
      <p:sp>
        <p:nvSpPr>
          <p:cNvPr id="61066737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109386324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74513858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</a:p>
        </p:txBody>
      </p:sp>
      <p:sp>
        <p:nvSpPr>
          <p:cNvPr id="210848934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034645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927701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39377818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23009490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7048968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31897834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2106757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ITSM-117162할인할증 신규 ERP CODE(zpsdr9050, zp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sdr9055) 관련, 할인할증 입력 기준 확대 및 코드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49799564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56007633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44679139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110231453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550897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4882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7721833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795164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7642414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8182794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5518153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4565545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6620507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753092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247148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502400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703687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036520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654327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8307389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70304855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96747626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ITSM-119037 CI 시설지원 관련 협력사 조회 및 엑셀다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운로드 조회화면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ITSM-119133 리얼그리드 갱신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ITSM-119115 거래처 경조화환 시스템 일부 보완요청</a:t>
            </a:r>
          </a:p>
        </p:txBody>
      </p:sp>
      <p:sp>
        <p:nvSpPr>
          <p:cNvPr id="61342914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2203083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05508047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ITSM-119037 CI 시설지원 관련 협력사 조회 및 엑셀다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운로드 조회화면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ITSM-119133 리얼그리드 갱신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ITSM-119115 거래처 경조화환 시스템 일부 보완요청</a:t>
            </a:r>
          </a:p>
        </p:txBody>
      </p:sp>
      <p:sp>
        <p:nvSpPr>
          <p:cNvPr id="163633305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14511534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87468609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27468921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997114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732628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55953832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99926383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</a:p>
        </p:txBody>
      </p:sp>
      <p:sp>
        <p:nvSpPr>
          <p:cNvPr id="77251514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71312271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14415082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</a:p>
        </p:txBody>
      </p:sp>
      <p:sp>
        <p:nvSpPr>
          <p:cNvPr id="5090728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89336067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137403915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13183747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273022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07536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08056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2873109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3978739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2085641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8760186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7568179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47517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6233088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402403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8394111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448577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085236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8761343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2729091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2987349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</a:p>
        </p:txBody>
      </p:sp>
      <p:sp>
        <p:nvSpPr>
          <p:cNvPr id="181510595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시설지원 관련 개선 및 보완요청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시설물 지원 이력 분석을 위한 데이터베이스 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생성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ERP 및 PRM 거래처 마스터 연동관련 주석 추가요청</a:t>
            </a:r>
          </a:p>
        </p:txBody>
      </p:sp>
      <p:sp>
        <p:nvSpPr>
          <p:cNvPr id="174296775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76854591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19396580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시설지원 관련 개선 및 보완요청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시설물 지원 이력 분석을 위한 데이터베이스 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생성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ERP 및 PRM 거래처 마스터 연동관련 주석 추가요청</a:t>
            </a:r>
          </a:p>
        </p:txBody>
      </p:sp>
      <p:sp>
        <p:nvSpPr>
          <p:cNvPr id="69583789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38406296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3046093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32291635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67900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172343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86558276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</a:p>
        </p:txBody>
      </p:sp>
      <p:sp>
        <p:nvSpPr>
          <p:cNvPr id="10723998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</a:p>
        </p:txBody>
      </p:sp>
      <p:sp>
        <p:nvSpPr>
          <p:cNvPr id="144248187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9244138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088728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휴가 11/11 - 11/15</a:t>
            </a:r>
            <a:br/>
          </a:p>
        </p:txBody>
      </p:sp>
      <p:sp>
        <p:nvSpPr>
          <p:cNvPr id="58963149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58568464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51313372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</a:p>
        </p:txBody>
      </p:sp>
      <p:sp>
        <p:nvSpPr>
          <p:cNvPr id="103581380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565089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43779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1897830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126657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6511544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9246889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2131139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88370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945174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4582494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6196985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5543097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5513298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0135313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0351101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34891091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1716626314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</a:p>
        </p:txBody>
      </p:sp>
      <p:sp>
        <p:nvSpPr>
          <p:cNvPr id="2027491418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'윤활유 오더 처리 업무' 작업 개발</a:t>
            </a:r>
          </a:p>
        </p:txBody>
      </p:sp>
      <p:sp>
        <p:nvSpPr>
          <p:cNvPr id="987076211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74635849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239848312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ERP Upgrade 프로젝트 RPA 인력 투입. 간단한 자료 제공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'금융정보 취합 및 보고' 작업 금리 행 추가로 인한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오입력 현상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OCR 대상 작업들 OCR 불가 현상 확인.         - OCR가능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JDK가 삭제되어있음. 재설치 및 정상확인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DR 훈련 참가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'윤활유 오더 처리업무' 개발을 위한 인터뷰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'Margin 계산' 작업 조회데이터 없을 경우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115PC RPA 확장프로그램 주기적 비활성화 및 사용자 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보 입력 팝업 지속알림 해결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ERP Upgrade 프로젝트 RPA 개발 회의 및 대상 작업 선별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'나프타 수입부과금' 작업 오류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'윤활유 오더 처리업무' 작업일을 가져오기 위한 엑셀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업.</a:t>
            </a:r>
          </a:p>
        </p:txBody>
      </p:sp>
      <p:sp>
        <p:nvSpPr>
          <p:cNvPr id="2039285726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</a:p>
        </p:txBody>
      </p:sp>
      <p:sp>
        <p:nvSpPr>
          <p:cNvPr id="1878876306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</a:p>
        </p:txBody>
      </p:sp>
      <p:sp>
        <p:nvSpPr>
          <p:cNvPr id="1290051667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</a:p>
        </p:txBody>
      </p:sp>
      <p:sp>
        <p:nvSpPr>
          <p:cNvPr id="836018658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4666609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4761757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292121207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506494340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미진행 시 자동삭제 및 협조부서 기각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1312149047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92448362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501205303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미진행 시 자동삭제 및 협조부서 기각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1510869243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975839739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38832682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255742588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5292336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86855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0932357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9369983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227813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764800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7714843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3928761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2072790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17919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634187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39512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7805928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8553121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6924165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6774209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84052414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55453372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 OT 사이버보안 시스템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ITSM-118739 프로필사진 촬영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ITSM-118057 S-imoms 작업 결과 보고서</a:t>
            </a:r>
          </a:p>
        </p:txBody>
      </p:sp>
      <p:sp>
        <p:nvSpPr>
          <p:cNvPr id="27503833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59622601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2762851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 OT 사이버보안 시스템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ITSM-118739 프로필사진 촬영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ITSM-119172, ITSM-119212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ITSM-119213, ITSM-119244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작업정산 결재관리 리스트 쿼리 수정ToolTip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이터를 만들때 함수 호출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ITSM-119273, ITSM-119360, ITSM-119356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ITSM-119381, ITSM-119395</a:t>
            </a:r>
          </a:p>
        </p:txBody>
      </p:sp>
      <p:sp>
        <p:nvSpPr>
          <p:cNvPr id="22408689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99891346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19303414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82913219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681284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4033964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1965686674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709692864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</a:p>
        </p:txBody>
      </p:sp>
      <p:sp>
        <p:nvSpPr>
          <p:cNvPr id="480742905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774640629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339983565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SOM-6-680 관리자 기능으로 개정처리 요청 및 CP 공지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사항 게시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KRI 데이터 미입력, KRI 대응방안 미입력 쿼리로 엑셀추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출하여 메일로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Tax Framework 문서제목 짤리는 오류 사항 수정 반영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및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휴넷 스마트러닝 교육 데이터 재반영(2024/10/15~10/3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소프트 스킬  Advanced 과정 현황 조회시 오류 확인 및 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복 교육 데이터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- 2024년 11월 인프라 취약점 조치대상 장비의 취약 항목 담당자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및 조치 요청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전자결재 시스템에서 회수한 교육훈련신청서 LMS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의 작성중인 문서에 안보이는 오류 확인 및 조치</a:t>
            </a:r>
          </a:p>
        </p:txBody>
      </p:sp>
      <p:sp>
        <p:nvSpPr>
          <p:cNvPr id="1445105800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1984567280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83%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943128951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832272232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7704707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9743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55631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6292263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8228825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911880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5405159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528722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7199539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8027329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157806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841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1253542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738725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7951975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3381591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</a:p>
        </p:txBody>
      </p:sp>
      <p:sp>
        <p:nvSpPr>
          <p:cNvPr id="81484509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</a:p>
        </p:txBody>
      </p:sp>
      <p:sp>
        <p:nvSpPr>
          <p:cNvPr id="24642442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[리스크관리팀] EWS 시나리오 삭제 및 담당부서 제외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[SAP DS Upgrade] EWS 모든 테이블 포맷이 다른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요청 (운영-개발)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[ERP Upgrade] 데이터 마이그레이션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[리스크관리팀] EWS 시나리오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EWS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WMS 인수인계</a:t>
            </a:r>
          </a:p>
        </p:txBody>
      </p:sp>
      <p:sp>
        <p:nvSpPr>
          <p:cNvPr id="73469218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53813140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73475398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[리스크관리팀] EWS 시나리오 삭제 및 담당부서 제외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[SAP DS Upgrade] EWS 모든 테이블 포맷이 다른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요청 (운영-개발)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대구지사 사용자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IAMS IT Process 24년 2nd 평가 모집단 관련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[ERP Upgrade] 데이터 마이그레이션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[IT운영팀] DB 데이터 변경 요청 및 승인 증빙자료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EWS 인수인계</a:t>
            </a:r>
          </a:p>
        </p:txBody>
      </p:sp>
      <p:sp>
        <p:nvSpPr>
          <p:cNvPr id="175758396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</a:p>
        </p:txBody>
      </p:sp>
      <p:sp>
        <p:nvSpPr>
          <p:cNvPr id="40143363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01964887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</a:p>
        </p:txBody>
      </p:sp>
      <p:sp>
        <p:nvSpPr>
          <p:cNvPr id="17867761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620462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2860115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</a:p>
        </p:txBody>
      </p:sp>
      <p:sp>
        <p:nvSpPr>
          <p:cNvPr id="1648964621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</a:p>
        </p:txBody>
      </p:sp>
      <p:sp>
        <p:nvSpPr>
          <p:cNvPr id="150129475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송유계획서 PDF 파일 업로드 작업 관련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(ITSM-118773)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EAI 3차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2097232379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898922959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525541051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[ERP 계정관리] 담당자 백업 업무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송병찬 매니저님(6006) CP - LOPAS SSO 로그인 Er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ror 점검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송유계획서 PDF 파일 업로드 작업 관련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(ITSM-118773)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EAI 3차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PRM -&gt; CRM View List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1155238006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820097015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995865375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</a:p>
        </p:txBody>
      </p:sp>
      <p:sp>
        <p:nvSpPr>
          <p:cNvPr id="239480063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3726585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4513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607562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271823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4752297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9288636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419134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5661109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0317199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8755769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1403889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6598695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2903894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929171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3960873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886982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4121383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160868212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10월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</a:p>
        </p:txBody>
      </p:sp>
      <p:sp>
        <p:nvSpPr>
          <p:cNvPr id="184379553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07084696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60659192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10월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24년 하반기 S-OIL 재해복구 모의훈련</a:t>
            </a:r>
          </a:p>
        </p:txBody>
      </p:sp>
      <p:sp>
        <p:nvSpPr>
          <p:cNvPr id="33972687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</a:p>
        </p:txBody>
      </p:sp>
      <p:sp>
        <p:nvSpPr>
          <p:cNvPr id="122833578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</a:p>
        </p:txBody>
      </p:sp>
      <p:sp>
        <p:nvSpPr>
          <p:cNvPr id="117808515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</a:p>
        </p:txBody>
      </p:sp>
      <p:sp>
        <p:nvSpPr>
          <p:cNvPr id="20327970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545074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25678617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강민경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