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2024-10-31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[2024.11.05 ~ 2024.11.11]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11월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25678617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300789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22685962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0743000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83093586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64997098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68063954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671720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33781505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4969737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1616910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837072692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81906243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54713875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59158477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29639044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061730768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6834198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4195661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4125735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468322263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9370382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122506846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7848376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7989829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4262086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7680068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3318759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972179399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7494658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482760069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0943587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18450410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0323395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016817397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72538330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5420014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692867658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14048782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8032106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364692502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S-imoms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SGI서울보증 차세대시스템 구축에 따른 전자보증 시스템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2024.10월 결산의 EIS, Yellow Book 반영</a:t>
            </a:r>
          </a:p>
        </p:txBody>
      </p:sp>
      <p:sp>
        <p:nvSpPr>
          <p:cNvPr id="440551540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06087212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</a:p>
        </p:txBody>
      </p:sp>
      <p:sp>
        <p:nvSpPr>
          <p:cNvPr id="1748317954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222252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5888799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3737708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23886160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100870031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ERP 업그레이드 수출체선료 Mig 대상 자료 추출(ZFIB6020_M)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2055269777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99437227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1581600019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5489245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5134902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6594416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4442118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49429078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68744157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'윤활유 오더 처리업무' 작업 개발을 위한 인터뷰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[멤버십마케팅팀] 판매관리 우리카드 결제 건 관련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ECOS 재배치에 따른 EAI 연동 작업 요청</a:t>
            </a:r>
          </a:p>
        </p:txBody>
      </p:sp>
      <p:sp>
        <p:nvSpPr>
          <p:cNvPr id="622448149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83656341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89299814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</a:p>
        </p:txBody>
      </p:sp>
      <p:sp>
        <p:nvSpPr>
          <p:cNvPr id="1878455312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774173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5252623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9876921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92105825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47962831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48589140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자산 마이그 코스트센터 점검 로직 추가(ZFIB9030_M)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이자율계산 공휴일 이자계산 제외 로직 추가(ZFIR1255)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검수 결재 문서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KDTT 출하처 호환(ERP--&gt;자동배차시스템) 및 이관프로세스 적용 요청</a:t>
            </a:r>
          </a:p>
        </p:txBody>
      </p:sp>
      <p:sp>
        <p:nvSpPr>
          <p:cNvPr id="770867241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66123472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73260835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</a:p>
        </p:txBody>
      </p:sp>
      <p:sp>
        <p:nvSpPr>
          <p:cNvPr id="54460525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1766441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4912999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3919835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8173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008451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239570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232837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9982631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8834523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500539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452097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45692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439951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446302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636175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9867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526468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3499041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155947269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6338276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[FI]ERP 업그레이드 수출체선료 Mig 대상 자료 추출(ZFIB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6020_M)</a:t>
            </a:r>
          </a:p>
        </p:txBody>
      </p:sp>
      <p:sp>
        <p:nvSpPr>
          <p:cNvPr id="12977217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1638832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962415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 인터페이스 오류 분석 및 해결(ZFI_RFC_VEN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DOR_CONF)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주행거리 프로그램 조회오류 원인 분석(ZPCR8000, ZPCR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8001)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 마이그 코스트센터 점검 로직 추가(ZFIB9030_M)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이자율계산 공휴일 이자계산 제외 로직 추가(ZFIR1255)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ZCOR6332 및 ZCOR6500 관련 로직 변경 요청</a:t>
            </a:r>
          </a:p>
        </p:txBody>
      </p:sp>
      <p:sp>
        <p:nvSpPr>
          <p:cNvPr id="171115751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70990826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0846249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9779941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285660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982333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64632226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</a:p>
        </p:txBody>
      </p:sp>
      <p:sp>
        <p:nvSpPr>
          <p:cNvPr id="46346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3차 통합테스트</a:t>
            </a:r>
          </a:p>
        </p:txBody>
      </p:sp>
      <p:sp>
        <p:nvSpPr>
          <p:cNvPr id="17075769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26910908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7923135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검수 결재 문서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3차 통합테스트</a:t>
            </a:r>
          </a:p>
        </p:txBody>
      </p:sp>
      <p:sp>
        <p:nvSpPr>
          <p:cNvPr id="37529904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33707219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75490640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</a:p>
        </p:txBody>
      </p:sp>
      <p:sp>
        <p:nvSpPr>
          <p:cNvPr id="33032630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966615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84955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766814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076768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344266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021765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4225491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75524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2305415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70800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5615292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25993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08007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46957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2156508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715681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84874730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112667120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하반기 DR 재해복구 모의훈련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SAP Security Patch Day CVE 확인 및 Notes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용작업(ERP/BW/HCM)</a:t>
            </a:r>
          </a:p>
        </p:txBody>
      </p:sp>
      <p:sp>
        <p:nvSpPr>
          <p:cNvPr id="175715418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82112256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39320472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SAP CVE 적용 대상 여부 취합 정리작업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(ERP/BW/HCM)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2nd interim 운영평가 내부통제 관련 증빙자료 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합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AS IS(ERP/BW/HCM/Contents Server) 서버들 내역정리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75970971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62288847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5261040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41479957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689997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596928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34552214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118737004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2028762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8178379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7152327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10장</a:t>
            </a:r>
          </a:p>
        </p:txBody>
      </p:sp>
      <p:sp>
        <p:nvSpPr>
          <p:cNvPr id="13741528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0038006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95744891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</a:p>
        </p:txBody>
      </p:sp>
      <p:sp>
        <p:nvSpPr>
          <p:cNvPr id="110967787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542995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35991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18112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6930643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3935345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49880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3184990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835770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3638172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839972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9306772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92592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31109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263457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686719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884031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2927063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9693524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Upgrade 3차 통합테스트 </a:t>
            </a:r>
          </a:p>
        </p:txBody>
      </p:sp>
      <p:sp>
        <p:nvSpPr>
          <p:cNvPr id="5487438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24496969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22525365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94768152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11374825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3178096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67929801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033738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58744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65645483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579242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50563390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37360410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88730122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[ITSM-1186040 뉴펜션 운용기관 변경 신청서 수정: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스트 및 uat 요청- 문의대응: 경조휴가 일자오류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문의 대응: 고용전환 직원 DC불입액 계산금액 오류 원인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조사 외- [ITSM-117629] 인수인계서 작성(팀원용) 추가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: 입력화면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[ITSM-118903] 인사원장 내 중심조직 필드 신설-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대응: 장기근속관련 휴직기간 제외 적용 검토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[ITSM-117629] 인수인계서 작성(팀원용) 추가 개발: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수정 및 테스트- [ITSM-119062] 특근확인서 특근유형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정- ERP 업그레이트 PRJ 지원: 근태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[ITSM-118380] [HR] S/F 전용 SVR 생성:(20%)- ERP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업그레이트 PRJ 지원: 복리후생 통합테스트</a:t>
            </a:r>
          </a:p>
        </p:txBody>
      </p:sp>
      <p:sp>
        <p:nvSpPr>
          <p:cNvPr id="70203365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75686490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51299174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86391143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885109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128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225188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902639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179894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75197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6933445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219356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324503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527999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36597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21944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10972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291880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717743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226398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3226605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8434842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PM-&gt; ZPMB1009 변경 -&gt; HANA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[PP] SAP PP 개발 ,분석 ,사용자지원-&gt; HANA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[QM] SAP QM 개발 ,분석 ,사용자지원-&gt; HANA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TS 개발 ,분석 ,사용자지원-&gt; HANA TEST</a:t>
            </a:r>
          </a:p>
        </p:txBody>
      </p:sp>
      <p:sp>
        <p:nvSpPr>
          <p:cNvPr id="7971405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38048967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96457169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TS 사용자 지원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분석-&gt; PP, PM , TS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PM 설비 마스터 등록-&gt; ZPMB1009 분석 및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 ZPMR8050 수정 ( SELECT 조건 변경 )</a:t>
            </a:r>
          </a:p>
        </p:txBody>
      </p:sp>
      <p:sp>
        <p:nvSpPr>
          <p:cNvPr id="193323694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</a:p>
        </p:txBody>
      </p:sp>
      <p:sp>
        <p:nvSpPr>
          <p:cNvPr id="119511882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13%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10585017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22414285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250817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0650958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96732473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740213598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650537818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605047199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625090826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ITSM-119045KDTT 출하처 호환(ERP--&gt;자동배차시스템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및 이관프로세스 적용 요청</a:t>
            </a:r>
          </a:p>
        </p:txBody>
      </p:sp>
      <p:sp>
        <p:nvSpPr>
          <p:cNvPr id="1260669234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</a:p>
        </p:txBody>
      </p:sp>
      <p:sp>
        <p:nvSpPr>
          <p:cNvPr id="545550057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</a:p>
        </p:txBody>
      </p:sp>
      <p:sp>
        <p:nvSpPr>
          <p:cNvPr id="108955607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</a:p>
        </p:txBody>
      </p:sp>
      <p:sp>
        <p:nvSpPr>
          <p:cNvPr id="25012393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2767597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73610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3129024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117911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633231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832351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540330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147472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877275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93048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544417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46568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525781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89611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031301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4268623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11091013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83231320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ITSM-119037 CI 시설지원 관련 협력사 조회 및 엑셀다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운로드 조회화면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ITSM-119133 리얼그리드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ITSM-119115 거래처 경조화환 시스템 일부 보완요청</a:t>
            </a:r>
          </a:p>
        </p:txBody>
      </p:sp>
      <p:sp>
        <p:nvSpPr>
          <p:cNvPr id="10038877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2435378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13972959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ITSM-119037 CI 시설지원 관련 협력사 조회 및 엑셀다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운로드 조회화면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ITSM-119133 리얼그리드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ITSM-119115 거래처 경조화환 시스템 일부 보완요청</a:t>
            </a:r>
          </a:p>
        </p:txBody>
      </p:sp>
      <p:sp>
        <p:nvSpPr>
          <p:cNvPr id="78846609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62504277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37613436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62375791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728370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955988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06644365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60047435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20142568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9605016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13533996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17101273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7879886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52773141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28723182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08723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0102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61872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1791985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2219286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88378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63116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095835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82683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171640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350041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9931054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536228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3393176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860286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262463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00250317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</a:p>
        </p:txBody>
      </p:sp>
      <p:sp>
        <p:nvSpPr>
          <p:cNvPr id="131891715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시설물 지원 이력 분석을 위한 데이터베이스 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ERP 및 PRM 거래처 마스터 연동관련 주석 추가요청</a:t>
            </a:r>
          </a:p>
        </p:txBody>
      </p:sp>
      <p:sp>
        <p:nvSpPr>
          <p:cNvPr id="12704523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057063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8945437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시설물 지원 이력 분석을 위한 데이터베이스 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ERP 및 PRM 거래처 마스터 연동관련 주석 추가요청</a:t>
            </a:r>
          </a:p>
        </p:txBody>
      </p:sp>
      <p:sp>
        <p:nvSpPr>
          <p:cNvPr id="15230868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4638642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8723152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81749601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373171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253623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32266194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</a:p>
        </p:txBody>
      </p:sp>
      <p:sp>
        <p:nvSpPr>
          <p:cNvPr id="82934617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휴가 11/11 - 11/15</a:t>
            </a:r>
          </a:p>
        </p:txBody>
      </p:sp>
      <p:sp>
        <p:nvSpPr>
          <p:cNvPr id="204215735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7002918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7672599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기회수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자동배차엔진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ITSM-117574 상태 변경,ITSM-117938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,ITSM-116714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ITSM-118978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보안점검 증빙 자료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주문 데이터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보안점검 증빙 자료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저장소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ITSM-119083 배포상태 변경</a:t>
            </a:r>
          </a:p>
        </p:txBody>
      </p:sp>
      <p:sp>
        <p:nvSpPr>
          <p:cNvPr id="78456463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28609663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98711660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71654362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579044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9384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99985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36423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1833086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275494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046744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129628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48433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963500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217121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482455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114449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181869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7868966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34984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0973110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</a:p>
        </p:txBody>
      </p:sp>
      <p:sp>
        <p:nvSpPr>
          <p:cNvPr id="51958868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및 SAP입력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추가</a:t>
            </a:r>
          </a:p>
        </p:txBody>
      </p:sp>
      <p:sp>
        <p:nvSpPr>
          <p:cNvPr id="12357452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945632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00117320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 서버 정상화 모니터링 및 일부 작업 수정 - 사전점검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CCS사전점검, 가상계좌 List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'윤활유 오더 처리업무' 작업 개발을 위한 인터뷰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PPS 소스 코드 내부 관리를 위해 JIRA 업로드</a:t>
            </a:r>
          </a:p>
        </p:txBody>
      </p:sp>
      <p:sp>
        <p:nvSpPr>
          <p:cNvPr id="72521253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08685585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6378216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75931946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40551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483460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34288813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86507214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미진행 시 자동삭제 및 협조부서 기각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20031810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988799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4825581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미진행 시 자동삭제 및 협조부서 기각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93957305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92455336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161645059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6129088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546172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60531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1603364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49495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571125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8436585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441697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652552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2796096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094575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486476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3165620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2713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95142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0104960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3765139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63126201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</a:p>
        </p:txBody>
      </p:sp>
      <p:sp>
        <p:nvSpPr>
          <p:cNvPr id="103315298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 OT 사이버보안 시스템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ITSM-118739 프로필사진 촬영 신청서</a:t>
            </a:r>
          </a:p>
        </p:txBody>
      </p:sp>
      <p:sp>
        <p:nvSpPr>
          <p:cNvPr id="13160286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53418199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918854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 OT 사이버보안 시스템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ITSM-118996, ITSM-119044, ITSM-119031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ITSM-119050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ITSM-119114, ITSM-119124</a:t>
            </a:r>
          </a:p>
        </p:txBody>
      </p:sp>
      <p:sp>
        <p:nvSpPr>
          <p:cNvPr id="168487309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58486295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200354413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9939225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134842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5575273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280850821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543918788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</a:p>
        </p:txBody>
      </p:sp>
      <p:sp>
        <p:nvSpPr>
          <p:cNvPr id="1925339699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36543717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174538624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관리자 IP 추가 등록 요청(인사후생팀 최상희 계장,인력개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발팀 정은지 사원)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사용자 조회 화면에서 검색어로 검색시에도 퇴직자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안되도록 추가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ITSM-118978 ERS 상단 메뉴 구성 개편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보안감사로 인한 증적 스크린샷 자료 요청 확인 후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ITSM-119061 교육훈련신청서 작성 당시 교육시간 기입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발생,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 신청서 결재 회수 오류 문서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설치된 JAVA 버전 확인 및 개발자 환경 JAVA 버전확인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회신</a:t>
            </a:r>
          </a:p>
        </p:txBody>
      </p:sp>
      <p:sp>
        <p:nvSpPr>
          <p:cNvPr id="985892398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1513115783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615643754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1915332981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5908712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708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012693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303699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598641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4413831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4452561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63096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19378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684257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00274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697402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692156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922281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126078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03589030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</a:p>
        </p:txBody>
      </p:sp>
      <p:sp>
        <p:nvSpPr>
          <p:cNvPr id="1638940382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</a:p>
        </p:txBody>
      </p:sp>
      <p:sp>
        <p:nvSpPr>
          <p:cNvPr id="203975795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EWS 시나리오 삭제 및 담당부서 제외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EWS 모든 테이블 포맷이 다른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 (운영-개발)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EWS 인수인계</a:t>
            </a:r>
          </a:p>
        </p:txBody>
      </p:sp>
      <p:sp>
        <p:nvSpPr>
          <p:cNvPr id="1179716329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16721115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56046168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[회계팅] 비경상적 비용인식, 비경상적 채무반제 시나리오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개선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EWS 이상징후 발생건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판매관리 우리카드 결제 건 관련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모바일판매내역 데이터 CRM과 불일치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내용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[생산IT지원팀] 2024 2nd IAMS IT Process 모집단 자료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시스템 JAVA 버전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대주주 감사 대비 지원 (GCMS, EWS)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</a:p>
        </p:txBody>
      </p:sp>
      <p:sp>
        <p:nvSpPr>
          <p:cNvPr id="331076936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567855508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779047383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</a:p>
        </p:txBody>
      </p:sp>
      <p:sp>
        <p:nvSpPr>
          <p:cNvPr id="159203555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1456529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694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114668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495516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2797546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407155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267312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563543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65097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53568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488968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26837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2107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03641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75644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2332702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926919336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</a:p>
        </p:txBody>
      </p:sp>
      <p:sp>
        <p:nvSpPr>
          <p:cNvPr id="672861748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송병찬 매니저님(6006) CP - LOPAS SSO 로그인 Er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ror 점검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송유계획서 PDF 파일 업로드 작업 관련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(ITSM-118773)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3차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58723924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712191123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16095647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 계정관리] 담당자 백업 업무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백재열 계장님(T480) 사번 변경으로 인한 권한 재설정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송병찬 매니저님(6006) CP - LOPAS SSO 로그인 Er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ror 점검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송유계획서 PDF 파일 업로드 작업 관련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(ITSM-118773)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3차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사이버보안 컴플라이언스 점검 체크리스트 (Application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검토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281633039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920662797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88377078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</a:p>
        </p:txBody>
      </p:sp>
      <p:sp>
        <p:nvSpPr>
          <p:cNvPr id="2024196240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9527314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9137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13879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44995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047946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9266660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01437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86592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65795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878669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485282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490734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264912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425519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25007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743481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650696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15671957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10월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</a:p>
        </p:txBody>
      </p:sp>
      <p:sp>
        <p:nvSpPr>
          <p:cNvPr id="17407422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710655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92615670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10월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ECOS 재배치에 따른 EAI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SYSTEM운영서버 heap메모리 초기화 작업</a:t>
            </a:r>
          </a:p>
        </p:txBody>
      </p:sp>
      <p:sp>
        <p:nvSpPr>
          <p:cNvPr id="6907727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86697858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11523465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43282166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65963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25678617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강민경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