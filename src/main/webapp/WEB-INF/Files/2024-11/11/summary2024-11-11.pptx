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300789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226859627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7430005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093586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9970986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680639542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46717202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337815057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4969737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01616910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837072692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819062436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954713875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59158477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29639044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2061730768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6834198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4195661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4125735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468322263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9370382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2122506846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7848376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7989829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4262086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7680068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3318759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972179399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7494658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482760069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0943587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18450410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50323395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2016817397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672538330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55420014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692867658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614048782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8032106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364692502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S-imoms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SGI서울보증 차세대시스템 구축에 따른 전자보증 시스템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2024.10월 결산의 EIS, Yellow Book 반영</a:t>
            </a:r>
          </a:p>
        </p:txBody>
      </p:sp>
      <p:sp>
        <p:nvSpPr>
          <p:cNvPr id="440551540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06087212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</a:p>
        </p:txBody>
      </p:sp>
      <p:sp>
        <p:nvSpPr>
          <p:cNvPr id="1748317954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222252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5888799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3737708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023886160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100870031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ERP 업그레이드 수출체선료 Mig 대상 자료 추출(ZFIB6020_M)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신규 발주 생성 시 대금수수계약 체결여부 점검 및 안내기능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2055269777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99437227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</a:p>
        </p:txBody>
      </p:sp>
      <p:sp>
        <p:nvSpPr>
          <p:cNvPr id="1581600019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5489245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5134902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6594416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44421180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49429078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768744157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'윤활유 오더 처리업무' 작업 개발을 위한 인터뷰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[GCMS] [멤버십마케팅팀] 판매관리 우리카드 결제 건 관련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ECOS 재배치에 따른 EAI 연동 작업 요청</a:t>
            </a:r>
          </a:p>
        </p:txBody>
      </p:sp>
      <p:sp>
        <p:nvSpPr>
          <p:cNvPr id="622448149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83656341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389299814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</a:p>
        </p:txBody>
      </p:sp>
      <p:sp>
        <p:nvSpPr>
          <p:cNvPr id="1878455312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774173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5252623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9876921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105825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47962831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548589140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자산 마이그 코스트센터 점검 로직 추가(ZFIB9030_M)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이자율계산 공휴일 이자계산 제외 로직 추가(ZFIR1255)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검수 결재 문서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KDTT 출하처 호환(ERP--&gt;자동배차시스템) 및 이관프로세스 적용 요청</a:t>
            </a:r>
          </a:p>
        </p:txBody>
      </p:sp>
      <p:sp>
        <p:nvSpPr>
          <p:cNvPr id="770867241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66123472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73260835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</a:p>
        </p:txBody>
      </p:sp>
      <p:sp>
        <p:nvSpPr>
          <p:cNvPr id="54460525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1766441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64912999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3919835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