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7361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12902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17911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3323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32351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540330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14747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87727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93048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54441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46568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525781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89611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31301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26862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1109101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83231320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10038877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2435378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397295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ITSM-118175ci 시설지원 PO번호 연동오류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7884660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250427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37613436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6237579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2837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955988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664436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6004743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2014256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960501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13533996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1710127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787988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5277314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2872318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08723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0102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61872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79198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221928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88378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3116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09583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82683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7164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35004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93105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536228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39317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60286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262463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025031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13189171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12704523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057063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894543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1523086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463864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8723152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8174960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373171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25362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3226619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8293461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11/11 - 11/15</a:t>
            </a:r>
          </a:p>
        </p:txBody>
      </p:sp>
      <p:sp>
        <p:nvSpPr>
          <p:cNvPr id="20421573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7002918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7672599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기회수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ITSM-117574 상태 변경,ITSM-117938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,ITSM-116714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ITSM-118978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보안점검 증빙 자료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주문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보안점검 증빙 자료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저장소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ITSM-119083 배포상태 변경</a:t>
            </a:r>
          </a:p>
        </p:txBody>
      </p:sp>
      <p:sp>
        <p:nvSpPr>
          <p:cNvPr id="7845646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8609663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9871166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7165436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579044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9384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9985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36423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183308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275494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046744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29628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48433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96350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21712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48245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11444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181869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86896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3498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097311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</a:p>
        </p:txBody>
      </p:sp>
      <p:sp>
        <p:nvSpPr>
          <p:cNvPr id="5195886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</a:p>
        </p:txBody>
      </p:sp>
      <p:sp>
        <p:nvSpPr>
          <p:cNvPr id="12357452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945632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0011732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서버 정상화 모니터링 및 일부 작업 수정 - 사전점검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CCS사전점검, 가상계좌 List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'윤활유 오더 처리업무' 작업 개발을 위한 인터뷰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PPS 소스 코드 내부 관리를 위해 JIRA 업로드</a:t>
            </a:r>
          </a:p>
        </p:txBody>
      </p:sp>
      <p:sp>
        <p:nvSpPr>
          <p:cNvPr id="7252125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08685585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63782163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7593194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40551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483460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4288813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86507214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20031810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98879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825581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9395730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92455336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6164505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6129088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546172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60531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60336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49495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7112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843658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441697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52552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79609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09457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48647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16562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2713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5142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010496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376513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63126201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03315298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</a:p>
        </p:txBody>
      </p:sp>
      <p:sp>
        <p:nvSpPr>
          <p:cNvPr id="13160286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341819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0918854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ITSM-118996, ITSM-119044, ITSM-119031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ITSM-119050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ITSM-119114, ITSM-119124</a:t>
            </a:r>
          </a:p>
        </p:txBody>
      </p:sp>
      <p:sp>
        <p:nvSpPr>
          <p:cNvPr id="16848730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5848629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20035441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993922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13484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5575273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280850821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543918788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1925339699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36543717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74538624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IP 추가 등록 요청(인사후생팀 최상희 계장,인력개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발팀 정은지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사용자 조회 화면에서 검색어로 검색시에도 퇴직자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안되도록 추가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ITSM-118978 ERS 상단 메뉴 구성 개편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보안감사로 인한 증적 스크린샷 자료 요청 확인 후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ITSM-119061 교육훈련신청서 작성 당시 교육시간 기입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발생,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 신청서 결재 회수 오류 문서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설치된 JAVA 버전 확인 및 개발자 환경 JAVA 버전확인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회신</a:t>
            </a:r>
          </a:p>
        </p:txBody>
      </p:sp>
      <p:sp>
        <p:nvSpPr>
          <p:cNvPr id="985892398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513115783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615643754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1915332981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590871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708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01269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303699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98641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4413831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445256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63096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19378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68425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00274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69740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92156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92228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26078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3589030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163894038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203975795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</a:p>
        </p:txBody>
      </p:sp>
      <p:sp>
        <p:nvSpPr>
          <p:cNvPr id="117971632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16721115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56046168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[회계팅] 비경상적 비용인식, 비경상적 채무반제 시나리오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개선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이상징후 발생건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판매관리 우리카드 결제 건 관련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모바일판매내역 데이터 CRM과 불일치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내용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2024 2nd IAMS IT Process 모집단 자료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시스템 JAVA 버전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[IT운영팀] 대주주 감사 대비 지원 (GCMS, EWS)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33107693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567855508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779047383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</a:p>
        </p:txBody>
      </p:sp>
      <p:sp>
        <p:nvSpPr>
          <p:cNvPr id="15920355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1456529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694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11466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95516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79754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40715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26731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56354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65097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3568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48896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26837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62107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603641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5644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2332702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92691933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</a:p>
        </p:txBody>
      </p:sp>
      <p:sp>
        <p:nvSpPr>
          <p:cNvPr id="67286174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송병찬 매니저님(6006) CP - LOPAS SSO 로그인 Er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ror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58723924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12191123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16095647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담당자 백업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백재열 계장님(T480) 사번 변경으로 인한 권한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송병찬 매니저님(6006) CP - LOPAS SSO 로그인 Er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ror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사이버보안 컴플라이언스 점검 체크리스트 (Application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검토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281633039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920662797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</a:p>
        </p:txBody>
      </p:sp>
      <p:sp>
        <p:nvSpPr>
          <p:cNvPr id="88377078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</a:p>
        </p:txBody>
      </p:sp>
      <p:sp>
        <p:nvSpPr>
          <p:cNvPr id="2024196240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9527314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9137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13879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644995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047946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9266660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1437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86592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65795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287866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85282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49073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64912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42551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25007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74348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650696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567195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</a:p>
        </p:txBody>
      </p:sp>
      <p:sp>
        <p:nvSpPr>
          <p:cNvPr id="174074225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10655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92615670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ECOS 재배치에 따른 EAI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SYSTEM운영서버 heap메모리 초기화 작업</a:t>
            </a:r>
          </a:p>
        </p:txBody>
      </p:sp>
      <p:sp>
        <p:nvSpPr>
          <p:cNvPr id="690772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86697858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1152346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14328216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65963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