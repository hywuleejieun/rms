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8173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008451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2395705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2328374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9982631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8834523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5500539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6452097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6456920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439951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446302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6361752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59867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5264687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3499041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155947269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6338276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[FI]ERP 업그레이드 수출체선료 Mig 대상 자료 추출(ZFIB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6020_M)</a:t>
            </a:r>
          </a:p>
        </p:txBody>
      </p:sp>
      <p:sp>
        <p:nvSpPr>
          <p:cNvPr id="129772174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51638832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59624151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구매처생성 인터페이스 오류 분석 및 해결(ZFI_RFC_VEN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DOR_CONF)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주행거리 프로그램 조회오류 원인 분석(ZPCR8000, ZPCR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8001)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 마이그 코스트센터 점검 로직 추가(ZFIB9030_M)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이자율계산 공휴일 이자계산 제외 로직 추가(ZFIR1255)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ZCOR6332 및 ZCOR6500 관련 로직 변경 요청</a:t>
            </a:r>
          </a:p>
        </p:txBody>
      </p:sp>
      <p:sp>
        <p:nvSpPr>
          <p:cNvPr id="171115751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170990826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108462493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97799419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285660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982333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64632226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</a:p>
        </p:txBody>
      </p:sp>
      <p:sp>
        <p:nvSpPr>
          <p:cNvPr id="46346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open po 리스트업 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3차 통합테스트</a:t>
            </a:r>
          </a:p>
        </p:txBody>
      </p:sp>
      <p:sp>
        <p:nvSpPr>
          <p:cNvPr id="170757691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26910908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7923135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open po 리스트업 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검수 결재 문서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3차 통합테스트</a:t>
            </a:r>
          </a:p>
        </p:txBody>
      </p:sp>
      <p:sp>
        <p:nvSpPr>
          <p:cNvPr id="37529904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33707219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75490640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</a:p>
        </p:txBody>
      </p:sp>
      <p:sp>
        <p:nvSpPr>
          <p:cNvPr id="33032630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966615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84955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7766814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076768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3442669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021765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4225491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2755243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2305415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70800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5615292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25993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9080071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8469573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2156508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8715681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184874730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112667120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하반기 DR 재해복구 모의훈련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SAP Security Patch Day CVE 확인 및 Notes 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용작업(ERP/BW/HCM)</a:t>
            </a:r>
          </a:p>
        </p:txBody>
      </p:sp>
      <p:sp>
        <p:nvSpPr>
          <p:cNvPr id="175715418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82112256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39320472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SAP CVE 적용 대상 여부 취합 정리작업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(ERP/BW/HCM)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2nd interim 운영평가 내부통제 관련 증빙자료 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합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AS IS(ERP/BW/HCM/Contents Server) 서버들 내역정리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75970971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62288847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52610402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41479957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689997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596928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34552214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118737004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20287625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81783796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97152327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10장</a:t>
            </a:r>
          </a:p>
        </p:txBody>
      </p:sp>
      <p:sp>
        <p:nvSpPr>
          <p:cNvPr id="137415280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0038006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95744891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110967787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542995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35991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181122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6930643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3935345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149880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3184990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2835770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3638172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839972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9306772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9925922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531109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263457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6867196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884031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29270639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9693524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 Upgrade 3차 통합테스트 </a:t>
            </a:r>
          </a:p>
        </p:txBody>
      </p:sp>
      <p:sp>
        <p:nvSpPr>
          <p:cNvPr id="54874389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24496969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22525365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94768152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211374825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31780962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67929801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033738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4587447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65645483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579242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50563390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37360410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88730122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[ITSM-1186040 뉴펜션 운용기관 변경 신청서 수정: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스트 및 uat 요청- 문의대응: 경조휴가 일자오류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문의 대응: 고용전환 직원 DC불입액 계산금액 오류 원인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조사 외- [ITSM-117629] 인수인계서 작성(팀원용) 추가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: 입력화면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[ITSM-118903] 인사원장 내 중심조직 필드 신설- 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대응: 장기근속관련 휴직기간 제외 적용 검토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[ITSM-117629] 인수인계서 작성(팀원용) 추가 개발: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수정 및 테스트- [ITSM-119062] 특근확인서 특근유형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정- ERP 업그레이트 PRJ 지원: 근태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[ITSM-118380] [HR] S/F 전용 SVR 생성:(20%)- ERP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업그레이트 PRJ 지원: 복리후생 통합테스트</a:t>
            </a:r>
          </a:p>
        </p:txBody>
      </p:sp>
      <p:sp>
        <p:nvSpPr>
          <p:cNvPr id="70203365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75686490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51299174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86391143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885109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1283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3225188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902639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179894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1751975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6933445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219356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3245039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5279999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5365971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121944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7109722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2918809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7177435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6226398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3226605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84348424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[PM] SAP PM-&gt; ZPMB1009 변경 -&gt; HANA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[PP] SAP PP 개발 ,분석 ,사용자지원-&gt; HANA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[QM] SAP QM 개발 ,분석 ,사용자지원-&gt; HANA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[TS] SAP TS 개발 ,분석 ,사용자지원-&gt; HANA TEST</a:t>
            </a:r>
          </a:p>
        </p:txBody>
      </p:sp>
      <p:sp>
        <p:nvSpPr>
          <p:cNvPr id="79714051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QM/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38048967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QM/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96457169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[TS] SAP TS 사용자 지원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분석-&gt; PP, PM , TS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[PM] SAP PM 설비 마스터 등록-&gt; ZPMB1009 분석 및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[PM]  ZPMR8050 수정 ( SELECT 조건 변경 )</a:t>
            </a:r>
          </a:p>
        </p:txBody>
      </p:sp>
      <p:sp>
        <p:nvSpPr>
          <p:cNvPr id="193323694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</a:p>
        </p:txBody>
      </p:sp>
      <p:sp>
        <p:nvSpPr>
          <p:cNvPr id="119511882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13%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105850173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22414285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250817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0650958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96732473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740213598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650537818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605047199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625090826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ITSM-117162할인할증 신규 ERP CODE(zpsdr9050, zp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sdr9055) 관련, 할인할증 입력 기준 확대 및 코드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ITSM-119045KDTT 출하처 호환(ERP--&gt;자동배차시스템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 및 이관프로세스 적용 요청</a:t>
            </a:r>
          </a:p>
        </p:txBody>
      </p:sp>
      <p:sp>
        <p:nvSpPr>
          <p:cNvPr id="1260669234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</a:p>
        </p:txBody>
      </p:sp>
      <p:sp>
        <p:nvSpPr>
          <p:cNvPr id="545550057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</a:p>
        </p:txBody>
      </p:sp>
      <p:sp>
        <p:nvSpPr>
          <p:cNvPr id="108955607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</a:p>
        </p:txBody>
      </p:sp>
      <p:sp>
        <p:nvSpPr>
          <p:cNvPr id="25012393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2767597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