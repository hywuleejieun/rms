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[2024.11.05 ~ 2024.11.11]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11월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