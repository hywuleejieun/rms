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2024-10-31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80</Words>
  <Application>Microsoft Office PowerPoint</Application>
  <PresentationFormat>사용자 지정</PresentationFormat>
  <Paragraphs>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2024-10-31T01:19:00Z</dcterms:modified>
  <cp:revision>32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2024-10-31T01:19:00Z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2664fa70-f6d6-45e4-9a0b-b60dc9500de5</vt:lpwstr>
  </property>
  <property fmtid="{D5CDD505-2E9C-101B-9397-08002B2CF9AE}" pid="8" name="MSIP_Label_a567d48d-774c-44e2-a79a-7d15724a8f35_ContentBits">
    <vt:lpwstr>3</vt:lpwstr>
  </property>
</Properties>
</file>