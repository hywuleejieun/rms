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[2024.11.12 ~ 2024.11.18]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11월 5주차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