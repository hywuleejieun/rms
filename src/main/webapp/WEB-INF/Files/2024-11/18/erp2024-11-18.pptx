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32412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1764240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86583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2198261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871472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59235315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20686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64395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26980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718723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06506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810537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31846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138851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968926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124217135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2458500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[FI]ERP 업그레이드 수출체선료 Mig 대상 자료 추출(ZFIB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6020_M)</a:t>
            </a:r>
          </a:p>
        </p:txBody>
      </p:sp>
      <p:sp>
        <p:nvSpPr>
          <p:cNvPr id="143641681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072534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4033585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이자율계산 공휴일 이자계산 제외 로직 추가 (ZFIR1255)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자재 1905 관련 로직 변경 요청(ZCOR6332)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수출체선료 Mig 대상 자료 추출 프로그램 로직 수정(ZFIB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6020_M)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인터페이스 오류 분석 및 해결(ZFI_RFC_VEN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DOR_CONF)</a:t>
            </a:r>
          </a:p>
        </p:txBody>
      </p:sp>
      <p:sp>
        <p:nvSpPr>
          <p:cNvPr id="150430363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66671114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20190586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2488639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331911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203715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26366961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</a:p>
        </p:txBody>
      </p:sp>
      <p:sp>
        <p:nvSpPr>
          <p:cNvPr id="72361999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3차 통합테스트</a:t>
            </a:r>
          </a:p>
        </p:txBody>
      </p:sp>
      <p:sp>
        <p:nvSpPr>
          <p:cNvPr id="176023417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93599699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950504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3차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수출 선박 오더 입력 시 선박평가 요청 자동화 로직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기술검수증 내 반입 일자 수정 요청</a:t>
            </a:r>
          </a:p>
        </p:txBody>
      </p:sp>
      <p:sp>
        <p:nvSpPr>
          <p:cNvPr id="63661234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36907981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</a:p>
        </p:txBody>
      </p:sp>
      <p:sp>
        <p:nvSpPr>
          <p:cNvPr id="193993394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179223454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212678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2670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647040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929486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714870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867021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89214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2145779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6757360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2218448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7369740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723209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2328540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34169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75860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155919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</a:p>
        </p:txBody>
      </p:sp>
      <p:sp>
        <p:nvSpPr>
          <p:cNvPr id="30144827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</a:p>
        </p:txBody>
      </p:sp>
      <p:sp>
        <p:nvSpPr>
          <p:cNvPr id="7594516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26076115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16024299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77201945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Smart-ERP개발 System Landscape 수정 관련 문제로 SAP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서비스 restart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시스템 Enque Server 성능저하 현상에 따른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하반기 DR 재해복구 모의훈련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삼일회계법인 S-OIL SAP ITGC 미수령 자료 추가 요청에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따른 자료 취합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SAP Security Patch Day CVE 확인 및 Notes 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용작업(ERP/BW/HCM)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72244984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0534108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1522048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</a:p>
        </p:txBody>
      </p:sp>
      <p:sp>
        <p:nvSpPr>
          <p:cNvPr id="15410870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92754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50300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80846129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86532564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27130572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46055173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71185024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 강의 복습하기: 3주차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기준): 11장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 강의 복습하기: 4주차</a:t>
            </a:r>
          </a:p>
        </p:txBody>
      </p:sp>
      <p:sp>
        <p:nvSpPr>
          <p:cNvPr id="1301216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2411864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</a:p>
        </p:txBody>
      </p:sp>
      <p:sp>
        <p:nvSpPr>
          <p:cNvPr id="123688681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</a:p>
        </p:txBody>
      </p:sp>
      <p:sp>
        <p:nvSpPr>
          <p:cNvPr id="20716359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2783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3582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011560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060454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686243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392305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85737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00842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831813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541592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208501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64089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72790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562638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91353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3222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74482603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32795724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0356499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6274112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396594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 Upgrade 3차 통합테스트 </a:t>
            </a:r>
          </a:p>
        </p:txBody>
      </p:sp>
      <p:sp>
        <p:nvSpPr>
          <p:cNvPr id="18843179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9672243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52456664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11/07</a:t>
            </a:r>
            <a:br/>
          </a:p>
        </p:txBody>
      </p:sp>
      <p:sp>
        <p:nvSpPr>
          <p:cNvPr id="92254547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399910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8215716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251843182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458822935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007064583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41319588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864733465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[ITSM-118380] [HR] S/F 전용 SVR 생성:(40%)- 문의대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응: 생활안정자금 신청금액 수정관련 문의 대응 외- 급여작업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지원: 정기승호 데이터생성오류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[ITSM-119227] 배우자동반 휴직기간을 근속기간에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외 처리- 프로젝트지원: 생산직평가 통테(프로세서 설명 및 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팅지원)- [ITSM-118380] [HR] S/F 전용 SVR 생성:(60%)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[ITSM-118380] [HR] S/F 전용 SVR 생성:(80%)- 문의대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응: 사회봉사보고서 작성오류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[ITSM-118380] [HR] S/F 전용 SVR 생성:(완료)- [ITS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M-119227] 장기근속 예외자여부 필드 추가- 프로젝트 지원: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SF이관용 발령데이터 불일치 원인조사 등- SAP UI5 업무인계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(이지은): UI5 구조설명 및 개발환경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연차휴가</a:t>
            </a:r>
          </a:p>
        </p:txBody>
      </p:sp>
      <p:sp>
        <p:nvSpPr>
          <p:cNvPr id="1007145543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876203374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354437989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449045891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2510821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5138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55548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454278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9700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576877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130746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507927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246761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6430099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920315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08877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49647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399667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7220298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712781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35620589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111612492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PM 개발 ,분석 ,사용자지원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[PP] SAP PP 개발 ,분석 ,사용자지원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[QM] SAP QM 개발 ,분석 ,사용자지원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-&gt; 신규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개발 ,분석 ,사용자지원</a:t>
            </a:r>
            <a:br/>
          </a:p>
        </p:txBody>
      </p:sp>
      <p:sp>
        <p:nvSpPr>
          <p:cNvPr id="164737434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4864228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40301684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사용자 지원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-&gt; PP, PM , TS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PM 설비 마스터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-&gt; ZPMB1009 분석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출장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-&gt; SAP I/F TESTT</a:t>
            </a:r>
            <a:br/>
          </a:p>
        </p:txBody>
      </p:sp>
      <p:sp>
        <p:nvSpPr>
          <p:cNvPr id="6106673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109386324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br/>
          </a:p>
        </p:txBody>
      </p:sp>
      <p:sp>
        <p:nvSpPr>
          <p:cNvPr id="74513858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br/>
          </a:p>
        </p:txBody>
      </p:sp>
      <p:sp>
        <p:nvSpPr>
          <p:cNvPr id="210848934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03464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927701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39377818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23009490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7048968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31897834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52106757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49799564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56007633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4467913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110231453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550897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