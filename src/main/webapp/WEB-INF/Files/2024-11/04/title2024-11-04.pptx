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[2024.10.29 ~ 2024.11.04]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11월 3주차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