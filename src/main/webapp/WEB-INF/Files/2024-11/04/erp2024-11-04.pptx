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2381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00634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99109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98603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22393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73396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60152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712063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60612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86853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4151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71668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91354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11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1128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9142854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925295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791487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832391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239262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[FI]BUYER 누락 오류 수정(ZEXNR6100)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[FI]수출체선료 리스트 반제전표 체크(ZFIR9116)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[FI]자산클래스 980 추가필드탭 관재용 위치부서 FIELD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추가(SAPLXAIS0900)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9913892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59995126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7532055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11021897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58228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09480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69123610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8730340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6109463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44188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6529085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2차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</a:p>
        </p:txBody>
      </p:sp>
      <p:sp>
        <p:nvSpPr>
          <p:cNvPr id="17508435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5483150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7300631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4991397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9801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079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85369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09425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17065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11250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35341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96990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56206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60950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538107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67761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10721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689822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62346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66117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21252686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3485940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3932732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772652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0558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ERP/HCM운영 BC관련 권한 Role 유지/삭제 대상 취합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업(2024년01월~03월(3개월))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일회성 배치잡 신규설정 및 등록작업(ZTD_D_CN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FM DLVRY_CUR_DAY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CVE 패치 Note 긴급 확인 및 적용작업(해당시스템 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5942929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3640720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5978824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755632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57921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703738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0428721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9676982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342668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132636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398752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9장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10장</a:t>
            </a:r>
          </a:p>
        </p:txBody>
      </p:sp>
      <p:sp>
        <p:nvSpPr>
          <p:cNvPr id="17989392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5046469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38469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3663053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8131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195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75303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41520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306209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80546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7201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79375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4171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7667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9067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57928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30566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17924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2368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74955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5345733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870498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7286749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947875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296985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* ZIF_RFC_CHEMI_CONSUMPTION Import Parameter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(BUDAT→CPUDT)</a:t>
            </a:r>
          </a:p>
        </p:txBody>
      </p:sp>
      <p:sp>
        <p:nvSpPr>
          <p:cNvPr id="2887920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</a:p>
        </p:txBody>
      </p:sp>
      <p:sp>
        <p:nvSpPr>
          <p:cNvPr id="1572516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</a:p>
        </p:txBody>
      </p:sp>
      <p:sp>
        <p:nvSpPr>
          <p:cNvPr id="19756921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br/>
          </a:p>
        </p:txBody>
      </p:sp>
      <p:sp>
        <p:nvSpPr>
          <p:cNvPr id="4164294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6333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02498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32946419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55397485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751732602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55773609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9228068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통합 PRJ: 텍스트 라벨 한글표기 오류 테스트 외- SF 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RJ: 인포타입 추가 필드 사용여부 조사 외- [ITSM-117629]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통합테스트(신청 / 결재 / 현황조회 )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면수정(50%)- [ITSM-118613] 주택자금 은행 대출 중도 상환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관련 잔액 수정(4건)- 업무지원: New Healthcare Program 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용신청서 오류데이터 수정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면수정(100%)- 업무지원: 식비 카드사용내역 업로드 오류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및 수정 지원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Data 및 승인처리 개발- 업무지원: 해외출장 재처리          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급여전표 생성 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청서관리(ZHRR3661) 및 관련인포타입(PA3538)  수정-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SM-118760] 산재 승인으로 인한 항목(병가구분) 수정</a:t>
            </a:r>
          </a:p>
        </p:txBody>
      </p:sp>
      <p:sp>
        <p:nvSpPr>
          <p:cNvPr id="1662376591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09613595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41439037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br/>
          </a:p>
        </p:txBody>
      </p:sp>
      <p:sp>
        <p:nvSpPr>
          <p:cNvPr id="1112162360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256860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0844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80917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32731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46523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53351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273524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73535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4272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54744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44006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06415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26674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10521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24269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06662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465713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70299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사용자 지원 및 분석-&gt; 설비 마스터 Upload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사용자 지원 및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사용자 지원 및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사용자 지원 및 분석</a:t>
            </a:r>
          </a:p>
        </p:txBody>
      </p:sp>
      <p:sp>
        <p:nvSpPr>
          <p:cNvPr id="6099702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0792380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5764184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-&gt; MTS RTS 데이터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로직 수정 및 개발-&gt; ZPMR8120, ZPMR8121 (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) -&gt; ZIF_RFC_TERMINAL_NOTI  ( 개발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설비 마스터 업로드 로직 변경 -&gt; ZPMB1009 분석 및 변경</a:t>
            </a:r>
          </a:p>
        </p:txBody>
      </p:sp>
      <p:sp>
        <p:nvSpPr>
          <p:cNvPr id="3800209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742446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</a:p>
        </p:txBody>
      </p:sp>
      <p:sp>
        <p:nvSpPr>
          <p:cNvPr id="9249251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15330130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517849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701774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016597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23142970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729660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3156515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431448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920526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703937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409383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15216476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26312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