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250352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172328301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976441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561988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776021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750102894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1260039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433375887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486319749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02546039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37043109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026713902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33319484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58582433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009391788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770644036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35900751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1409818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5160468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531113650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360270666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781561755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0424019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4693352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0814720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4770148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5819065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547040246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38997188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663711107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8709677" name="Frame"/>
          <p:cNvSpPr>
            <a:spLocks noGrp="1"/>
          </p:cNvSpPr>
          <p:nvPr/>
        </p:nvSpPr>
        <p:spPr>
          <a:xfrm>
            <a:off x="101600" y="2984500"/>
            <a:ext cx="9779000" cy="209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11186603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3723126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269937692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31313734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415197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857588968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340572315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917402332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838684916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S-imoms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[LOPAS] [ERP Upgrdae] 재고 및 출하현황 정보 제공을 위한 View 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[승강기연동] REUTERS국제가 연동 서버 변경에 따른 인터페이스 수정</a:t>
            </a:r>
          </a:p>
        </p:txBody>
      </p:sp>
      <p:sp>
        <p:nvSpPr>
          <p:cNvPr id="1813706919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01423583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</a:p>
        </p:txBody>
      </p:sp>
      <p:sp>
        <p:nvSpPr>
          <p:cNvPr id="1478407213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469930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5498666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28900123" name="Frame"/>
          <p:cNvSpPr>
            <a:spLocks noGrp="1"/>
          </p:cNvSpPr>
          <p:nvPr/>
        </p:nvSpPr>
        <p:spPr>
          <a:xfrm>
            <a:off x="165100" y="36068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81125184" name="Text">
    </p:cNvPr>
          <p:cNvSpPr>
            <a:spLocks noGrp="1"/>
          </p:cNvSpPr>
          <p:nvPr/>
        </p:nvSpPr>
        <p:spPr>
          <a:xfrm rot="0">
            <a:off x="165100" y="36068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789771783" name="Text">
    </p:cNvPr>
          <p:cNvSpPr>
            <a:spLocks noGrp="1"/>
          </p:cNvSpPr>
          <p:nvPr/>
        </p:nvSpPr>
        <p:spPr>
          <a:xfrm rot="0">
            <a:off x="965200" y="3683000"/>
            <a:ext cx="4584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ERP 업그레이드 수출체선료 Mig 대상 자료 추출(ZFIB6020_M)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신규 발주 생성 시 대금수수계약 체결여부 점검 및 안내기능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89185282" name="Text">
    </p:cNvPr>
          <p:cNvSpPr>
            <a:spLocks noGrp="1"/>
          </p:cNvSpPr>
          <p:nvPr/>
        </p:nvSpPr>
        <p:spPr>
          <a:xfrm rot="0">
            <a:off x="7239000" y="36830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81495148" name="Text">
    </p:cNvPr>
          <p:cNvSpPr>
            <a:spLocks noGrp="1"/>
          </p:cNvSpPr>
          <p:nvPr/>
        </p:nvSpPr>
        <p:spPr>
          <a:xfrm rot="0">
            <a:off x="5549900" y="36830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</a:p>
        </p:txBody>
      </p:sp>
      <p:sp>
        <p:nvSpPr>
          <p:cNvPr id="893953438" name="Text">
    </p:cNvPr>
          <p:cNvSpPr>
            <a:spLocks noGrp="1"/>
          </p:cNvSpPr>
          <p:nvPr/>
        </p:nvSpPr>
        <p:spPr>
          <a:xfrm rot="0">
            <a:off x="901700" y="36068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6892360" name="Text">
    </p:cNvPr>
          <p:cNvSpPr>
            <a:spLocks noGrp="1"/>
          </p:cNvSpPr>
          <p:nvPr/>
        </p:nvSpPr>
        <p:spPr>
          <a:xfrm rot="0">
            <a:off x="6121400" y="36068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7514715" name="Text">
    </p:cNvPr>
          <p:cNvSpPr>
            <a:spLocks noGrp="1"/>
          </p:cNvSpPr>
          <p:nvPr/>
        </p:nvSpPr>
        <p:spPr>
          <a:xfrm rot="0">
            <a:off x="5549900" y="36068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3799779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69818772" name="Frame"/>
          <p:cNvSpPr>
            <a:spLocks noGrp="1"/>
          </p:cNvSpPr>
          <p:nvPr/>
        </p:nvSpPr>
        <p:spPr>
          <a:xfrm>
            <a:off x="152400" y="22225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30537428" name="Text">
    </p:cNvPr>
          <p:cNvSpPr>
            <a:spLocks noGrp="1"/>
          </p:cNvSpPr>
          <p:nvPr/>
        </p:nvSpPr>
        <p:spPr>
          <a:xfrm rot="0">
            <a:off x="152400" y="21971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536090711" name="Text">
    </p:cNvPr>
          <p:cNvSpPr>
            <a:spLocks noGrp="1"/>
          </p:cNvSpPr>
          <p:nvPr/>
        </p:nvSpPr>
        <p:spPr>
          <a:xfrm rot="0">
            <a:off x="952500" y="22479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 고객 마스터 등록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2024년 일반부서_사이버보안_컴플라이언스관련 후속조치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[LOPAS] 24.3Q IT  시스템 애플리케이션 계정 유효성 검증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9월 Monthly Accountability Report 생성</a:t>
            </a:r>
          </a:p>
        </p:txBody>
      </p:sp>
      <p:sp>
        <p:nvSpPr>
          <p:cNvPr id="1517834071" name="Text">
    </p:cNvPr>
          <p:cNvSpPr>
            <a:spLocks noGrp="1"/>
          </p:cNvSpPr>
          <p:nvPr/>
        </p:nvSpPr>
        <p:spPr>
          <a:xfrm rot="0">
            <a:off x="7226300" y="22479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24243090" name="Text">
    </p:cNvPr>
          <p:cNvSpPr>
            <a:spLocks noGrp="1"/>
          </p:cNvSpPr>
          <p:nvPr/>
        </p:nvSpPr>
        <p:spPr>
          <a:xfrm rot="0">
            <a:off x="6108700" y="21971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26334304" name="Text">
    </p:cNvPr>
          <p:cNvSpPr>
            <a:spLocks noGrp="1"/>
          </p:cNvSpPr>
          <p:nvPr/>
        </p:nvSpPr>
        <p:spPr>
          <a:xfrm rot="0">
            <a:off x="5537200" y="22479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348350718" name="Text">
    </p:cNvPr>
          <p:cNvSpPr>
            <a:spLocks noGrp="1"/>
          </p:cNvSpPr>
          <p:nvPr/>
        </p:nvSpPr>
        <p:spPr>
          <a:xfrm rot="0">
            <a:off x="889000" y="21971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196102" name="Text">
    </p:cNvPr>
          <p:cNvSpPr>
            <a:spLocks noGrp="1"/>
          </p:cNvSpPr>
          <p:nvPr/>
        </p:nvSpPr>
        <p:spPr>
          <a:xfrm rot="0">
            <a:off x="7124700" y="21971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8899991" name="Text">
    </p:cNvPr>
          <p:cNvSpPr>
            <a:spLocks noGrp="1"/>
          </p:cNvSpPr>
          <p:nvPr/>
        </p:nvSpPr>
        <p:spPr>
          <a:xfrm rot="0">
            <a:off x="5537200" y="21971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7300885" name="Rectangle"/>
          <p:cNvSpPr>
            <a:spLocks noGrp="1"/>
          </p:cNvSpPr>
          <p:nvPr/>
        </p:nvSpPr>
        <p:spPr>
          <a:xfrm>
            <a:off x="6870700" y="21971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6765943" name="Frame"/>
          <p:cNvSpPr>
            <a:spLocks noGrp="1"/>
          </p:cNvSpPr>
          <p:nvPr/>
        </p:nvSpPr>
        <p:spPr>
          <a:xfrm>
            <a:off x="152400" y="1371600"/>
            <a:ext cx="9639300" cy="825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3866219" name="Text">
    </p:cNvPr>
          <p:cNvSpPr>
            <a:spLocks noGrp="1"/>
          </p:cNvSpPr>
          <p:nvPr/>
        </p:nvSpPr>
        <p:spPr>
          <a:xfrm rot="0">
            <a:off x="152400" y="13716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219161809" name="Text">
    </p:cNvPr>
          <p:cNvSpPr>
            <a:spLocks noGrp="1"/>
          </p:cNvSpPr>
          <p:nvPr/>
        </p:nvSpPr>
        <p:spPr>
          <a:xfrm rot="0">
            <a:off x="939800" y="1422400"/>
            <a:ext cx="4610100" cy="774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자산클래스 980 추가필드탭 관재용 위치부서 FIELD 추가(SAPLXAIS0900)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S-imoms DSV 시스템에서 사용 중인 SAP-PM RFC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[PM] SAP PM 로직 수정 및 개발-&gt; ZPMR8120, ZPMR8121( 수정 ) -&gt;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ZIF_RFC_TERMINAL_NOTI ( 개발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SAP CVE 패치 Note 긴급 확인 및 적용작업(해당시스템 BW/HCM)</a:t>
            </a:r>
          </a:p>
        </p:txBody>
      </p:sp>
      <p:sp>
        <p:nvSpPr>
          <p:cNvPr id="349239785" name="Text">
    </p:cNvPr>
          <p:cNvSpPr>
            <a:spLocks noGrp="1"/>
          </p:cNvSpPr>
          <p:nvPr/>
        </p:nvSpPr>
        <p:spPr>
          <a:xfrm rot="0">
            <a:off x="7226300" y="14478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25976745" name="Text">
    </p:cNvPr>
          <p:cNvSpPr>
            <a:spLocks noGrp="1"/>
          </p:cNvSpPr>
          <p:nvPr/>
        </p:nvSpPr>
        <p:spPr>
          <a:xfrm rot="0">
            <a:off x="6108700" y="1371600"/>
            <a:ext cx="7620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749807092" name="Text">
    </p:cNvPr>
          <p:cNvSpPr>
            <a:spLocks noGrp="1"/>
          </p:cNvSpPr>
          <p:nvPr/>
        </p:nvSpPr>
        <p:spPr>
          <a:xfrm rot="0">
            <a:off x="5537200" y="14478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</a:p>
        </p:txBody>
      </p:sp>
      <p:sp>
        <p:nvSpPr>
          <p:cNvPr id="2005424202" name="Text">
    </p:cNvPr>
          <p:cNvSpPr>
            <a:spLocks noGrp="1"/>
          </p:cNvSpPr>
          <p:nvPr/>
        </p:nvSpPr>
        <p:spPr>
          <a:xfrm rot="0">
            <a:off x="889000" y="13716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6436067" name="Text">
    </p:cNvPr>
          <p:cNvSpPr>
            <a:spLocks noGrp="1"/>
          </p:cNvSpPr>
          <p:nvPr/>
        </p:nvSpPr>
        <p:spPr>
          <a:xfrm rot="0">
            <a:off x="7124700" y="1371600"/>
            <a:ext cx="26543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0269142" name="Text">
    </p:cNvPr>
          <p:cNvSpPr>
            <a:spLocks noGrp="1"/>
          </p:cNvSpPr>
          <p:nvPr/>
        </p:nvSpPr>
        <p:spPr>
          <a:xfrm rot="0">
            <a:off x="5537200" y="13716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726616" name="Rectangle"/>
          <p:cNvSpPr>
            <a:spLocks noGrp="1"/>
          </p:cNvSpPr>
          <p:nvPr/>
        </p:nvSpPr>
        <p:spPr>
          <a:xfrm>
            <a:off x="6870700" y="1371600"/>
            <a:ext cx="254000" cy="825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