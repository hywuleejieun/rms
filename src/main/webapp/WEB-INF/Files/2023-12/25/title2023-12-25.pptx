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[2023.12.19 ~ 2023.12.25]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12월 6주차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