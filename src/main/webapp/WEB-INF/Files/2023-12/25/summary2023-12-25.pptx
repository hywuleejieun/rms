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35902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686286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026450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738742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292194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1709974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2616148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9852323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6510520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436801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77415766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4414306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2514478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6354166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63565370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77271929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705962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2706503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1173519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3243122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052832429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47092990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161181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3449212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0367104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8644512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8348822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97242532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368450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53561934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2003612" name="Frame"/>
          <p:cNvSpPr>
            <a:spLocks noGrp="1"/>
          </p:cNvSpPr>
          <p:nvPr/>
        </p:nvSpPr>
        <p:spPr>
          <a:xfrm>
            <a:off x="101600" y="2984500"/>
            <a:ext cx="9779000" cy="270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8274456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72798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585486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0460926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334022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40382930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482958" name="Frame"/>
          <p:cNvSpPr>
            <a:spLocks noGrp="1"/>
          </p:cNvSpPr>
          <p:nvPr/>
        </p:nvSpPr>
        <p:spPr>
          <a:xfrm>
            <a:off x="165100" y="44577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19461345" name="Text">
    </p:cNvPr>
          <p:cNvSpPr>
            <a:spLocks noGrp="1"/>
          </p:cNvSpPr>
          <p:nvPr/>
        </p:nvSpPr>
        <p:spPr>
          <a:xfrm rot="0">
            <a:off x="165100" y="44323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07816197" name="Text">
    </p:cNvPr>
          <p:cNvSpPr>
            <a:spLocks noGrp="1"/>
          </p:cNvSpPr>
          <p:nvPr/>
        </p:nvSpPr>
        <p:spPr>
          <a:xfrm rot="0">
            <a:off x="965200" y="44831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624577310" name="Text">
    </p:cNvPr>
          <p:cNvSpPr>
            <a:spLocks noGrp="1"/>
          </p:cNvSpPr>
          <p:nvPr/>
        </p:nvSpPr>
        <p:spPr>
          <a:xfrm rot="0">
            <a:off x="7239000" y="44831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25873970" name="Text">
    </p:cNvPr>
          <p:cNvSpPr>
            <a:spLocks noGrp="1"/>
          </p:cNvSpPr>
          <p:nvPr/>
        </p:nvSpPr>
        <p:spPr>
          <a:xfrm rot="0">
            <a:off x="5549900" y="44831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62481062" name="Text">
    </p:cNvPr>
          <p:cNvSpPr>
            <a:spLocks noGrp="1"/>
          </p:cNvSpPr>
          <p:nvPr/>
        </p:nvSpPr>
        <p:spPr>
          <a:xfrm rot="0">
            <a:off x="901700" y="44323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982894" name="Text">
    </p:cNvPr>
          <p:cNvSpPr>
            <a:spLocks noGrp="1"/>
          </p:cNvSpPr>
          <p:nvPr/>
        </p:nvSpPr>
        <p:spPr>
          <a:xfrm rot="0">
            <a:off x="6121400" y="44323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5218116" name="Text">
    </p:cNvPr>
          <p:cNvSpPr>
            <a:spLocks noGrp="1"/>
          </p:cNvSpPr>
          <p:nvPr/>
        </p:nvSpPr>
        <p:spPr>
          <a:xfrm rot="0">
            <a:off x="5549900" y="44323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8296550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69583844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90549010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819518996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2301231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</a:p>
        </p:txBody>
      </p:sp>
      <p:sp>
        <p:nvSpPr>
          <p:cNvPr id="1299235454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756828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0926075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57073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10772566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63793032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78449018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[ITSM-103623]OAS user 권한 부여 시 사용 만료 기간 지정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신규 CP 전자결재 문서 도입 요청 (사진촬영 요청서)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2023-12-19일자 규정관리 기안지 300여건 제정/개정시 연계 데이터 오류 발생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및 재처리, 중복 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DB TSDEAI 테이블스페이스 증설 검토</a:t>
            </a:r>
          </a:p>
        </p:txBody>
      </p:sp>
      <p:sp>
        <p:nvSpPr>
          <p:cNvPr id="519622856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7859713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28984364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</a:p>
        </p:txBody>
      </p:sp>
      <p:sp>
        <p:nvSpPr>
          <p:cNvPr id="1317396672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9782984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4645654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4123853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373379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6381795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6012960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정보 관련 프로그램 분석(ZFIR5175, 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AS/400 화면 SAP 이관 *주요 자재/구매 화면 13개 SAP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SABIC 시스템 연동 구축</a:t>
            </a:r>
          </a:p>
        </p:txBody>
      </p:sp>
      <p:sp>
        <p:nvSpPr>
          <p:cNvPr id="64130827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04829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8908407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</a:p>
        </p:txBody>
      </p:sp>
      <p:sp>
        <p:nvSpPr>
          <p:cNvPr id="88649534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62661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705674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921565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