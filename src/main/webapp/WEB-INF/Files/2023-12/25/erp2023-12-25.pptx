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99875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8466108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4064920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4601478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5954481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37124178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0742056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1561595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3092728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0231634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0531587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2394599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7893888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1784516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8849172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112316342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</a:p>
        </p:txBody>
      </p:sp>
      <p:sp>
        <p:nvSpPr>
          <p:cNvPr id="141529799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(ZFIR7035, ZFIT7035)</a:t>
            </a:r>
          </a:p>
        </p:txBody>
      </p:sp>
      <p:sp>
        <p:nvSpPr>
          <p:cNvPr id="90427366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61287511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84583387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자산취득 장기 미정산 누락 방지를 위한 시스템 개선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프로세스 분석(ZCOR7111)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총계정원장 정보 관련 프로그램 분석(ZFIR5175, ZSIR20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비용예산 대비 실적 조회(ZCOR1182)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자산취득 통지서 CP 전송 오류 원인 분석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자산취득 통지서(e-office) 프로세스 분석(ZFIR9101)</a:t>
            </a:r>
          </a:p>
        </p:txBody>
      </p:sp>
      <p:sp>
        <p:nvSpPr>
          <p:cNvPr id="99654218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105676814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124157231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73396093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5188896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8458915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99151419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</a:p>
        </p:txBody>
      </p:sp>
      <p:sp>
        <p:nvSpPr>
          <p:cNvPr id="178050347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외근신청현황(ZHRR2780) 수정 및 삭제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당일 시내출장 중식비 신청서 개발 요청</a:t>
            </a:r>
          </a:p>
        </p:txBody>
      </p:sp>
      <p:sp>
        <p:nvSpPr>
          <p:cNvPr id="166191144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18348441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93219549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반반차(2시간) 연차휴가 신청 및 관리를 위한 시스템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요청(메뉴 별 개선)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사내 자격증 일괄삭제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휴가사용조회(HCM)의 종류별 휴가 표기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당일 시내출장 중식비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예외근무신청서 작성가능토록 반영 요청</a:t>
            </a:r>
          </a:p>
        </p:txBody>
      </p:sp>
      <p:sp>
        <p:nvSpPr>
          <p:cNvPr id="160677787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</a:p>
        </p:txBody>
      </p:sp>
      <p:sp>
        <p:nvSpPr>
          <p:cNvPr id="125530841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1218</a:t>
            </a:r>
            <a:br/>
          </a:p>
        </p:txBody>
      </p:sp>
      <p:sp>
        <p:nvSpPr>
          <p:cNvPr id="148516702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</a:p>
        </p:txBody>
      </p:sp>
      <p:sp>
        <p:nvSpPr>
          <p:cNvPr id="185010467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776394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78560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9345236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6166730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2196304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7141275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1629968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4322061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8911585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6618741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4053027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6599358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3558760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9220380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2247598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1029112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</a:p>
        </p:txBody>
      </p:sp>
      <p:sp>
        <p:nvSpPr>
          <p:cNvPr id="131244764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</a:p>
        </p:txBody>
      </p:sp>
      <p:sp>
        <p:nvSpPr>
          <p:cNvPr id="26366410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SABIC 시스템 연동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ZIMHCD 티코드에 전표기준 AP반제 기능추가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SAP의 ZIMBAD B/L List에 B/L금액필드 추가 요청</a:t>
            </a:r>
          </a:p>
        </p:txBody>
      </p:sp>
      <p:sp>
        <p:nvSpPr>
          <p:cNvPr id="75006420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6979345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37516619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SABIC 시스템 연동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ZIMHCD 티코드에 전표기준 AP반제 기능추가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시설물 구매 관련 입고 취소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소액물품 온라인 주문시스템 신규품목에 대한 자재번호 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SAP의 ZIMBAD B/L List에 B/L금액필드 추가 요청</a:t>
            </a:r>
          </a:p>
        </p:txBody>
      </p:sp>
      <p:sp>
        <p:nvSpPr>
          <p:cNvPr id="55068662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</a:p>
        </p:txBody>
      </p:sp>
      <p:sp>
        <p:nvSpPr>
          <p:cNvPr id="61982071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148781640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</a:p>
        </p:txBody>
      </p:sp>
      <p:sp>
        <p:nvSpPr>
          <p:cNvPr id="70723433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7388034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0303868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</a:p>
        </p:txBody>
      </p:sp>
      <p:sp>
        <p:nvSpPr>
          <p:cNvPr id="53484912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</a:p>
        </p:txBody>
      </p:sp>
      <p:sp>
        <p:nvSpPr>
          <p:cNvPr id="15099515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166806549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28601449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51649991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SAP GUI 접속 사용자 자동로그오프 예외처리 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정등록(인천저유소)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DMS Content Server 정보 확인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ERP운영/HCM운영 배치잡 재설정 작업 (ZSD_REUTER_P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RICE_01 외 5건)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'23년 12월 SAP시스템 인프라 취약점 조치 작업 업무지원</a:t>
            </a:r>
          </a:p>
        </p:txBody>
      </p:sp>
      <p:sp>
        <p:nvSpPr>
          <p:cNvPr id="140799974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143867655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55594727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</a:p>
        </p:txBody>
      </p:sp>
      <p:sp>
        <p:nvSpPr>
          <p:cNvPr id="168789584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931325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5796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8404307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370475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8801013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2298448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91757912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7378445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8736160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0089203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2879956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3300831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7262594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0285796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0750800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0163460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98815874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98319747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49859746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30230253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19403192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AS/400 화면 SAP 이관* 주요 자재/구매 화면 13개 SAP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77815386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63988942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</a:p>
        </p:txBody>
      </p:sp>
      <p:sp>
        <p:nvSpPr>
          <p:cNvPr id="134916422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28375793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609984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7623722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</a:p>
        </p:txBody>
      </p:sp>
      <p:sp>
        <p:nvSpPr>
          <p:cNvPr id="213563623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</a:p>
        </p:txBody>
      </p:sp>
      <p:sp>
        <p:nvSpPr>
          <p:cNvPr id="38771878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서블릿 HANG 현상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인수인계 문서 생성</a:t>
            </a:r>
          </a:p>
        </p:txBody>
      </p:sp>
      <p:sp>
        <p:nvSpPr>
          <p:cNvPr id="72968363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144589101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188817696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결재요청시 결재선 심사부서 임직원 부서 및 재/퇴직 유무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체크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서블릿 HANG 현상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인수인계 문서 생성</a:t>
            </a:r>
          </a:p>
        </p:txBody>
      </p:sp>
      <p:sp>
        <p:nvSpPr>
          <p:cNvPr id="12718586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</a:p>
        </p:txBody>
      </p:sp>
      <p:sp>
        <p:nvSpPr>
          <p:cNvPr id="155221967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212796799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</a:p>
        </p:txBody>
      </p:sp>
      <p:sp>
        <p:nvSpPr>
          <p:cNvPr id="141227085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8006596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6645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1808378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6210974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7031344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5102148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48371034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5368910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0896827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4520368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9389506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3539040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68564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6426025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8160159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1002581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</a:p>
        </p:txBody>
      </p:sp>
      <p:sp>
        <p:nvSpPr>
          <p:cNvPr id="209919460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140069626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인수인계</a:t>
            </a:r>
          </a:p>
        </p:txBody>
      </p:sp>
      <p:sp>
        <p:nvSpPr>
          <p:cNvPr id="132853232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이정민</a:t>
            </a:r>
          </a:p>
        </p:txBody>
      </p:sp>
      <p:sp>
        <p:nvSpPr>
          <p:cNvPr id="207522172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이정민</a:t>
            </a:r>
          </a:p>
        </p:txBody>
      </p:sp>
      <p:sp>
        <p:nvSpPr>
          <p:cNvPr id="213894650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telnet_방화벽확인, iam시스템서버확인</a:t>
            </a:r>
          </a:p>
        </p:txBody>
      </p:sp>
      <p:sp>
        <p:nvSpPr>
          <p:cNvPr id="126425788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</a:p>
        </p:txBody>
      </p:sp>
      <p:sp>
        <p:nvSpPr>
          <p:cNvPr id="204882882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90/22</a:t>
            </a:r>
            <a:br/>
          </a:p>
        </p:txBody>
      </p:sp>
      <p:sp>
        <p:nvSpPr>
          <p:cNvPr id="19566857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</a:p>
        </p:txBody>
      </p:sp>
      <p:sp>
        <p:nvSpPr>
          <p:cNvPr id="42104097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45897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750797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113319024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</a:p>
        </p:txBody>
      </p:sp>
      <p:sp>
        <p:nvSpPr>
          <p:cNvPr id="51723406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다면평가 평가자 추출 방식 개발 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생리휴가 매월 쿼터 자동 발생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임원 퇴직추계액 계산 직책수당 누락 정정 요청 50%</a:t>
            </a:r>
          </a:p>
        </p:txBody>
      </p:sp>
      <p:sp>
        <p:nvSpPr>
          <p:cNvPr id="119649486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202961191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66999064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다면평가 평가자 추출 방식 개발 - 사용자 테스트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임원 퇴직금 계산 명세서 로직 수정 요청  - 프로그램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휴가신청 / 휴가변경취소신청서 에서 소속부서 특정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임원 퇴직추계액 계산 직책수당 누락 정정 요청</a:t>
            </a:r>
          </a:p>
        </p:txBody>
      </p:sp>
      <p:sp>
        <p:nvSpPr>
          <p:cNvPr id="160320354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26952179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58760986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</a:p>
        </p:txBody>
      </p:sp>
      <p:sp>
        <p:nvSpPr>
          <p:cNvPr id="28470841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318574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32259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5516674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1611347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6762956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7227151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8756452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4945442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7470519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7741575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3141563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3845596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978559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3484017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8274873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27855405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  <a:br/>
          </a:p>
        </p:txBody>
      </p:sp>
      <p:sp>
        <p:nvSpPr>
          <p:cNvPr id="1109632929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</a:p>
        </p:txBody>
      </p:sp>
      <p:sp>
        <p:nvSpPr>
          <p:cNvPr id="1203172056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</a:p>
        </p:txBody>
      </p:sp>
      <p:sp>
        <p:nvSpPr>
          <p:cNvPr id="93967815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85047172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413884138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ITSM-93611 ZSDR7090 - 담보관리:채권대비 담보확보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액” 개선요청-6/2~ 변경 요청사항 반영- 8/29~8/30 요구사항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변경으로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ITSM-91037 실수송 거리 측정데이타 erp 연동요청-5/4~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프로그램 및 RFC 생성- 8/22 I/F 정의서 변경으로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ITSM-89436SABIC 시스템 연동 구축-7/13 ~ 7/24 모니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터링 프로그램 개발-7/27 ~ 8/7    오픈데이터 업로드 및 운영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반영-8/8   ~ 운영 반영 후 마이그레이션 데이터로            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버그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ITSM-102063S-OIL &amp; SABIC Integration을 통한 ERP 내부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시스템 개선 요청-10/30~ 업무자동화 프로세스 적용</a:t>
            </a:r>
          </a:p>
        </p:txBody>
      </p:sp>
      <p:sp>
        <p:nvSpPr>
          <p:cNvPr id="605433992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1877667360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</a:p>
        </p:txBody>
      </p:sp>
      <p:sp>
        <p:nvSpPr>
          <p:cNvPr id="1478396129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</a:p>
        </p:txBody>
      </p:sp>
      <p:sp>
        <p:nvSpPr>
          <p:cNvPr id="1031465584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79288615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