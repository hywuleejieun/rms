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56656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779871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45757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58050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33759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8736403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308924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1769563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1467531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4881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39951790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1367522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8150391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3211121" name="Frame"/>
          <p:cNvSpPr>
            <a:spLocks noGrp="1"/>
          </p:cNvSpPr>
          <p:nvPr/>
        </p:nvSpPr>
        <p:spPr>
          <a:xfrm>
            <a:off x="25400" y="55499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84603293" name="Text">
    </p:cNvPr>
          <p:cNvSpPr>
            <a:spLocks noGrp="1"/>
          </p:cNvSpPr>
          <p:nvPr/>
        </p:nvSpPr>
        <p:spPr>
          <a:xfrm rot="0">
            <a:off x="152400" y="5575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93619014" name="Text">
    </p:cNvPr>
          <p:cNvSpPr>
            <a:spLocks noGrp="1"/>
          </p:cNvSpPr>
          <p:nvPr/>
        </p:nvSpPr>
        <p:spPr>
          <a:xfrm rot="0">
            <a:off x="6451600" y="6108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7756391" name="Text">
    </p:cNvPr>
          <p:cNvSpPr>
            <a:spLocks noGrp="1"/>
          </p:cNvSpPr>
          <p:nvPr/>
        </p:nvSpPr>
        <p:spPr>
          <a:xfrm rot="0">
            <a:off x="2057400" y="6108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8826483" name="Text">
    </p:cNvPr>
          <p:cNvSpPr>
            <a:spLocks noGrp="1"/>
          </p:cNvSpPr>
          <p:nvPr/>
        </p:nvSpPr>
        <p:spPr>
          <a:xfrm rot="0">
            <a:off x="101600" y="6108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381931" name="Text">
    </p:cNvPr>
          <p:cNvSpPr>
            <a:spLocks noGrp="1"/>
          </p:cNvSpPr>
          <p:nvPr/>
        </p:nvSpPr>
        <p:spPr>
          <a:xfrm rot="0">
            <a:off x="101600" y="5867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68141447" name="Text">
    </p:cNvPr>
          <p:cNvSpPr>
            <a:spLocks noGrp="1"/>
          </p:cNvSpPr>
          <p:nvPr/>
        </p:nvSpPr>
        <p:spPr>
          <a:xfrm rot="0">
            <a:off x="2057400" y="5867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789002969" name="Text">
    </p:cNvPr>
          <p:cNvSpPr>
            <a:spLocks noGrp="1"/>
          </p:cNvSpPr>
          <p:nvPr/>
        </p:nvSpPr>
        <p:spPr>
          <a:xfrm rot="0">
            <a:off x="6451600" y="5867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181546099" name="Text">
    </p:cNvPr>
          <p:cNvSpPr>
            <a:spLocks noGrp="1"/>
          </p:cNvSpPr>
          <p:nvPr/>
        </p:nvSpPr>
        <p:spPr>
          <a:xfrm rot="0">
            <a:off x="101600" y="6400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2824946" name="Text">
    </p:cNvPr>
          <p:cNvSpPr>
            <a:spLocks noGrp="1"/>
          </p:cNvSpPr>
          <p:nvPr/>
        </p:nvSpPr>
        <p:spPr>
          <a:xfrm rot="0">
            <a:off x="6451600" y="6400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0238197" name="Text">
    </p:cNvPr>
          <p:cNvSpPr>
            <a:spLocks noGrp="1"/>
          </p:cNvSpPr>
          <p:nvPr/>
        </p:nvSpPr>
        <p:spPr>
          <a:xfrm rot="0">
            <a:off x="2057400" y="6400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924394" name="Text">
    </p:cNvPr>
          <p:cNvSpPr>
            <a:spLocks noGrp="1"/>
          </p:cNvSpPr>
          <p:nvPr/>
        </p:nvSpPr>
        <p:spPr>
          <a:xfrm rot="0">
            <a:off x="1244600" y="6400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038002" name="Text">
    </p:cNvPr>
          <p:cNvSpPr>
            <a:spLocks noGrp="1"/>
          </p:cNvSpPr>
          <p:nvPr/>
        </p:nvSpPr>
        <p:spPr>
          <a:xfrm rot="0">
            <a:off x="1244600" y="6108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07018" name="Text">
    </p:cNvPr>
          <p:cNvSpPr>
            <a:spLocks noGrp="1"/>
          </p:cNvSpPr>
          <p:nvPr/>
        </p:nvSpPr>
        <p:spPr>
          <a:xfrm rot="0">
            <a:off x="1244600" y="5867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948812423" name="Text">
    </p:cNvPr>
          <p:cNvSpPr>
            <a:spLocks noGrp="1"/>
          </p:cNvSpPr>
          <p:nvPr/>
        </p:nvSpPr>
        <p:spPr>
          <a:xfrm rot="0">
            <a:off x="8102600" y="6400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43582" name="Text">
    </p:cNvPr>
          <p:cNvSpPr>
            <a:spLocks noGrp="1"/>
          </p:cNvSpPr>
          <p:nvPr/>
        </p:nvSpPr>
        <p:spPr>
          <a:xfrm rot="0">
            <a:off x="8102600" y="5867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38484001" name="Text">
    </p:cNvPr>
          <p:cNvSpPr>
            <a:spLocks noGrp="1"/>
          </p:cNvSpPr>
          <p:nvPr/>
        </p:nvSpPr>
        <p:spPr>
          <a:xfrm rot="0">
            <a:off x="8102600" y="6108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097355" name="Frame"/>
          <p:cNvSpPr>
            <a:spLocks noGrp="1"/>
          </p:cNvSpPr>
          <p:nvPr/>
        </p:nvSpPr>
        <p:spPr>
          <a:xfrm>
            <a:off x="101600" y="28321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6594332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6466419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782545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2053270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112435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8206797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96629456" name="Frame"/>
          <p:cNvSpPr>
            <a:spLocks noGrp="1"/>
          </p:cNvSpPr>
          <p:nvPr/>
        </p:nvSpPr>
        <p:spPr>
          <a:xfrm>
            <a:off x="165100" y="41529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77749016" name="Text">
    </p:cNvPr>
          <p:cNvSpPr>
            <a:spLocks noGrp="1"/>
          </p:cNvSpPr>
          <p:nvPr/>
        </p:nvSpPr>
        <p:spPr>
          <a:xfrm rot="0">
            <a:off x="165100" y="41275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37848217" name="Text">
    </p:cNvPr>
          <p:cNvSpPr>
            <a:spLocks noGrp="1"/>
          </p:cNvSpPr>
          <p:nvPr/>
        </p:nvSpPr>
        <p:spPr>
          <a:xfrm rot="0">
            <a:off x="965200" y="41783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477359132" name="Text">
    </p:cNvPr>
          <p:cNvSpPr>
            <a:spLocks noGrp="1"/>
          </p:cNvSpPr>
          <p:nvPr/>
        </p:nvSpPr>
        <p:spPr>
          <a:xfrm rot="0">
            <a:off x="7239000" y="41783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90550262" name="Text">
    </p:cNvPr>
          <p:cNvSpPr>
            <a:spLocks noGrp="1"/>
          </p:cNvSpPr>
          <p:nvPr/>
        </p:nvSpPr>
        <p:spPr>
          <a:xfrm rot="0">
            <a:off x="5549900" y="41783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131259614" name="Text">
    </p:cNvPr>
          <p:cNvSpPr>
            <a:spLocks noGrp="1"/>
          </p:cNvSpPr>
          <p:nvPr/>
        </p:nvSpPr>
        <p:spPr>
          <a:xfrm rot="0">
            <a:off x="901700" y="41275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0033002" name="Text">
    </p:cNvPr>
          <p:cNvSpPr>
            <a:spLocks noGrp="1"/>
          </p:cNvSpPr>
          <p:nvPr/>
        </p:nvSpPr>
        <p:spPr>
          <a:xfrm rot="0">
            <a:off x="6121400" y="41275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7865670" name="Text">
    </p:cNvPr>
          <p:cNvSpPr>
            <a:spLocks noGrp="1"/>
          </p:cNvSpPr>
          <p:nvPr/>
        </p:nvSpPr>
        <p:spPr>
          <a:xfrm rot="0">
            <a:off x="5549900" y="41275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6066077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38653071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50420050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425710785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3596500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527725711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172286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4255504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6591500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1596161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466010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4593414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수송 실거리 데이터 마이그레이션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 PC 7대 SAP 전자증빙 시스템 업데이트 및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과정 교육출장비 신청시 교육이력 생성 제외 로직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EAI정기점검 ( dagamed que서버작업)</a:t>
            </a:r>
          </a:p>
        </p:txBody>
      </p:sp>
      <p:sp>
        <p:nvSpPr>
          <p:cNvPr id="348513314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5505915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90278756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</a:p>
        </p:txBody>
      </p:sp>
      <p:sp>
        <p:nvSpPr>
          <p:cNvPr id="427604190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276291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580583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096835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405368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4336398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98121483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화공약품계정 엑셀다운로드 펑션 추가 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거래유형별 결재선 지정 프로세스 전체 조회 프로그램 생성 및 테스트(ZEAM1113)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내자 구입명세서(ZMMR4440)에 대변메모 차감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장시간 하화 대기비 자동 산정 프로그램 개발</a:t>
            </a:r>
          </a:p>
        </p:txBody>
      </p:sp>
      <p:sp>
        <p:nvSpPr>
          <p:cNvPr id="155958965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8188690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86469164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</a:p>
        </p:txBody>
      </p:sp>
      <p:sp>
        <p:nvSpPr>
          <p:cNvPr id="62389193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762434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7210433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538601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