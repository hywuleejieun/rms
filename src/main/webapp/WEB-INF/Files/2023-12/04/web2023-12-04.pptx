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6404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89669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700731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57831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261459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1204838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670032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9158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88160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61882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264674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682914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230992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356632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361873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975538321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460122919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913270804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444947708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208809533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ITSM-103264 법인인감 날인 횟수란 정정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ITSM-103238 기안지에 첨부 누락된 PDF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2개 추가 첨부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ITSM-103257 협조문(DG1-23-0010) 문구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ITSM-103289 직영주유소 보험 가입/해지/변경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신청서 가입조건(보험료)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ITSM-103270 [계약체결기안] 문서번호 DF9-23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-0007 "RFCC 촉매 공장간이송 용역 계약" 에 첨부된 계약서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ITSM-103342 전자문서 첨부자료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ITSM-103594 진행중인 품의서 내용 일부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ITSM-103542 진행중인 품의서상 불필요한 문구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ITSM-103577 기안지 내 도급기간, 첨부파일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ITSM-103589 기성보고서 - 4501167337 (`23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.10월 SH-WPCT-L2-014) 첨부파일 수정</a:t>
            </a:r>
          </a:p>
        </p:txBody>
      </p:sp>
      <p:sp>
        <p:nvSpPr>
          <p:cNvPr id="1882966343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029251228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227277175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269823293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3470601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0115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84589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570907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484492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2688662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06552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59557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7905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77914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05700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30369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58648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39299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40634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94391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3106296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</a:p>
        </p:txBody>
      </p:sp>
      <p:sp>
        <p:nvSpPr>
          <p:cNvPr id="5957311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</a:p>
        </p:txBody>
      </p:sp>
      <p:sp>
        <p:nvSpPr>
          <p:cNvPr id="16863557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923514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153099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[ITSM-102510]RTS Dashboard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</a:p>
        </p:txBody>
      </p:sp>
      <p:sp>
        <p:nvSpPr>
          <p:cNvPr id="172796248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53674368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5520158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4598999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62368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002902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203361453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21319109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</a:p>
        </p:txBody>
      </p:sp>
      <p:sp>
        <p:nvSpPr>
          <p:cNvPr id="140188300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0020257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9820472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수송 실거리 데이터 마이그레이션</a:t>
            </a:r>
          </a:p>
        </p:txBody>
      </p:sp>
      <p:sp>
        <p:nvSpPr>
          <p:cNvPr id="10971242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7875627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44252347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95475625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216949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6871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53399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09329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647058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56889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867834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357208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6264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354223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8657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62387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64233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977241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124846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04417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5133317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6055689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19317830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326825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3750591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신규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신규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Simoms 프로젝트 PSORMS(전자작업허가) 솔루션 모바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인증서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 일자 정보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ITSM-103395 작업유형 변경ITSM-103430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삭제ITSM-103423 작업유형 변경ITSM-102645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ITSM-103420 견적서 삭제ITSM-103419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ITSM-103517 변경결과 작성</a:t>
            </a:r>
          </a:p>
        </p:txBody>
      </p:sp>
      <p:sp>
        <p:nvSpPr>
          <p:cNvPr id="37703905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0790356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9022375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4343412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30540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45714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218317115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138973991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373286485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14467932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41854899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A11-&gt;A360 'CCS 사전점검' 메일보내기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'자재번호' 작업 시간단축을 위해 작업 전 PC 재부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팅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수신자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회계팀 작업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RPA PC 7대 SAP 전자증빙 시스템 업데이트 및 재확인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소스 IIB Toolkit 기반 마이그레이션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예외상황 처리 로직 추가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[EAI] 로그확인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작업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'CCS 사전점검' 작업 재수행</a:t>
            </a:r>
          </a:p>
        </p:txBody>
      </p:sp>
      <p:sp>
        <p:nvSpPr>
          <p:cNvPr id="426612097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489801441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872891541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711825611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2707990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4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354179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555366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0796131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205890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704144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96559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39421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11649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80031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17869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2523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29676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646068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77307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4691283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68111000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28651202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616938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0226316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14059171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54849104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8259244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7574570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25298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8106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03208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70571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893655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88511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456092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678531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45794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49738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689115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72436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12481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21114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181871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1043472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2672730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161394967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</a:p>
        </p:txBody>
      </p:sp>
      <p:sp>
        <p:nvSpPr>
          <p:cNvPr id="511876377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616202823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54060178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skill 평가서 전자결재 연계부분 개발 진행중)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elearning 교육과정 시험 재응시 가능 하도록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과정 교육출장비 신청시 교육이력 생성 제외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메뉴얼 업데이트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SMSDS-1328,S-MSDS-1329 문서 조회 안됨.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이동우 전무님. ODA  교육비 재입금 완료, LMS ODA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내역 복구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SOM-0-580 표준문서 정기적검토_개정대상 처리 오류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재개정 처리 </a:t>
            </a:r>
          </a:p>
        </p:txBody>
      </p:sp>
      <p:sp>
        <p:nvSpPr>
          <p:cNvPr id="1828313620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721366727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381810409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126605511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0398925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9507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24104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701741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99582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731375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189272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887542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93106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49036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42864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82169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74218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527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793935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9430985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</a:p>
        </p:txBody>
      </p:sp>
      <p:sp>
        <p:nvSpPr>
          <p:cNvPr id="21295853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5738967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3464930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659224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9596093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사용자 정리 맴버십마케팅팀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10월 이관입고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충북지사 카드 단말기 교체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멤버십마케팅팀 10월 판매취소내역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대구지사 지류식상품권판매현황 ERP 전송 시 오류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20403282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42734460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2815172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5859043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41115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77293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44613144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106610662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13883749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7036541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642860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사용자 추가 및 설정 (최연화 과장님) &amp; 사용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모니터링 &gt; 출하처별 재고 과/부족 현황 내 '대송저유소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' 가용재고 미출력 현상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9024107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6191717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82049030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92866718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34987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6638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63362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84999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483126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112789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820996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1283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28892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49785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41949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43649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2914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68932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22520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07037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</a:p>
        </p:txBody>
      </p:sp>
      <p:sp>
        <p:nvSpPr>
          <p:cNvPr id="395796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5286015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</a:p>
        </p:txBody>
      </p:sp>
      <p:sp>
        <p:nvSpPr>
          <p:cNvPr id="19813211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18159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7331517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EAI정기점검 ( dagamed que서버작업)</a:t>
            </a:r>
          </a:p>
        </p:txBody>
      </p:sp>
      <p:sp>
        <p:nvSpPr>
          <p:cNvPr id="11794017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19561347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12773154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3213587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64118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