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7468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02844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31973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851765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493915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7267185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91078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8175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600889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82685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64254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6549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005394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171567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18231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78470859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7564321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9037847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936167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7056047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거래유형별 결재선 지정 내역 승인요청 프로그램 생성 및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스트(ZEAM1111)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검증 답변 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오류내역 분석(ZCPT1050)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거래유형별 결재선 지정 내역 승인 진행 프로그램 생성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테스트(ZEAM1112)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화공약품계정 엑셀다운로드 펑션 추가 수정(ZCOR1182)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거래유형별 결재선 지정 프로세스 전체 조회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테스트(ZEAM1113)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</a:p>
        </p:txBody>
      </p:sp>
      <p:sp>
        <p:nvSpPr>
          <p:cNvPr id="12483213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710062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5024862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1203587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729541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00695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8311943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22892876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 - 60%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휴가사용조회(HCM)의 종류별 휴가 표기 - 10%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인사정보 요청서 개발 요청: 추가 요청사항 반영 - 90%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퇴직연금 운용방식 변경 신청서 개발 - 80%</a:t>
            </a:r>
          </a:p>
        </p:txBody>
      </p:sp>
      <p:sp>
        <p:nvSpPr>
          <p:cNvPr id="4243343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38164253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214677376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인사원장 Unit/담당 추가 및 HCM 편제표 신청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HCM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CP 사원검색 상태란 외근현황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퇴직정산서 신본관커피숍 업무 관리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휴가신청서 휴가유형 수정 요청</a:t>
            </a:r>
          </a:p>
        </p:txBody>
      </p:sp>
      <p:sp>
        <p:nvSpPr>
          <p:cNvPr id="12380800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0603247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79897878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03610358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459743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7796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31998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13690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13824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65904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802574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722851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51201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929453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29692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73022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992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215319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12030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11090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203926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6031018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HCM&gt;중식비관리 일부수정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제증명(경력증명-국가기술 자격) 안내 팝업 추가 &amp; 연도지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기본값 반영 요청</a:t>
            </a:r>
          </a:p>
        </p:txBody>
      </p:sp>
      <p:sp>
        <p:nvSpPr>
          <p:cNvPr id="8002577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3726483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9878728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국내출장명령서/ 국내출장비 신청서 내 직책 우선 표시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HCM&gt;중식비관리 일부수정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배우자 정보 직원이 직접 입력가능하도록 양식 수정</a:t>
            </a:r>
          </a:p>
        </p:txBody>
      </p:sp>
      <p:sp>
        <p:nvSpPr>
          <p:cNvPr id="2515452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57581148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1201</a:t>
            </a:r>
            <a:br/>
          </a:p>
        </p:txBody>
      </p:sp>
      <p:sp>
        <p:nvSpPr>
          <p:cNvPr id="16904097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14074560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402101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337970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95873005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1291351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</a:p>
        </p:txBody>
      </p:sp>
      <p:sp>
        <p:nvSpPr>
          <p:cNvPr id="9093799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149873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797698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내자 구입명세서(ZMMR4440)에 대변메모 차감 로직 추가</a:t>
            </a:r>
          </a:p>
        </p:txBody>
      </p:sp>
      <p:sp>
        <p:nvSpPr>
          <p:cNvPr id="124342934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5595289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0601114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7138452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22704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1362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39915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1130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4437290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869205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54394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42107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1558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940032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53723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67105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6008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4085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131543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32591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</a:p>
        </p:txBody>
      </p:sp>
      <p:sp>
        <p:nvSpPr>
          <p:cNvPr id="9955641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26380947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6088248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8234795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8659156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QA테스트 POC를 위해 생성한 RFC Destination 삭제처리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배치잡 재설정 작업 (ZTD_35_D_CNFM DL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VRY TO SHIP COST)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사용자 SAP GUI SNC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(총무보안팀)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백업 공간 부족에 따른 BACKUP CATALOG 삭제작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Remote Client Copy 작업</a:t>
            </a:r>
          </a:p>
        </p:txBody>
      </p:sp>
      <p:sp>
        <p:nvSpPr>
          <p:cNvPr id="9380274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85140735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460964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37139344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668352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99963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68657049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38607965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175860140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559530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6308605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100875626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15852013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70203347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152791033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167314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3448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85021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588997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85299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414935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246097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43957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01313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34923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44319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56885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06353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08719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87694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64299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51186605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652054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CI 시설물 검수 요청 시 오류 수정</a:t>
            </a:r>
          </a:p>
        </p:txBody>
      </p:sp>
      <p:sp>
        <p:nvSpPr>
          <p:cNvPr id="8274948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7808965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50985622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CI 시설물 검수 요청 시 오류 수정</a:t>
            </a:r>
          </a:p>
        </p:txBody>
      </p:sp>
      <p:sp>
        <p:nvSpPr>
          <p:cNvPr id="12948931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7505274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8169839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49485921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94350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463132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51624518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8206665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 50%</a:t>
            </a:r>
          </a:p>
        </p:txBody>
      </p:sp>
      <p:sp>
        <p:nvSpPr>
          <p:cNvPr id="12558460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3317759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668518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</a:t>
            </a:r>
          </a:p>
        </p:txBody>
      </p:sp>
      <p:sp>
        <p:nvSpPr>
          <p:cNvPr id="19851448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7713478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7465093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4163839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121708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46284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46176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44757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586586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141177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894270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68721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59019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49408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32623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10295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4958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583568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564575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1507398" name="Text">
    </p:cNvPr>
          <p:cNvSpPr>
            <a:spLocks noGrp="1"/>
          </p:cNvSpPr>
          <p:nvPr/>
        </p:nvSpPr>
        <p:spPr>
          <a:xfrm rot="0">
            <a:off x="9702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463204513" name="Text">
    </p:cNvPr>
          <p:cNvSpPr>
            <a:spLocks noGrp="1"/>
          </p:cNvSpPr>
          <p:nvPr/>
        </p:nvSpPr>
        <p:spPr>
          <a:xfrm rot="0">
            <a:off x="93345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726980203" name="Text">
    </p:cNvPr>
          <p:cNvSpPr>
            <a:spLocks noGrp="1"/>
          </p:cNvSpPr>
          <p:nvPr/>
        </p:nvSpPr>
        <p:spPr>
          <a:xfrm rot="0">
            <a:off x="5930900" y="1511300"/>
            <a:ext cx="3403600" cy="3949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389387184" name="Text">
    </p:cNvPr>
          <p:cNvSpPr>
            <a:spLocks noGrp="1"/>
          </p:cNvSpPr>
          <p:nvPr/>
        </p:nvSpPr>
        <p:spPr>
          <a:xfrm rot="0">
            <a:off x="53086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5323006" name="Text">
    </p:cNvPr>
          <p:cNvSpPr>
            <a:spLocks noGrp="1"/>
          </p:cNvSpPr>
          <p:nvPr/>
        </p:nvSpPr>
        <p:spPr>
          <a:xfrm rot="0">
            <a:off x="889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339108038" name="Text">
    </p:cNvPr>
          <p:cNvSpPr>
            <a:spLocks noGrp="1"/>
          </p:cNvSpPr>
          <p:nvPr/>
        </p:nvSpPr>
        <p:spPr>
          <a:xfrm rot="0">
            <a:off x="711200" y="1511300"/>
            <a:ext cx="3403600" cy="3949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ITSM-103385장시간 하화 대기비 자동 산정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ITSM-102098EDI MIG 변경 반영 (SAP 신용장 통지)-10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/31 스마트폼,테이블,인터페이스 정의서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ITSM-103400온산공장 주문/출하한도 설정-11/28 테이블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,유지보수뷰,관리프로그램 생성 및 주문생성시 exit추가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ITSM-102932대리점 자차수송 모니터링 레포트(ZSDR30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26) 페널티 요율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TSM-102996ERP 오더 입력시 가격 내 프리미엄에 단위차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이에서 오는 환산계수를 적용한 값으로 입력 가능하게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ITSM-89436SABIC 시스템 연동 구축-7/13 ~ 7/24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프로그램 개발-7/27 ~ 8/7    오픈데이터 업로드 및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반영-8/8   ~ 운영 반영 후 마이그레이션 데이터로           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버그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1119574745" name="Text">
    </p:cNvPr>
          <p:cNvSpPr>
            <a:spLocks noGrp="1"/>
          </p:cNvSpPr>
          <p:nvPr/>
        </p:nvSpPr>
        <p:spPr>
          <a:xfrm rot="0">
            <a:off x="44831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2032724269" name="Text">
    </p:cNvPr>
          <p:cNvSpPr>
            <a:spLocks noGrp="1"/>
          </p:cNvSpPr>
          <p:nvPr/>
        </p:nvSpPr>
        <p:spPr>
          <a:xfrm rot="0">
            <a:off x="48514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739885003" name="Text">
    </p:cNvPr>
          <p:cNvSpPr>
            <a:spLocks noGrp="1"/>
          </p:cNvSpPr>
          <p:nvPr/>
        </p:nvSpPr>
        <p:spPr>
          <a:xfrm rot="0">
            <a:off x="4114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1792550804" name="Text">
    </p:cNvPr>
          <p:cNvSpPr>
            <a:spLocks noGrp="1"/>
          </p:cNvSpPr>
          <p:nvPr/>
        </p:nvSpPr>
        <p:spPr>
          <a:xfrm rot="0">
            <a:off x="6604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5606404" name="Text">
    </p:cNvPr>
          <p:cNvSpPr>
            <a:spLocks noGrp="1"/>
          </p:cNvSpPr>
          <p:nvPr/>
        </p:nvSpPr>
        <p:spPr>
          <a:xfrm rot="0">
            <a:off x="58801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