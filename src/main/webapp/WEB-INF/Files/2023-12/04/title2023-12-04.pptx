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[2023.11.28 ~ 2023.12.04]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12월 3주차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