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2"/>
    <p:sldId id="276" r:id="rId34"/>
    <p:sldId id="277" r:id="rId36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notesSlides/notesSlide6.xml" Type="http://schemas.openxmlformats.org/officeDocument/2006/relationships/notesSlide"/><Relationship Id="rId34" Target="slides/slide21.xml" Type="http://schemas.openxmlformats.org/officeDocument/2006/relationships/slide"/><Relationship Id="rId35" Target="notesSlides/notesSlide7.xml" Type="http://schemas.openxmlformats.org/officeDocument/2006/relationships/notesSlide"/><Relationship Id="rId36" Target="slides/slide22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2023-11-30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[2023.11.28 ~ 2023.12.04]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12월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24/31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566560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9779871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68145757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7258050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4337595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58736403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3089249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51769563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1467531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748810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939951790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41367522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8150391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53211121" name="Frame"/>
          <p:cNvSpPr>
            <a:spLocks noGrp="1"/>
          </p:cNvSpPr>
          <p:nvPr/>
        </p:nvSpPr>
        <p:spPr>
          <a:xfrm>
            <a:off x="25400" y="55499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84603293" name="Text">
    </p:cNvPr>
          <p:cNvSpPr>
            <a:spLocks noGrp="1"/>
          </p:cNvSpPr>
          <p:nvPr/>
        </p:nvSpPr>
        <p:spPr>
          <a:xfrm rot="0">
            <a:off x="152400" y="5575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793619014" name="Text">
    </p:cNvPr>
          <p:cNvSpPr>
            <a:spLocks noGrp="1"/>
          </p:cNvSpPr>
          <p:nvPr/>
        </p:nvSpPr>
        <p:spPr>
          <a:xfrm rot="0">
            <a:off x="6451600" y="6108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7756391" name="Text">
    </p:cNvPr>
          <p:cNvSpPr>
            <a:spLocks noGrp="1"/>
          </p:cNvSpPr>
          <p:nvPr/>
        </p:nvSpPr>
        <p:spPr>
          <a:xfrm rot="0">
            <a:off x="2057400" y="6108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8826483" name="Text">
    </p:cNvPr>
          <p:cNvSpPr>
            <a:spLocks noGrp="1"/>
          </p:cNvSpPr>
          <p:nvPr/>
        </p:nvSpPr>
        <p:spPr>
          <a:xfrm rot="0">
            <a:off x="101600" y="6108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9381931" name="Text">
    </p:cNvPr>
          <p:cNvSpPr>
            <a:spLocks noGrp="1"/>
          </p:cNvSpPr>
          <p:nvPr/>
        </p:nvSpPr>
        <p:spPr>
          <a:xfrm rot="0">
            <a:off x="101600" y="5867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568141447" name="Text">
    </p:cNvPr>
          <p:cNvSpPr>
            <a:spLocks noGrp="1"/>
          </p:cNvSpPr>
          <p:nvPr/>
        </p:nvSpPr>
        <p:spPr>
          <a:xfrm rot="0">
            <a:off x="2057400" y="5867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789002969" name="Text">
    </p:cNvPr>
          <p:cNvSpPr>
            <a:spLocks noGrp="1"/>
          </p:cNvSpPr>
          <p:nvPr/>
        </p:nvSpPr>
        <p:spPr>
          <a:xfrm rot="0">
            <a:off x="6451600" y="5867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181546099" name="Text">
    </p:cNvPr>
          <p:cNvSpPr>
            <a:spLocks noGrp="1"/>
          </p:cNvSpPr>
          <p:nvPr/>
        </p:nvSpPr>
        <p:spPr>
          <a:xfrm rot="0">
            <a:off x="101600" y="6400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2824946" name="Text">
    </p:cNvPr>
          <p:cNvSpPr>
            <a:spLocks noGrp="1"/>
          </p:cNvSpPr>
          <p:nvPr/>
        </p:nvSpPr>
        <p:spPr>
          <a:xfrm rot="0">
            <a:off x="6451600" y="6400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0238197" name="Text">
    </p:cNvPr>
          <p:cNvSpPr>
            <a:spLocks noGrp="1"/>
          </p:cNvSpPr>
          <p:nvPr/>
        </p:nvSpPr>
        <p:spPr>
          <a:xfrm rot="0">
            <a:off x="2057400" y="6400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4924394" name="Text">
    </p:cNvPr>
          <p:cNvSpPr>
            <a:spLocks noGrp="1"/>
          </p:cNvSpPr>
          <p:nvPr/>
        </p:nvSpPr>
        <p:spPr>
          <a:xfrm rot="0">
            <a:off x="1244600" y="6400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1038002" name="Text">
    </p:cNvPr>
          <p:cNvSpPr>
            <a:spLocks noGrp="1"/>
          </p:cNvSpPr>
          <p:nvPr/>
        </p:nvSpPr>
        <p:spPr>
          <a:xfrm rot="0">
            <a:off x="1244600" y="6108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307018" name="Text">
    </p:cNvPr>
          <p:cNvSpPr>
            <a:spLocks noGrp="1"/>
          </p:cNvSpPr>
          <p:nvPr/>
        </p:nvSpPr>
        <p:spPr>
          <a:xfrm rot="0">
            <a:off x="1244600" y="5867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948812423" name="Text">
    </p:cNvPr>
          <p:cNvSpPr>
            <a:spLocks noGrp="1"/>
          </p:cNvSpPr>
          <p:nvPr/>
        </p:nvSpPr>
        <p:spPr>
          <a:xfrm rot="0">
            <a:off x="8102600" y="6400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43582" name="Text">
    </p:cNvPr>
          <p:cNvSpPr>
            <a:spLocks noGrp="1"/>
          </p:cNvSpPr>
          <p:nvPr/>
        </p:nvSpPr>
        <p:spPr>
          <a:xfrm rot="0">
            <a:off x="8102600" y="5867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538484001" name="Text">
    </p:cNvPr>
          <p:cNvSpPr>
            <a:spLocks noGrp="1"/>
          </p:cNvSpPr>
          <p:nvPr/>
        </p:nvSpPr>
        <p:spPr>
          <a:xfrm rot="0">
            <a:off x="8102600" y="6108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4097355" name="Frame"/>
          <p:cNvSpPr>
            <a:spLocks noGrp="1"/>
          </p:cNvSpPr>
          <p:nvPr/>
        </p:nvSpPr>
        <p:spPr>
          <a:xfrm>
            <a:off x="101600" y="2832100"/>
            <a:ext cx="9779000" cy="2552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65943323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64664190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87825454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20532706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1124352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68206797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96629456" name="Frame"/>
          <p:cNvSpPr>
            <a:spLocks noGrp="1"/>
          </p:cNvSpPr>
          <p:nvPr/>
        </p:nvSpPr>
        <p:spPr>
          <a:xfrm>
            <a:off x="165100" y="4152900"/>
            <a:ext cx="9664700" cy="1231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77749016" name="Text">
    </p:cNvPr>
          <p:cNvSpPr>
            <a:spLocks noGrp="1"/>
          </p:cNvSpPr>
          <p:nvPr/>
        </p:nvSpPr>
        <p:spPr>
          <a:xfrm rot="0">
            <a:off x="165100" y="41275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37848217" name="Text">
    </p:cNvPr>
          <p:cNvSpPr>
            <a:spLocks noGrp="1"/>
          </p:cNvSpPr>
          <p:nvPr/>
        </p:nvSpPr>
        <p:spPr>
          <a:xfrm rot="0">
            <a:off x="965200" y="4178300"/>
            <a:ext cx="4584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477359132" name="Text">
    </p:cNvPr>
          <p:cNvSpPr>
            <a:spLocks noGrp="1"/>
          </p:cNvSpPr>
          <p:nvPr/>
        </p:nvSpPr>
        <p:spPr>
          <a:xfrm rot="0">
            <a:off x="7239000" y="4178300"/>
            <a:ext cx="2552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90550262" name="Text">
    </p:cNvPr>
          <p:cNvSpPr>
            <a:spLocks noGrp="1"/>
          </p:cNvSpPr>
          <p:nvPr/>
        </p:nvSpPr>
        <p:spPr>
          <a:xfrm rot="0">
            <a:off x="5549900" y="4178300"/>
            <a:ext cx="5715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</a:p>
        </p:txBody>
      </p:sp>
      <p:sp>
        <p:nvSpPr>
          <p:cNvPr id="1131259614" name="Text">
    </p:cNvPr>
          <p:cNvSpPr>
            <a:spLocks noGrp="1"/>
          </p:cNvSpPr>
          <p:nvPr/>
        </p:nvSpPr>
        <p:spPr>
          <a:xfrm rot="0">
            <a:off x="901700" y="41275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0033002" name="Text">
    </p:cNvPr>
          <p:cNvSpPr>
            <a:spLocks noGrp="1"/>
          </p:cNvSpPr>
          <p:nvPr/>
        </p:nvSpPr>
        <p:spPr>
          <a:xfrm rot="0">
            <a:off x="6121400" y="41275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7865670" name="Text">
    </p:cNvPr>
          <p:cNvSpPr>
            <a:spLocks noGrp="1"/>
          </p:cNvSpPr>
          <p:nvPr/>
        </p:nvSpPr>
        <p:spPr>
          <a:xfrm rot="0">
            <a:off x="5549900" y="41275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6066077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38653071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50420050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ZSDR7090 - 담보관리:채권대비 담보확보액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실수송 거리 측정데이타 erp 연동요청</a:t>
            </a:r>
          </a:p>
        </p:txBody>
      </p:sp>
      <p:sp>
        <p:nvSpPr>
          <p:cNvPr id="425710785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03596500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</a:p>
        </p:txBody>
      </p:sp>
      <p:sp>
        <p:nvSpPr>
          <p:cNvPr id="527725711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172286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4255504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6591500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15961611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4660100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4593414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수송 실거리 데이터 마이그레이션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 PC 7대 SAP 전자증빙 시스템 업데이트 및 재확인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과정 교육출장비 신청시 교육이력 생성 제외 로직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EAI정기점검 ( dagamed que서버작업)</a:t>
            </a:r>
          </a:p>
        </p:txBody>
      </p:sp>
      <p:sp>
        <p:nvSpPr>
          <p:cNvPr id="348513314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15505915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90278756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</a:p>
        </p:txBody>
      </p:sp>
      <p:sp>
        <p:nvSpPr>
          <p:cNvPr id="427604190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2762919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580583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0968359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74053689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4336398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98121483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화공약품계정 엑셀다운로드 펑션 추가 수정(ZCOR1182)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거래유형별 결재선 지정 프로세스 전체 조회 프로그램 생성 및 테스트(ZEAM1113)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내자 구입명세서(ZMMR4440)에 대변메모 차감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장시간 하화 대기비 자동 산정 프로그램 개발</a:t>
            </a:r>
          </a:p>
        </p:txBody>
      </p:sp>
      <p:sp>
        <p:nvSpPr>
          <p:cNvPr id="1559589655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8188690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86469164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</a:p>
        </p:txBody>
      </p:sp>
      <p:sp>
        <p:nvSpPr>
          <p:cNvPr id="623891939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7624346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7210433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538601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7468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02844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31973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851765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493915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7267185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91078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8175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600889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82685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64254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6549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005394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171567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18231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78470859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7564321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9037847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936167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7056047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거래유형별 결재선 지정 내역 승인요청 프로그램 생성 및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스트(ZEAM1111)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검증 답변 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오류내역 분석(ZCPT1050)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거래유형별 결재선 지정 내역 승인 진행 프로그램 생성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테스트(ZEAM1112)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화공약품계정 엑셀다운로드 펑션 추가 수정(ZCOR1182)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거래유형별 결재선 지정 프로세스 전체 조회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테스트(ZEAM1113)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</a:p>
        </p:txBody>
      </p:sp>
      <p:sp>
        <p:nvSpPr>
          <p:cNvPr id="12483213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710062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5024862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1203587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729541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00695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8311943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22892876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 - 60%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휴가사용조회(HCM)의 종류별 휴가 표기 - 10%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인사정보 요청서 개발 요청: 추가 요청사항 반영 - 90%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퇴직연금 운용방식 변경 신청서 개발 - 80%</a:t>
            </a:r>
          </a:p>
        </p:txBody>
      </p:sp>
      <p:sp>
        <p:nvSpPr>
          <p:cNvPr id="4243343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38164253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214677376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인사원장 Unit/담당 추가 및 HCM 편제표 신청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HCM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CP 사원검색 상태란 외근현황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퇴직정산서 신본관커피숍 업무 관리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휴가신청서 휴가유형 수정 요청</a:t>
            </a:r>
          </a:p>
        </p:txBody>
      </p:sp>
      <p:sp>
        <p:nvSpPr>
          <p:cNvPr id="123808003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0603247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79897878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03610358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459743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7796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31998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13690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13824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65904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802574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722851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51201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929453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29692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73022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992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215319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12030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11090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203926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6031018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HCM&gt;중식비관리 일부수정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제증명(경력증명-국가기술 자격) 안내 팝업 추가 &amp; 연도지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기본값 반영 요청</a:t>
            </a:r>
          </a:p>
        </p:txBody>
      </p:sp>
      <p:sp>
        <p:nvSpPr>
          <p:cNvPr id="8002577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372648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9878728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국내출장명령서/ 국내출장비 신청서 내 직책 우선 표시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HCM&gt;중식비관리 일부수정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배우자 정보 직원이 직접 입력가능하도록 양식 수정</a:t>
            </a:r>
          </a:p>
        </p:txBody>
      </p:sp>
      <p:sp>
        <p:nvSpPr>
          <p:cNvPr id="2515452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57581148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1201</a:t>
            </a:r>
            <a:br/>
          </a:p>
        </p:txBody>
      </p:sp>
      <p:sp>
        <p:nvSpPr>
          <p:cNvPr id="16904097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14074560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402101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337970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95873005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</a:p>
        </p:txBody>
      </p:sp>
      <p:sp>
        <p:nvSpPr>
          <p:cNvPr id="1291351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</a:p>
        </p:txBody>
      </p:sp>
      <p:sp>
        <p:nvSpPr>
          <p:cNvPr id="9093799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149873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797698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내자 구입명세서(ZMMR4440)에 대변메모 차감 로직 추가</a:t>
            </a:r>
          </a:p>
        </p:txBody>
      </p:sp>
      <p:sp>
        <p:nvSpPr>
          <p:cNvPr id="124342934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5595289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0601114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7138452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22704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1362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39915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1130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4437290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69205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54394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42107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1558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940032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253723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67105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6008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40857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131543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32591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</a:p>
        </p:txBody>
      </p:sp>
      <p:sp>
        <p:nvSpPr>
          <p:cNvPr id="9955641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26380947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6088248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8234795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8659156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QA테스트 POC를 위해 생성한 RFC Destination 삭제처리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배치잡 재설정 작업 (ZTD_35_D_CNFM DL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VRY TO SHIP COST)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사용자 SAP GUI SNC 접속 문제로 원격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(총무보안팀)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백업 공간 부족에 따른 BACKUP CATALOG 삭제작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Remote Client Copy 작업</a:t>
            </a:r>
          </a:p>
        </p:txBody>
      </p:sp>
      <p:sp>
        <p:nvSpPr>
          <p:cNvPr id="9380274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85140735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460964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37139344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668352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999639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68657049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38607965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175860140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559530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86308605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100875626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15852013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70203347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152791033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167314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3448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85021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588997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85299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414935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246097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43957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01313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34923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44319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56885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063530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087197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87694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64299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51186605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652054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CI 시설물 검수 요청 시 오류 수정</a:t>
            </a:r>
          </a:p>
        </p:txBody>
      </p:sp>
      <p:sp>
        <p:nvSpPr>
          <p:cNvPr id="8274948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7808965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50985622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CI 시설물 검수 요청 시 오류 수정</a:t>
            </a:r>
          </a:p>
        </p:txBody>
      </p:sp>
      <p:sp>
        <p:nvSpPr>
          <p:cNvPr id="12948931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7505274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8169839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49485921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94350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463132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51624518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8206665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 50%</a:t>
            </a:r>
          </a:p>
        </p:txBody>
      </p:sp>
      <p:sp>
        <p:nvSpPr>
          <p:cNvPr id="12558460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3317759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6685181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</a:t>
            </a:r>
          </a:p>
        </p:txBody>
      </p:sp>
      <p:sp>
        <p:nvSpPr>
          <p:cNvPr id="19851448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7713478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7465093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4163839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121708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46284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46176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44757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586586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141177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894270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68721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59019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49408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32623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10295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4958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583568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564575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1507398" name="Text">
    </p:cNvPr>
          <p:cNvSpPr>
            <a:spLocks noGrp="1"/>
          </p:cNvSpPr>
          <p:nvPr/>
        </p:nvSpPr>
        <p:spPr>
          <a:xfrm rot="0">
            <a:off x="9702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463204513" name="Text">
    </p:cNvPr>
          <p:cNvSpPr>
            <a:spLocks noGrp="1"/>
          </p:cNvSpPr>
          <p:nvPr/>
        </p:nvSpPr>
        <p:spPr>
          <a:xfrm rot="0">
            <a:off x="93345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726980203" name="Text">
    </p:cNvPr>
          <p:cNvSpPr>
            <a:spLocks noGrp="1"/>
          </p:cNvSpPr>
          <p:nvPr/>
        </p:nvSpPr>
        <p:spPr>
          <a:xfrm rot="0">
            <a:off x="5930900" y="1511300"/>
            <a:ext cx="3403600" cy="3949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389387184" name="Text">
    </p:cNvPr>
          <p:cNvSpPr>
            <a:spLocks noGrp="1"/>
          </p:cNvSpPr>
          <p:nvPr/>
        </p:nvSpPr>
        <p:spPr>
          <a:xfrm rot="0">
            <a:off x="53086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5323006" name="Text">
    </p:cNvPr>
          <p:cNvSpPr>
            <a:spLocks noGrp="1"/>
          </p:cNvSpPr>
          <p:nvPr/>
        </p:nvSpPr>
        <p:spPr>
          <a:xfrm rot="0">
            <a:off x="889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339108038" name="Text">
    </p:cNvPr>
          <p:cNvSpPr>
            <a:spLocks noGrp="1"/>
          </p:cNvSpPr>
          <p:nvPr/>
        </p:nvSpPr>
        <p:spPr>
          <a:xfrm rot="0">
            <a:off x="711200" y="1511300"/>
            <a:ext cx="3403600" cy="3949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ITSM-103385장시간 하화 대기비 자동 산정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ITSM-102098EDI MIG 변경 반영 (SAP 신용장 통지)-10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/31 스마트폼,테이블,인터페이스 정의서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ITSM-103400온산공장 주문/출하한도 설정-11/28 테이블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,유지보수뷰,관리프로그램 생성 및 주문생성시 exit추가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ITSM-102932대리점 자차수송 모니터링 레포트(ZSDR30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26) 페널티 요율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TSM-102996ERP 오더 입력시 가격 내 프리미엄에 단위차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이에서 오는 환산계수를 적용한 값으로 입력 가능하게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ITSM-89436SABIC 시스템 연동 구축-7/13 ~ 7/24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프로그램 개발-7/27 ~ 8/7    오픈데이터 업로드 및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반영-8/8   ~ 운영 반영 후 마이그레이션 데이터로           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버그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1119574745" name="Text">
    </p:cNvPr>
          <p:cNvSpPr>
            <a:spLocks noGrp="1"/>
          </p:cNvSpPr>
          <p:nvPr/>
        </p:nvSpPr>
        <p:spPr>
          <a:xfrm rot="0">
            <a:off x="44831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2032724269" name="Text">
    </p:cNvPr>
          <p:cNvSpPr>
            <a:spLocks noGrp="1"/>
          </p:cNvSpPr>
          <p:nvPr/>
        </p:nvSpPr>
        <p:spPr>
          <a:xfrm rot="0">
            <a:off x="48514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739885003" name="Text">
    </p:cNvPr>
          <p:cNvSpPr>
            <a:spLocks noGrp="1"/>
          </p:cNvSpPr>
          <p:nvPr/>
        </p:nvSpPr>
        <p:spPr>
          <a:xfrm rot="0">
            <a:off x="4114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1792550804" name="Text">
    </p:cNvPr>
          <p:cNvSpPr>
            <a:spLocks noGrp="1"/>
          </p:cNvSpPr>
          <p:nvPr/>
        </p:nvSpPr>
        <p:spPr>
          <a:xfrm rot="0">
            <a:off x="6604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5606404" name="Text">
    </p:cNvPr>
          <p:cNvSpPr>
            <a:spLocks noGrp="1"/>
          </p:cNvSpPr>
          <p:nvPr/>
        </p:nvSpPr>
        <p:spPr>
          <a:xfrm rot="0">
            <a:off x="58801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6404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89669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700731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57831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261459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1204838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670032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9158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88160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618825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264674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682914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230992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356632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361873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975538321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460122919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913270804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444947708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208809533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ITSM-103264 법인인감 날인 횟수란 정정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ITSM-103238 기안지에 첨부 누락된 PDF 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2개 추가 첨부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ITSM-103257 협조문(DG1-23-0010) 문구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ITSM-103289 직영주유소 보험 가입/해지/변경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신청서 가입조건(보험료)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ITSM-103270 [계약체결기안] 문서번호 DF9-23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-0007 "RFCC 촉매 공장간이송 용역 계약" 에 첨부된 계약서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ITSM-103342 전자문서 첨부자료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ITSM-103594 진행중인 품의서 내용 일부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ITSM-103542 진행중인 품의서상 불필요한 문구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ITSM-103577 기안지 내 도급기간, 첨부파일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ITSM-103589 기성보고서 - 4501167337 (`23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.10월 SH-WPCT-L2-014) 첨부파일 수정</a:t>
            </a:r>
          </a:p>
        </p:txBody>
      </p:sp>
      <p:sp>
        <p:nvSpPr>
          <p:cNvPr id="1882966343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029251228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227277175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269823293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3470601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0115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84589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570907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484492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2688662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06552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59557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7905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77914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05700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30369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58648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39299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40634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94391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3106296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</a:p>
        </p:txBody>
      </p:sp>
      <p:sp>
        <p:nvSpPr>
          <p:cNvPr id="5957311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</a:p>
        </p:txBody>
      </p:sp>
      <p:sp>
        <p:nvSpPr>
          <p:cNvPr id="16863557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923514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153099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[ITSM-102510]RTS Dashboard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</a:p>
        </p:txBody>
      </p:sp>
      <p:sp>
        <p:nvSpPr>
          <p:cNvPr id="172796248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53674368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5520158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4598999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62368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002902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203361453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21319109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</a:p>
        </p:txBody>
      </p:sp>
      <p:sp>
        <p:nvSpPr>
          <p:cNvPr id="140188300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0020257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9820472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수송 실거리 데이터 마이그레이션</a:t>
            </a:r>
          </a:p>
        </p:txBody>
      </p:sp>
      <p:sp>
        <p:nvSpPr>
          <p:cNvPr id="109712423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7875627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44252347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95475625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216949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6871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53399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09329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647058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56889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867834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357208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6264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354223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8657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62387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64233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977241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124846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04417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5133317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6055689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</a:p>
        </p:txBody>
      </p:sp>
      <p:sp>
        <p:nvSpPr>
          <p:cNvPr id="19317830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326825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3750591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신규 계정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신규 계정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Simoms 프로젝트 PSORMS(전자작업허가) 솔루션 모바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인증서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 일자 정보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ITSM-103395 작업유형 변경ITSM-103430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삭제ITSM-103423 작업유형 변경ITSM-102645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ITSM-103420 견적서 삭제ITSM-103419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ITSM-103517 변경결과 작성</a:t>
            </a:r>
          </a:p>
        </p:txBody>
      </p:sp>
      <p:sp>
        <p:nvSpPr>
          <p:cNvPr id="37703905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0790356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9022375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4343412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30540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45714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218317115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138973991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1373286485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14467932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41854899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A11-&gt;A360 'CCS 사전점검' 메일보내기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'자재번호' 작업 시간단축을 위해 작업 전 PC 재부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팅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수신자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회계팀 작업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RPA PC 7대 SAP 전자증빙 시스템 업데이트 및 재확인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소스 IIB Toolkit 기반 마이그레이션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예외상황 처리 로직 추가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[EAI] 로그확인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작업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'CCS 사전점검' 작업 재수행</a:t>
            </a:r>
          </a:p>
        </p:txBody>
      </p:sp>
      <p:sp>
        <p:nvSpPr>
          <p:cNvPr id="426612097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489801441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872891541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711825611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2707990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4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354179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555366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0796131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205890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704144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96559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39421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116496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80031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17869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2523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29676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646068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77307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4691283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68111000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28651202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616938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0226316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14059171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54849104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8259244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7574570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25298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8106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03208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70571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893655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88511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456092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1678531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45794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49738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689115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72436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12481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21114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181871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1043472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2672730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161394967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</a:p>
        </p:txBody>
      </p:sp>
      <p:sp>
        <p:nvSpPr>
          <p:cNvPr id="511876377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616202823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54060178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skill 평가서 전자결재 연계부분 개발 진행중)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elearning 교육과정 시험 재응시 가능 하도록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과정 교육출장비 신청시 교육이력 생성 제외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메뉴얼 업데이트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SMSDS-1328,S-MSDS-1329 문서 조회 안됨.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이동우 전무님. ODA  교육비 재입금 완료, LMS ODA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내역 복구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SOM-0-580 표준문서 정기적검토_개정대상 처리 오류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재개정 처리 </a:t>
            </a:r>
          </a:p>
        </p:txBody>
      </p:sp>
      <p:sp>
        <p:nvSpPr>
          <p:cNvPr id="1828313620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721366727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381810409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126605511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0398925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9507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24104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701741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995826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7313757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189272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887542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93106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49036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42864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82169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74218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527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793935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9430985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</a:p>
        </p:txBody>
      </p:sp>
      <p:sp>
        <p:nvSpPr>
          <p:cNvPr id="21295853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5738967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3464930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659224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9596093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사용자 정리 맴버십마케팅팀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10월 이관입고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충북지사 카드 단말기 교체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멤버십마케팅팀 10월 판매취소내역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대구지사 지류식상품권판매현황 ERP 전송 시 오류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20403282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42734460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2815172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</a:p>
        </p:txBody>
      </p:sp>
      <p:sp>
        <p:nvSpPr>
          <p:cNvPr id="15859043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41115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77293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44613144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106610662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138837498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7036541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3642860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사용자 추가 및 설정 (최연화 과장님) &amp; 사용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모니터링 &gt; 출하처별 재고 과/부족 현황 내 '대송저유소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' 가용재고 미출력 현상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9024107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6191717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82049030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92866718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34987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6638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63362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849997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483126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112789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820996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1283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28892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49785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41949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43649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2914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68932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22520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07037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</a:p>
        </p:txBody>
      </p:sp>
      <p:sp>
        <p:nvSpPr>
          <p:cNvPr id="395796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</a:p>
        </p:txBody>
      </p:sp>
      <p:sp>
        <p:nvSpPr>
          <p:cNvPr id="5286015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</a:p>
        </p:txBody>
      </p:sp>
      <p:sp>
        <p:nvSpPr>
          <p:cNvPr id="19813211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18159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7331517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EAI정기점검 ( dagamed que서버작업)</a:t>
            </a:r>
          </a:p>
        </p:txBody>
      </p:sp>
      <p:sp>
        <p:nvSpPr>
          <p:cNvPr id="11794017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19561347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12773154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3213587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64118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이여진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24/31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