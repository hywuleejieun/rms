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771947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742801796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8144584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382115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833474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107958033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9024740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537506475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69745444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34657513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944043392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429574857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463734669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60605170" name="Frame"/>
          <p:cNvSpPr>
            <a:spLocks noGrp="1"/>
          </p:cNvSpPr>
          <p:nvPr/>
        </p:nvSpPr>
        <p:spPr>
          <a:xfrm>
            <a:off x="25400" y="57023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41114543" name="Text">
    </p:cNvPr>
          <p:cNvSpPr>
            <a:spLocks noGrp="1"/>
          </p:cNvSpPr>
          <p:nvPr/>
        </p:nvSpPr>
        <p:spPr>
          <a:xfrm rot="0">
            <a:off x="152400" y="5727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599924860" name="Text">
    </p:cNvPr>
          <p:cNvSpPr>
            <a:spLocks noGrp="1"/>
          </p:cNvSpPr>
          <p:nvPr/>
        </p:nvSpPr>
        <p:spPr>
          <a:xfrm rot="0">
            <a:off x="6451600" y="6261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7559331" name="Text">
    </p:cNvPr>
          <p:cNvSpPr>
            <a:spLocks noGrp="1"/>
          </p:cNvSpPr>
          <p:nvPr/>
        </p:nvSpPr>
        <p:spPr>
          <a:xfrm rot="0">
            <a:off x="2057400" y="6261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8182451" name="Text">
    </p:cNvPr>
          <p:cNvSpPr>
            <a:spLocks noGrp="1"/>
          </p:cNvSpPr>
          <p:nvPr/>
        </p:nvSpPr>
        <p:spPr>
          <a:xfrm rot="0">
            <a:off x="101600" y="6261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6618249" name="Text">
    </p:cNvPr>
          <p:cNvSpPr>
            <a:spLocks noGrp="1"/>
          </p:cNvSpPr>
          <p:nvPr/>
        </p:nvSpPr>
        <p:spPr>
          <a:xfrm rot="0">
            <a:off x="101600" y="6019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643787718" name="Text">
    </p:cNvPr>
          <p:cNvSpPr>
            <a:spLocks noGrp="1"/>
          </p:cNvSpPr>
          <p:nvPr/>
        </p:nvSpPr>
        <p:spPr>
          <a:xfrm rot="0">
            <a:off x="2057400" y="6019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617023416" name="Text">
    </p:cNvPr>
          <p:cNvSpPr>
            <a:spLocks noGrp="1"/>
          </p:cNvSpPr>
          <p:nvPr/>
        </p:nvSpPr>
        <p:spPr>
          <a:xfrm rot="0">
            <a:off x="6451600" y="6019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73786719" name="Text">
    </p:cNvPr>
          <p:cNvSpPr>
            <a:spLocks noGrp="1"/>
          </p:cNvSpPr>
          <p:nvPr/>
        </p:nvSpPr>
        <p:spPr>
          <a:xfrm rot="0">
            <a:off x="101600" y="6553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6877625" name="Text">
    </p:cNvPr>
          <p:cNvSpPr>
            <a:spLocks noGrp="1"/>
          </p:cNvSpPr>
          <p:nvPr/>
        </p:nvSpPr>
        <p:spPr>
          <a:xfrm rot="0">
            <a:off x="6451600" y="6553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226610" name="Text">
    </p:cNvPr>
          <p:cNvSpPr>
            <a:spLocks noGrp="1"/>
          </p:cNvSpPr>
          <p:nvPr/>
        </p:nvSpPr>
        <p:spPr>
          <a:xfrm rot="0">
            <a:off x="2057400" y="6553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9050207" name="Text">
    </p:cNvPr>
          <p:cNvSpPr>
            <a:spLocks noGrp="1"/>
          </p:cNvSpPr>
          <p:nvPr/>
        </p:nvSpPr>
        <p:spPr>
          <a:xfrm rot="0">
            <a:off x="1244600" y="6553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3557193" name="Text">
    </p:cNvPr>
          <p:cNvSpPr>
            <a:spLocks noGrp="1"/>
          </p:cNvSpPr>
          <p:nvPr/>
        </p:nvSpPr>
        <p:spPr>
          <a:xfrm rot="0">
            <a:off x="1244600" y="6261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7583511" name="Text">
    </p:cNvPr>
          <p:cNvSpPr>
            <a:spLocks noGrp="1"/>
          </p:cNvSpPr>
          <p:nvPr/>
        </p:nvSpPr>
        <p:spPr>
          <a:xfrm rot="0">
            <a:off x="1244600" y="6019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401594256" name="Text">
    </p:cNvPr>
          <p:cNvSpPr>
            <a:spLocks noGrp="1"/>
          </p:cNvSpPr>
          <p:nvPr/>
        </p:nvSpPr>
        <p:spPr>
          <a:xfrm rot="0">
            <a:off x="8102600" y="6553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2242043" name="Text">
    </p:cNvPr>
          <p:cNvSpPr>
            <a:spLocks noGrp="1"/>
          </p:cNvSpPr>
          <p:nvPr/>
        </p:nvSpPr>
        <p:spPr>
          <a:xfrm rot="0">
            <a:off x="8102600" y="6019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520393615" name="Text">
    </p:cNvPr>
          <p:cNvSpPr>
            <a:spLocks noGrp="1"/>
          </p:cNvSpPr>
          <p:nvPr/>
        </p:nvSpPr>
        <p:spPr>
          <a:xfrm rot="0">
            <a:off x="8102600" y="6261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2107963" name="Frame"/>
          <p:cNvSpPr>
            <a:spLocks noGrp="1"/>
          </p:cNvSpPr>
          <p:nvPr/>
        </p:nvSpPr>
        <p:spPr>
          <a:xfrm>
            <a:off x="101600" y="2832100"/>
            <a:ext cx="9779000" cy="2705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02740385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07316959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373804727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436105025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2873139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25336763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803354773" name="Frame"/>
          <p:cNvSpPr>
            <a:spLocks noGrp="1"/>
          </p:cNvSpPr>
          <p:nvPr/>
        </p:nvSpPr>
        <p:spPr>
          <a:xfrm>
            <a:off x="165100" y="4305300"/>
            <a:ext cx="9664700" cy="1231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158467151" name="Text">
    </p:cNvPr>
          <p:cNvSpPr>
            <a:spLocks noGrp="1"/>
          </p:cNvSpPr>
          <p:nvPr/>
        </p:nvSpPr>
        <p:spPr>
          <a:xfrm rot="0">
            <a:off x="165100" y="42799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319257007" name="Text">
    </p:cNvPr>
          <p:cNvSpPr>
            <a:spLocks noGrp="1"/>
          </p:cNvSpPr>
          <p:nvPr/>
        </p:nvSpPr>
        <p:spPr>
          <a:xfrm rot="0">
            <a:off x="965200" y="4330700"/>
            <a:ext cx="4584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PRM 영업시설물 지원 시스템 개발</a:t>
            </a:r>
          </a:p>
        </p:txBody>
      </p:sp>
      <p:sp>
        <p:nvSpPr>
          <p:cNvPr id="1465799376" name="Text">
    </p:cNvPr>
          <p:cNvSpPr>
            <a:spLocks noGrp="1"/>
          </p:cNvSpPr>
          <p:nvPr/>
        </p:nvSpPr>
        <p:spPr>
          <a:xfrm rot="0">
            <a:off x="7239000" y="4330700"/>
            <a:ext cx="2552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74644798" name="Text">
    </p:cNvPr>
          <p:cNvSpPr>
            <a:spLocks noGrp="1"/>
          </p:cNvSpPr>
          <p:nvPr/>
        </p:nvSpPr>
        <p:spPr>
          <a:xfrm rot="0">
            <a:off x="5549900" y="4330700"/>
            <a:ext cx="5715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12/28</a:t>
            </a:r>
          </a:p>
        </p:txBody>
      </p:sp>
      <p:sp>
        <p:nvSpPr>
          <p:cNvPr id="1243298815" name="Text">
    </p:cNvPr>
          <p:cNvSpPr>
            <a:spLocks noGrp="1"/>
          </p:cNvSpPr>
          <p:nvPr/>
        </p:nvSpPr>
        <p:spPr>
          <a:xfrm rot="0">
            <a:off x="901700" y="42799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2160786" name="Text">
    </p:cNvPr>
          <p:cNvSpPr>
            <a:spLocks noGrp="1"/>
          </p:cNvSpPr>
          <p:nvPr/>
        </p:nvSpPr>
        <p:spPr>
          <a:xfrm rot="0">
            <a:off x="6121400" y="42799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2558431" name="Text">
    </p:cNvPr>
          <p:cNvSpPr>
            <a:spLocks noGrp="1"/>
          </p:cNvSpPr>
          <p:nvPr/>
        </p:nvSpPr>
        <p:spPr>
          <a:xfrm rot="0">
            <a:off x="5549900" y="42799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7646621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0543758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666276784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[SABIC] SABIC 시스템 연동 구축</a:t>
            </a:r>
          </a:p>
        </p:txBody>
      </p:sp>
      <p:sp>
        <p:nvSpPr>
          <p:cNvPr id="1203273246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76763586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</a:p>
        </p:txBody>
      </p:sp>
      <p:sp>
        <p:nvSpPr>
          <p:cNvPr id="1818495998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5136337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3094074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2482371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90322161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59651759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32030925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 My S-oil 소비자판매가 실시간 연동을위한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국내출장명령서/ 국내출장비 신청서 내 직책 우선 표시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[LOPAS] HOME &gt; 이관수송 현황 내 스크롤 시, 팝업창이 뜨지 않는 현상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2023.10월 결산의 EIS, Yellow Book 반영</a:t>
            </a:r>
          </a:p>
        </p:txBody>
      </p:sp>
      <p:sp>
        <p:nvSpPr>
          <p:cNvPr id="2146736350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4122287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99706286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</a:p>
        </p:txBody>
      </p:sp>
      <p:sp>
        <p:nvSpPr>
          <p:cNvPr id="1896516169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9576798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0811718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768838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4077734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444744466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261881465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ZEAM1112 추가 수정 여러 거래유형 입력하여 프로그램 실행할수있도록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법인카드 DP 코드 전송 배치 보완 CCS 전송로직 수정(ZCOT7080)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다면평가 피평가자 추출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ERP운영 마감업무 지원작업</a:t>
            </a:r>
          </a:p>
        </p:txBody>
      </p:sp>
      <p:sp>
        <p:nvSpPr>
          <p:cNvPr id="933392143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9710352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2992282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</a:p>
        </p:txBody>
      </p:sp>
      <p:sp>
        <p:nvSpPr>
          <p:cNvPr id="2001191722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4637402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48399187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1336561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