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tiff" ContentType="image/tiff"/>
  <Default Extension="rels" ContentType="application/vnd.openxmlformats-package.relationships+xml"/>
  <Default Extension="xml" ContentType="application/xml"/>
  <Default Extension="ttf" ContentType="application/x-font-ttf"/>
  <Default Extension="otf" ContentType="application/x-font-ttf"/>
  <Default Extension="eot" ContentType="application/x-fontdata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
<Relationships xmlns="http://schemas.openxmlformats.org/package/2006/relationships">
<Relationship Id="rId1" Type="http://schemas.openxmlformats.org/officeDocument/2006/relationships/officeDocument" Target="ppt/presentation.xml"/>
<Relationship Id="rId2" Type="http://schemas.openxmlformats.org/officeDocument/2006/relationships/extended-properties" Target="docProps/app.xml"/>
<Relationship Id="rId3" Type="http://schemas.openxmlformats.org/package/2006/relationships/metadata/core-properties" Target="docProps/core.xml"/>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Sm"/>
  </p:sldMasterIdLst>
  <p:sldIdLst>
    <p:sldId id="2561" r:id="rId1"/>
    <p:sldId id="2562" r:id="rId2"/>
    <p:sldId id="2563" r:id="rId3"/>
    <p:sldId id="2564" r:id="rId4"/>
    <p:sldId id="2565" r:id="rId5"/>
  </p:sldIdLst>
  <p:sldSz cx="10160000" cy="7429500" type="custom"/>
  <p:notesSz cx="6858000" cy="9144000"/>
  <p:embeddedFontLst>
</p:embeddedFontLst>
</p:presentation>
</file>

<file path=ppt/_rels/presentation.xml.rels><?xml version="1.0" encoding="UTF-8" standalone="yes"?>
<Relationships xmlns="http://schemas.openxmlformats.org/package/2006/relationships">
<Relationship Id="rIdTh" Type="http://schemas.openxmlformats.org/officeDocument/2006/relationships/theme" Target="theme/theme1.xml"/>
<Relationship Id="rIdSm" Type="http://schemas.openxmlformats.org/officeDocument/2006/relationships/slideMaster" Target="slideMasters/slideMaster1.xml"/>
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Relationship Id="rId4" Type="http://schemas.openxmlformats.org/officeDocument/2006/relationships/slide" Target="slides/slide4.xml"/>
<Relationship Id="rId5" Type="http://schemas.openxmlformats.org/officeDocument/2006/relationships/slide" Target="slides/slide5.xml"/>
</Relationships>

</file>

<file path=ppt/slideLayouts/_rels/slideLayout1.xml.rels><?xml version="1.0" encoding="UTF-8" standalone="yes"?>
<Relationships xmlns="http://schemas.openxmlformats.org/package/2006/relationships">
<Relationship Id="rIdSm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Th" Type="http://schemas.openxmlformats.org/officeDocument/2006/relationships/theme" Target="../theme/theme1.xml"/>
<Relationship Id="rIdSl" Type="http://schemas.openxmlformats.org/officeDocument/2006/relationships/slideLayout" Target="../slideLayouts/slideLayout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Sl"/>
  </p:sldLayoutIdLst>
</p:sldMaster>
</file>

<file path=ppt/slides/_rels/slide1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921426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386449850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138901714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830900528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703527879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734236955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914059760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369705692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000746455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08254991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582213032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98074485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067841172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670626140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221276513" name="Text">
    </p:cNvPr>
          <p:cNvSpPr>
            <a:spLocks noGrp="1"/>
          </p:cNvSpPr>
          <p:nvPr/>
        </p:nvSpPr>
        <p:spPr>
          <a:xfrm rot="0">
            <a:off x="9702800" y="15113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</a:p>
        </p:txBody>
      </p:sp>
      <p:sp>
        <p:nvSpPr>
          <p:cNvPr id="821964741" name="Text">
    </p:cNvPr>
          <p:cNvSpPr>
            <a:spLocks noGrp="1"/>
          </p:cNvSpPr>
          <p:nvPr/>
        </p:nvSpPr>
        <p:spPr>
          <a:xfrm rot="0">
            <a:off x="9334500" y="15113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10/19</a:t>
            </a:r>
            <a:br/>
            <a:br/>
          </a:p>
        </p:txBody>
      </p:sp>
      <p:sp>
        <p:nvSpPr>
          <p:cNvPr id="1296502062" name="Text">
    </p:cNvPr>
          <p:cNvSpPr>
            <a:spLocks noGrp="1"/>
          </p:cNvSpPr>
          <p:nvPr/>
        </p:nvSpPr>
        <p:spPr>
          <a:xfrm rot="0">
            <a:off x="5930900" y="1511300"/>
            <a:ext cx="3403600" cy="25781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ITSM-96727 [OSPM] Application Secure Coding 취약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ITSM-99071 CP 내의 문자발송 기능 수정 개발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요청</a:t>
            </a:r>
          </a:p>
        </p:txBody>
      </p:sp>
      <p:sp>
        <p:nvSpPr>
          <p:cNvPr id="862979713" name="Text">
    </p:cNvPr>
          <p:cNvSpPr>
            <a:spLocks noGrp="1"/>
          </p:cNvSpPr>
          <p:nvPr/>
        </p:nvSpPr>
        <p:spPr>
          <a:xfrm rot="0">
            <a:off x="5308600" y="1511300"/>
            <a:ext cx="5715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고귀한</a:t>
            </a:r>
          </a:p>
        </p:txBody>
      </p:sp>
      <p:sp>
        <p:nvSpPr>
          <p:cNvPr id="582056885" name="Text">
    </p:cNvPr>
          <p:cNvSpPr>
            <a:spLocks noGrp="1"/>
          </p:cNvSpPr>
          <p:nvPr/>
        </p:nvSpPr>
        <p:spPr>
          <a:xfrm rot="0">
            <a:off x="88900" y="1511300"/>
            <a:ext cx="5715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고귀한</a:t>
            </a:r>
          </a:p>
        </p:txBody>
      </p:sp>
      <p:sp>
        <p:nvSpPr>
          <p:cNvPr id="1676736545" name="Text">
    </p:cNvPr>
          <p:cNvSpPr>
            <a:spLocks noGrp="1"/>
          </p:cNvSpPr>
          <p:nvPr/>
        </p:nvSpPr>
        <p:spPr>
          <a:xfrm rot="0">
            <a:off x="711200" y="1511300"/>
            <a:ext cx="3403600" cy="25781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ITSM-96727 [OSPM] Application Secure Coding 취약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ITSM-99071 CP 내의 문자발송 기능 수정 개발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ITSM-103674 협조문 (문서번호 B63-23-0260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) 변경 요청금액/ 첨부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ITSM-103599 충원요청서 공장 계약직 담당자 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제선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ITSM-103578 C.P에 결재 진행 중인 사고조사보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고서 기각 처리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ITSM-103693 담당자 변경에 따른 결재선 및 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당자 정보 변경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ITSM-103862 OSPM 작업정산서 준공 해제 요청 (W/O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3888600)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ITSM-103892 AB1-23-0249 협조문 내 표 수정</a:t>
            </a:r>
          </a:p>
        </p:txBody>
      </p:sp>
      <p:sp>
        <p:nvSpPr>
          <p:cNvPr id="371963660" name="Text">
    </p:cNvPr>
          <p:cNvSpPr>
            <a:spLocks noGrp="1"/>
          </p:cNvSpPr>
          <p:nvPr/>
        </p:nvSpPr>
        <p:spPr>
          <a:xfrm rot="0">
            <a:off x="4483100" y="15113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</a:p>
        </p:txBody>
      </p:sp>
      <p:sp>
        <p:nvSpPr>
          <p:cNvPr id="626851654" name="Text">
    </p:cNvPr>
          <p:cNvSpPr>
            <a:spLocks noGrp="1"/>
          </p:cNvSpPr>
          <p:nvPr/>
        </p:nvSpPr>
        <p:spPr>
          <a:xfrm rot="0">
            <a:off x="4851400" y="15113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55%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</a:p>
        </p:txBody>
      </p:sp>
      <p:sp>
        <p:nvSpPr>
          <p:cNvPr id="211371147" name="Text">
    </p:cNvPr>
          <p:cNvSpPr>
            <a:spLocks noGrp="1"/>
          </p:cNvSpPr>
          <p:nvPr/>
        </p:nvSpPr>
        <p:spPr>
          <a:xfrm rot="0">
            <a:off x="4114800" y="15113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</a:p>
        </p:txBody>
      </p:sp>
      <p:sp>
        <p:nvSpPr>
          <p:cNvPr id="1758237897" name="Text">
    </p:cNvPr>
          <p:cNvSpPr>
            <a:spLocks noGrp="1"/>
          </p:cNvSpPr>
          <p:nvPr/>
        </p:nvSpPr>
        <p:spPr>
          <a:xfrm rot="0">
            <a:off x="660400" y="1511300"/>
            <a:ext cx="34544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88565771" name="Text">
    </p:cNvPr>
          <p:cNvSpPr>
            <a:spLocks noGrp="1"/>
          </p:cNvSpPr>
          <p:nvPr/>
        </p:nvSpPr>
        <p:spPr>
          <a:xfrm rot="0">
            <a:off x="5880100" y="1511300"/>
            <a:ext cx="34544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34775264" name="Text">
    </p:cNvPr>
          <p:cNvSpPr>
            <a:spLocks noGrp="1"/>
          </p:cNvSpPr>
          <p:nvPr/>
        </p:nvSpPr>
        <p:spPr>
          <a:xfrm rot="0">
            <a:off x="9702800" y="40894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</a:p>
        </p:txBody>
      </p:sp>
      <p:sp>
        <p:nvSpPr>
          <p:cNvPr id="663428441" name="Text">
    </p:cNvPr>
          <p:cNvSpPr>
            <a:spLocks noGrp="1"/>
          </p:cNvSpPr>
          <p:nvPr/>
        </p:nvSpPr>
        <p:spPr>
          <a:xfrm rot="0">
            <a:off x="9334500" y="40894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07/24</a:t>
            </a:r>
            <a:br/>
          </a:p>
        </p:txBody>
      </p:sp>
      <p:sp>
        <p:nvSpPr>
          <p:cNvPr id="728608701" name="Text">
    </p:cNvPr>
          <p:cNvSpPr>
            <a:spLocks noGrp="1"/>
          </p:cNvSpPr>
          <p:nvPr/>
        </p:nvSpPr>
        <p:spPr>
          <a:xfrm rot="0">
            <a:off x="5930900" y="40894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개발 지원 및 인수인계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인수인계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RTS DashboardSecure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Simoms 연동을 위한 ePSMS, OAS Web API 개발</a:t>
            </a:r>
          </a:p>
        </p:txBody>
      </p:sp>
      <p:sp>
        <p:nvSpPr>
          <p:cNvPr id="773083982" name="Text">
    </p:cNvPr>
          <p:cNvSpPr>
            <a:spLocks noGrp="1"/>
          </p:cNvSpPr>
          <p:nvPr/>
        </p:nvSpPr>
        <p:spPr>
          <a:xfrm rot="0">
            <a:off x="5308600" y="40894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1241973212" name="Text">
    </p:cNvPr>
          <p:cNvSpPr>
            <a:spLocks noGrp="1"/>
          </p:cNvSpPr>
          <p:nvPr/>
        </p:nvSpPr>
        <p:spPr>
          <a:xfrm rot="0">
            <a:off x="88900" y="40894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890878992" name="Text">
    </p:cNvPr>
          <p:cNvSpPr>
            <a:spLocks noGrp="1"/>
          </p:cNvSpPr>
          <p:nvPr/>
        </p:nvSpPr>
        <p:spPr>
          <a:xfrm rot="0">
            <a:off x="711200" y="40894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개발 지원 및 인수인계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인수인계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RTS DashboardSecure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[ITSM-102510]RTS Dashboard 관련 개선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New RTDB 연동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[ITSM-103623]OAS user 권한 부여 시 사용 만료 기간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지정 기능 추가</a:t>
            </a:r>
          </a:p>
        </p:txBody>
      </p:sp>
      <p:sp>
        <p:nvSpPr>
          <p:cNvPr id="1943006537" name="Text">
    </p:cNvPr>
          <p:cNvSpPr>
            <a:spLocks noGrp="1"/>
          </p:cNvSpPr>
          <p:nvPr/>
        </p:nvSpPr>
        <p:spPr>
          <a:xfrm rot="0">
            <a:off x="4483100" y="40894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</a:p>
        </p:txBody>
      </p:sp>
      <p:sp>
        <p:nvSpPr>
          <p:cNvPr id="2135776861" name="Text">
    </p:cNvPr>
          <p:cNvSpPr>
            <a:spLocks noGrp="1"/>
          </p:cNvSpPr>
          <p:nvPr/>
        </p:nvSpPr>
        <p:spPr>
          <a:xfrm rot="0">
            <a:off x="4851400" y="40894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br/>
          </a:p>
        </p:txBody>
      </p:sp>
      <p:sp>
        <p:nvSpPr>
          <p:cNvPr id="221686153" name="Text">
    </p:cNvPr>
          <p:cNvSpPr>
            <a:spLocks noGrp="1"/>
          </p:cNvSpPr>
          <p:nvPr/>
        </p:nvSpPr>
        <p:spPr>
          <a:xfrm rot="0">
            <a:off x="4114800" y="40894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12/04</a:t>
            </a:r>
            <a:br/>
            <a:br/>
          </a:p>
        </p:txBody>
      </p:sp>
      <p:sp>
        <p:nvSpPr>
          <p:cNvPr id="1966570755" name="Text">
    </p:cNvPr>
          <p:cNvSpPr>
            <a:spLocks noGrp="1"/>
          </p:cNvSpPr>
          <p:nvPr/>
        </p:nvSpPr>
        <p:spPr>
          <a:xfrm rot="0">
            <a:off x="660400" y="40894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32038729" name="Text">
    </p:cNvPr>
          <p:cNvSpPr>
            <a:spLocks noGrp="1"/>
          </p:cNvSpPr>
          <p:nvPr/>
        </p:nvSpPr>
        <p:spPr>
          <a:xfrm rot="0">
            <a:off x="5880100" y="40894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5373185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417081711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442975111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283766713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597933640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009837387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485225009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134576178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752690374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398162494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75729951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360998386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13896137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734289818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20896472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</a:p>
        </p:txBody>
      </p:sp>
      <p:sp>
        <p:nvSpPr>
          <p:cNvPr id="627200560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</a:p>
        </p:txBody>
      </p:sp>
      <p:sp>
        <p:nvSpPr>
          <p:cNvPr id="1823767543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주유소/충전소 PRM 거래처 마스터 신규 등록시 필수 계약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자동 체결요청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 e-biz홍보물 대금지급을 위한 최종 상태 코드 생성 요청</a:t>
            </a:r>
          </a:p>
        </p:txBody>
      </p:sp>
      <p:sp>
        <p:nvSpPr>
          <p:cNvPr id="1924762626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732693201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484976198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주유소/충전소 PRM 거래처 마스터 신규 등록시 필수 계약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자동 체결요청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 e-biz홍보물 대금지급을 위한 최종 상태 코드 생성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 My S-oil 소비자판매가 실시간 연동을위한 보완</a:t>
            </a:r>
          </a:p>
        </p:txBody>
      </p:sp>
      <p:sp>
        <p:nvSpPr>
          <p:cNvPr id="1405918703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12/07</a:t>
            </a:r>
            <a:br/>
          </a:p>
        </p:txBody>
      </p:sp>
      <p:sp>
        <p:nvSpPr>
          <p:cNvPr id="1831584264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85%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12/06</a:t>
            </a:r>
            <a:br/>
          </a:p>
        </p:txBody>
      </p:sp>
      <p:sp>
        <p:nvSpPr>
          <p:cNvPr id="651882486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12/05</a:t>
            </a:r>
            <a:br/>
          </a:p>
        </p:txBody>
      </p:sp>
      <p:sp>
        <p:nvSpPr>
          <p:cNvPr id="2078095229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79917580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143378959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12/15</a:t>
            </a:r>
            <a:br/>
          </a:p>
        </p:txBody>
      </p:sp>
      <p:sp>
        <p:nvSpPr>
          <p:cNvPr id="236301150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12/11</a:t>
            </a:r>
            <a:br/>
          </a:p>
        </p:txBody>
      </p:sp>
      <p:sp>
        <p:nvSpPr>
          <p:cNvPr id="484512574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JIRA 변경 관리 요청 업무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소스 내 naver 지도 api 소스 반영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공지사항 검색 기능 추가</a:t>
            </a:r>
          </a:p>
        </p:txBody>
      </p:sp>
      <p:sp>
        <p:nvSpPr>
          <p:cNvPr id="534456112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1788818402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1232284340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공지사항 검색 기능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naver api 반영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2023년 연간예산 월별 집행계획 작성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ITSM-87270 변경요청서 삭제ITSM-100130 변경결과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작성</a:t>
            </a:r>
          </a:p>
        </p:txBody>
      </p:sp>
      <p:sp>
        <p:nvSpPr>
          <p:cNvPr id="1570744391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  <a:br/>
          </a:p>
        </p:txBody>
      </p:sp>
      <p:sp>
        <p:nvSpPr>
          <p:cNvPr id="465299043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  <a:br/>
          </a:p>
        </p:txBody>
      </p:sp>
      <p:sp>
        <p:nvSpPr>
          <p:cNvPr id="136894165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  <a:br/>
          </a:p>
        </p:txBody>
      </p:sp>
      <p:sp>
        <p:nvSpPr>
          <p:cNvPr id="1482587118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15575346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2317739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916773277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494562623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943610754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2125597218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906208034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9491425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265285392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627530053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655546294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910560957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679121756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935877223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06333263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6504926" name="Text">
    </p:cNvPr>
          <p:cNvSpPr>
            <a:spLocks noGrp="1"/>
          </p:cNvSpPr>
          <p:nvPr/>
        </p:nvSpPr>
        <p:spPr>
          <a:xfrm rot="0">
            <a:off x="97028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12/15</a:t>
            </a:r>
            <a:br/>
          </a:p>
        </p:txBody>
      </p:sp>
      <p:sp>
        <p:nvSpPr>
          <p:cNvPr id="2097136381" name="Text">
    </p:cNvPr>
          <p:cNvSpPr>
            <a:spLocks noGrp="1"/>
          </p:cNvSpPr>
          <p:nvPr/>
        </p:nvSpPr>
        <p:spPr>
          <a:xfrm rot="0">
            <a:off x="93345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12/11</a:t>
            </a:r>
            <a:br/>
          </a:p>
        </p:txBody>
      </p:sp>
      <p:sp>
        <p:nvSpPr>
          <p:cNvPr id="152151143" name="Text">
    </p:cNvPr>
          <p:cNvSpPr>
            <a:spLocks noGrp="1"/>
          </p:cNvSpPr>
          <p:nvPr/>
        </p:nvSpPr>
        <p:spPr>
          <a:xfrm rot="0">
            <a:off x="5930900" y="1511300"/>
            <a:ext cx="3403600" cy="24257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이상관리 및 재수행</a:t>
            </a:r>
          </a:p>
        </p:txBody>
      </p:sp>
      <p:sp>
        <p:nvSpPr>
          <p:cNvPr id="995569142" name="Text">
    </p:cNvPr>
          <p:cNvSpPr>
            <a:spLocks noGrp="1"/>
          </p:cNvSpPr>
          <p:nvPr/>
        </p:nvSpPr>
        <p:spPr>
          <a:xfrm rot="0">
            <a:off x="5308600" y="1511300"/>
            <a:ext cx="5715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564197107" name="Text">
    </p:cNvPr>
          <p:cNvSpPr>
            <a:spLocks noGrp="1"/>
          </p:cNvSpPr>
          <p:nvPr/>
        </p:nvSpPr>
        <p:spPr>
          <a:xfrm rot="0">
            <a:off x="88900" y="1511300"/>
            <a:ext cx="5715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592060432" name="Text">
    </p:cNvPr>
          <p:cNvSpPr>
            <a:spLocks noGrp="1"/>
          </p:cNvSpPr>
          <p:nvPr/>
        </p:nvSpPr>
        <p:spPr>
          <a:xfrm rot="0">
            <a:off x="711200" y="1511300"/>
            <a:ext cx="3403600" cy="24257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'구매관리팀-구매송장' 작업 현업 담당자 Login 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격증명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'기계설계팀-자재번호' 작업 데이터 오류 항목 재수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행 및 발송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'법인영업팀-항공사 매출입력' 현업 자료 오입력 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정요청 및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A360 '생산조정팀-전표처리' 작업 오류확인, PC 재설정 및 RP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A 일부수정,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'Daily Report' 작업 데이터정리 및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[RPA] A11 '#1 회계지급전표 증빙대사' 작업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'사전점검' 작업 중간모니터링 및 수정, 수기발송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로그확인 및 재기동 재인수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117pc, 209pc 재부팅 및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'CCS 사전점검' 작업 재수행 및 수정</a:t>
            </a:r>
          </a:p>
        </p:txBody>
      </p:sp>
      <p:sp>
        <p:nvSpPr>
          <p:cNvPr id="670866050" name="Text">
    </p:cNvPr>
          <p:cNvSpPr>
            <a:spLocks noGrp="1"/>
          </p:cNvSpPr>
          <p:nvPr/>
        </p:nvSpPr>
        <p:spPr>
          <a:xfrm rot="0">
            <a:off x="44831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</a:p>
        </p:txBody>
      </p:sp>
      <p:sp>
        <p:nvSpPr>
          <p:cNvPr id="625359638" name="Text">
    </p:cNvPr>
          <p:cNvSpPr>
            <a:spLocks noGrp="1"/>
          </p:cNvSpPr>
          <p:nvPr/>
        </p:nvSpPr>
        <p:spPr>
          <a:xfrm rot="0">
            <a:off x="48514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</a:p>
        </p:txBody>
      </p:sp>
      <p:sp>
        <p:nvSpPr>
          <p:cNvPr id="66541091" name="Text">
    </p:cNvPr>
          <p:cNvSpPr>
            <a:spLocks noGrp="1"/>
          </p:cNvSpPr>
          <p:nvPr/>
        </p:nvSpPr>
        <p:spPr>
          <a:xfrm rot="0">
            <a:off x="41148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</a:p>
        </p:txBody>
      </p:sp>
      <p:sp>
        <p:nvSpPr>
          <p:cNvPr id="1901051117" name="Text">
    </p:cNvPr>
          <p:cNvSpPr>
            <a:spLocks noGrp="1"/>
          </p:cNvSpPr>
          <p:nvPr/>
        </p:nvSpPr>
        <p:spPr>
          <a:xfrm rot="0">
            <a:off x="660400" y="1511300"/>
            <a:ext cx="34544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49608908" name="Text">
    </p:cNvPr>
          <p:cNvSpPr>
            <a:spLocks noGrp="1"/>
          </p:cNvSpPr>
          <p:nvPr/>
        </p:nvSpPr>
        <p:spPr>
          <a:xfrm rot="0">
            <a:off x="5880100" y="1511300"/>
            <a:ext cx="34544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48942341" name="Text">
    </p:cNvPr>
          <p:cNvSpPr>
            <a:spLocks noGrp="1"/>
          </p:cNvSpPr>
          <p:nvPr/>
        </p:nvSpPr>
        <p:spPr>
          <a:xfrm rot="0">
            <a:off x="9702800" y="39370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</a:p>
        </p:txBody>
      </p:sp>
      <p:sp>
        <p:nvSpPr>
          <p:cNvPr id="525406141" name="Text">
    </p:cNvPr>
          <p:cNvSpPr>
            <a:spLocks noGrp="1"/>
          </p:cNvSpPr>
          <p:nvPr/>
        </p:nvSpPr>
        <p:spPr>
          <a:xfrm rot="0">
            <a:off x="9334500" y="39370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br/>
          </a:p>
        </p:txBody>
      </p:sp>
      <p:sp>
        <p:nvSpPr>
          <p:cNvPr id="326463598" name="Text">
    </p:cNvPr>
          <p:cNvSpPr>
            <a:spLocks noGrp="1"/>
          </p:cNvSpPr>
          <p:nvPr/>
        </p:nvSpPr>
        <p:spPr>
          <a:xfrm rot="0">
            <a:off x="5930900" y="39370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[TPMS] Application 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산업안전보건관리비 계상 관련 시스템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Soft Skill 인증제도(Skillset) 시행에 따른 LMS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개발 요청의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Defect Elimination Dashboard Renewal(신규 Po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rtal 구축) 관련 전자결재 연동 작업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보너스카드 서비스 중단유예 / 매출비율 기준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신청서 format 변경</a:t>
            </a:r>
          </a:p>
        </p:txBody>
      </p:sp>
      <p:sp>
        <p:nvSpPr>
          <p:cNvPr id="29728940" name="Text">
    </p:cNvPr>
          <p:cNvSpPr>
            <a:spLocks noGrp="1"/>
          </p:cNvSpPr>
          <p:nvPr/>
        </p:nvSpPr>
        <p:spPr>
          <a:xfrm rot="0">
            <a:off x="5308600" y="39370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1462091178" name="Text">
    </p:cNvPr>
          <p:cNvSpPr>
            <a:spLocks noGrp="1"/>
          </p:cNvSpPr>
          <p:nvPr/>
        </p:nvSpPr>
        <p:spPr>
          <a:xfrm rot="0">
            <a:off x="88900" y="39370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1084128276" name="Text">
    </p:cNvPr>
          <p:cNvSpPr>
            <a:spLocks noGrp="1"/>
          </p:cNvSpPr>
          <p:nvPr/>
        </p:nvSpPr>
        <p:spPr>
          <a:xfrm rot="0">
            <a:off x="711200" y="39370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[TPMS] Application 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산업안전보건관리비 계상 관련 시스템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Soft Skill 인증제도(Skillset) 시행에 따른 LMS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개발 요청의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Defect Elimination Dashboard Renewal(신규 Po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rtal 구축) 관련 전자결재 연동 작업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국내출장명령서/ 국내출장비 신청서 내 직책 우선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표시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보너스카드 서비스 중단유예 / 매출비율 기준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신청서 format 변경</a:t>
            </a:r>
          </a:p>
        </p:txBody>
      </p:sp>
      <p:sp>
        <p:nvSpPr>
          <p:cNvPr id="2018546281" name="Text">
    </p:cNvPr>
          <p:cNvSpPr>
            <a:spLocks noGrp="1"/>
          </p:cNvSpPr>
          <p:nvPr/>
        </p:nvSpPr>
        <p:spPr>
          <a:xfrm rot="0">
            <a:off x="4483100" y="39370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</a:p>
        </p:txBody>
      </p:sp>
      <p:sp>
        <p:nvSpPr>
          <p:cNvPr id="1413254415" name="Text">
    </p:cNvPr>
          <p:cNvSpPr>
            <a:spLocks noGrp="1"/>
          </p:cNvSpPr>
          <p:nvPr/>
        </p:nvSpPr>
        <p:spPr>
          <a:xfrm rot="0">
            <a:off x="4851400" y="39370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40%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40%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  <a:br/>
          </a:p>
        </p:txBody>
      </p:sp>
      <p:sp>
        <p:nvSpPr>
          <p:cNvPr id="781099727" name="Text">
    </p:cNvPr>
          <p:cNvSpPr>
            <a:spLocks noGrp="1"/>
          </p:cNvSpPr>
          <p:nvPr/>
        </p:nvSpPr>
        <p:spPr>
          <a:xfrm rot="0">
            <a:off x="4114800" y="39370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br/>
          </a:p>
        </p:txBody>
      </p:sp>
      <p:sp>
        <p:nvSpPr>
          <p:cNvPr id="499320278" name="Text">
    </p:cNvPr>
          <p:cNvSpPr>
            <a:spLocks noGrp="1"/>
          </p:cNvSpPr>
          <p:nvPr/>
        </p:nvSpPr>
        <p:spPr>
          <a:xfrm rot="0">
            <a:off x="660400" y="39370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35524573" name="Text">
    </p:cNvPr>
          <p:cNvSpPr>
            <a:spLocks noGrp="1"/>
          </p:cNvSpPr>
          <p:nvPr/>
        </p:nvSpPr>
        <p:spPr>
          <a:xfrm rot="0">
            <a:off x="5880100" y="39370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8961544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73795886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63430918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246466522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447495414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341370135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565171324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431047192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779932107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082822148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972736130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074560740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46152871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577423309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30882319" name="Text">
    </p:cNvPr>
          <p:cNvSpPr>
            <a:spLocks noGrp="1"/>
          </p:cNvSpPr>
          <p:nvPr/>
        </p:nvSpPr>
        <p:spPr>
          <a:xfrm rot="0">
            <a:off x="9702800" y="15113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12/15</a:t>
            </a:r>
            <a:br/>
            <a:br/>
          </a:p>
        </p:txBody>
      </p:sp>
      <p:sp>
        <p:nvSpPr>
          <p:cNvPr id="613793356" name="Text">
    </p:cNvPr>
          <p:cNvSpPr>
            <a:spLocks noGrp="1"/>
          </p:cNvSpPr>
          <p:nvPr/>
        </p:nvSpPr>
        <p:spPr>
          <a:xfrm rot="0">
            <a:off x="9334500" y="15113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br/>
          </a:p>
        </p:txBody>
      </p:sp>
      <p:sp>
        <p:nvSpPr>
          <p:cNvPr id="485938268" name="Text">
    </p:cNvPr>
          <p:cNvSpPr>
            <a:spLocks noGrp="1"/>
          </p:cNvSpPr>
          <p:nvPr/>
        </p:nvSpPr>
        <p:spPr>
          <a:xfrm rot="0">
            <a:off x="5930900" y="1511300"/>
            <a:ext cx="3403600" cy="27305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Soft Skill 인증제도(Skillset) 시행에 따른 LMS 개발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요청의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ERM IT 시스템 BCP매뉴얼 등록 및 관리화면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크롬 업데이트에 따른 LMS e-Learning 진도관리 기능제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한에 따른 코드 재개발 검토	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ERS 모바일 SmartEX-02 기기에서 로그인시오류 확인 및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자료조회 오류 계정에 대해 확인 요청</a:t>
            </a:r>
          </a:p>
        </p:txBody>
      </p:sp>
      <p:sp>
        <p:nvSpPr>
          <p:cNvPr id="1854911990" name="Text">
    </p:cNvPr>
          <p:cNvSpPr>
            <a:spLocks noGrp="1"/>
          </p:cNvSpPr>
          <p:nvPr/>
        </p:nvSpPr>
        <p:spPr>
          <a:xfrm rot="0">
            <a:off x="5308600" y="1511300"/>
            <a:ext cx="5715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32886347" name="Text">
    </p:cNvPr>
          <p:cNvSpPr>
            <a:spLocks noGrp="1"/>
          </p:cNvSpPr>
          <p:nvPr/>
        </p:nvSpPr>
        <p:spPr>
          <a:xfrm rot="0">
            <a:off x="88900" y="1511300"/>
            <a:ext cx="5715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144406503" name="Text">
    </p:cNvPr>
          <p:cNvSpPr>
            <a:spLocks noGrp="1"/>
          </p:cNvSpPr>
          <p:nvPr/>
        </p:nvSpPr>
        <p:spPr>
          <a:xfrm rot="0">
            <a:off x="711200" y="1511300"/>
            <a:ext cx="3403600" cy="27305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Soft Skill 인증제도(Skillset) 시행에 따른 LMS 개발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요청의 건(Soft skil 교육시간 이수후 내/외부 평가 요청 메일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스케쥴러 개발)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크롬 업데이트에 따른 LMS e-Learning 진도관리 기능제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한에 따른 코드 재개발 검토	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ERM IT 시스템 BCP매뉴얼 등록 및 관리화면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ERS 모바일 SmartEX-02 기기에서 로그인시오류 확인 및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자료조회 오류 계정에 대해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2건의 교육훈련신청서 전자결재 오류 문의 확인 및 로그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확인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스킬셋 근태승인 오류관련 확인 요청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유밥(스마트러닝)교육이력 11월 데이터 삭제후 재연계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조직 변경 및 인사이동으로 인한 인사배치 프로시저 오류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확인 및 프로시저 수정 조치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표준문서&gt;일반 문서번호 생성 체계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OST-S-L001 문서 오타로 수정 요청</a:t>
            </a:r>
          </a:p>
        </p:txBody>
      </p:sp>
      <p:sp>
        <p:nvSpPr>
          <p:cNvPr id="585438876" name="Text">
    </p:cNvPr>
          <p:cNvSpPr>
            <a:spLocks noGrp="1"/>
          </p:cNvSpPr>
          <p:nvPr/>
        </p:nvSpPr>
        <p:spPr>
          <a:xfrm rot="0">
            <a:off x="4483100" y="15113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</a:p>
        </p:txBody>
      </p:sp>
      <p:sp>
        <p:nvSpPr>
          <p:cNvPr id="836122419" name="Text">
    </p:cNvPr>
          <p:cNvSpPr>
            <a:spLocks noGrp="1"/>
          </p:cNvSpPr>
          <p:nvPr/>
        </p:nvSpPr>
        <p:spPr>
          <a:xfrm rot="0">
            <a:off x="4851400" y="15113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75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</a:p>
        </p:txBody>
      </p:sp>
      <p:sp>
        <p:nvSpPr>
          <p:cNvPr id="519971028" name="Text">
    </p:cNvPr>
          <p:cNvSpPr>
            <a:spLocks noGrp="1"/>
          </p:cNvSpPr>
          <p:nvPr/>
        </p:nvSpPr>
        <p:spPr>
          <a:xfrm rot="0">
            <a:off x="4114800" y="15113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</a:p>
        </p:txBody>
      </p:sp>
      <p:sp>
        <p:nvSpPr>
          <p:cNvPr id="1292458147" name="Text">
    </p:cNvPr>
          <p:cNvSpPr>
            <a:spLocks noGrp="1"/>
          </p:cNvSpPr>
          <p:nvPr/>
        </p:nvSpPr>
        <p:spPr>
          <a:xfrm rot="0">
            <a:off x="660400" y="1511300"/>
            <a:ext cx="34544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96619368" name="Text">
    </p:cNvPr>
          <p:cNvSpPr>
            <a:spLocks noGrp="1"/>
          </p:cNvSpPr>
          <p:nvPr/>
        </p:nvSpPr>
        <p:spPr>
          <a:xfrm rot="0">
            <a:off x="5880100" y="1511300"/>
            <a:ext cx="34544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03584542" name="Text">
    </p:cNvPr>
          <p:cNvSpPr>
            <a:spLocks noGrp="1"/>
          </p:cNvSpPr>
          <p:nvPr/>
        </p:nvSpPr>
        <p:spPr>
          <a:xfrm rot="0">
            <a:off x="9702800" y="42418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[보류]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[보류]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[보류]</a:t>
            </a:r>
            <a:br/>
            <a:br/>
          </a:p>
        </p:txBody>
      </p:sp>
      <p:sp>
        <p:nvSpPr>
          <p:cNvPr id="673865405" name="Text">
    </p:cNvPr>
          <p:cNvSpPr>
            <a:spLocks noGrp="1"/>
          </p:cNvSpPr>
          <p:nvPr/>
        </p:nvSpPr>
        <p:spPr>
          <a:xfrm rot="0">
            <a:off x="9334500" y="42418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br/>
          </a:p>
        </p:txBody>
      </p:sp>
      <p:sp>
        <p:nvSpPr>
          <p:cNvPr id="803325787" name="Text">
    </p:cNvPr>
          <p:cNvSpPr>
            <a:spLocks noGrp="1"/>
          </p:cNvSpPr>
          <p:nvPr/>
        </p:nvSpPr>
        <p:spPr>
          <a:xfrm rot="0">
            <a:off x="5930900" y="42418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[WMS] Application 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사이버 보안 컴플라이언스 조치 권고 사항 처리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사이버 보안 컴플라이언스 조치 권고 사항 처리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SP062 과도한 상품권 대금 결제 시나리오 로직 분석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</a:t>
            </a:r>
          </a:p>
        </p:txBody>
      </p:sp>
      <p:sp>
        <p:nvSpPr>
          <p:cNvPr id="2144372089" name="Text">
    </p:cNvPr>
          <p:cNvSpPr>
            <a:spLocks noGrp="1"/>
          </p:cNvSpPr>
          <p:nvPr/>
        </p:nvSpPr>
        <p:spPr>
          <a:xfrm rot="0">
            <a:off x="5308600" y="42418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1370687827" name="Text">
    </p:cNvPr>
          <p:cNvSpPr>
            <a:spLocks noGrp="1"/>
          </p:cNvSpPr>
          <p:nvPr/>
        </p:nvSpPr>
        <p:spPr>
          <a:xfrm rot="0">
            <a:off x="88900" y="42418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731277934" name="Text">
    </p:cNvPr>
          <p:cNvSpPr>
            <a:spLocks noGrp="1"/>
          </p:cNvSpPr>
          <p:nvPr/>
        </p:nvSpPr>
        <p:spPr>
          <a:xfrm rot="0">
            <a:off x="711200" y="42418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충북지사 카드리더기 교체 후 IC칩 인식불가 원격 확인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사이버 보안 컴플라이언스 사용자 계정 권한 데이터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판매 내역 데이터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[WMS] Application 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SP104 시나리오 로직 검토 원인이 확인 안된 항목에 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한 검출 사유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EWS 시나리오 점검 오류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SP402 Timeout 으로 인한  SQL 튜닝 </a:t>
            </a:r>
          </a:p>
        </p:txBody>
      </p:sp>
      <p:sp>
        <p:nvSpPr>
          <p:cNvPr id="183286616" name="Text">
    </p:cNvPr>
          <p:cNvSpPr>
            <a:spLocks noGrp="1"/>
          </p:cNvSpPr>
          <p:nvPr/>
        </p:nvSpPr>
        <p:spPr>
          <a:xfrm rot="0">
            <a:off x="4483100" y="42418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12/06</a:t>
            </a:r>
            <a:br/>
          </a:p>
        </p:txBody>
      </p:sp>
      <p:sp>
        <p:nvSpPr>
          <p:cNvPr id="1911295025" name="Text">
    </p:cNvPr>
          <p:cNvSpPr>
            <a:spLocks noGrp="1"/>
          </p:cNvSpPr>
          <p:nvPr/>
        </p:nvSpPr>
        <p:spPr>
          <a:xfrm rot="0">
            <a:off x="4851400" y="42418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12/06</a:t>
            </a:r>
            <a:br/>
          </a:p>
        </p:txBody>
      </p:sp>
      <p:sp>
        <p:nvSpPr>
          <p:cNvPr id="953973454" name="Text">
    </p:cNvPr>
          <p:cNvSpPr>
            <a:spLocks noGrp="1"/>
          </p:cNvSpPr>
          <p:nvPr/>
        </p:nvSpPr>
        <p:spPr>
          <a:xfrm rot="0">
            <a:off x="4114800" y="42418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12/05</a:t>
            </a:r>
            <a:br/>
          </a:p>
        </p:txBody>
      </p:sp>
      <p:sp>
        <p:nvSpPr>
          <p:cNvPr id="536978081" name="Text">
    </p:cNvPr>
          <p:cNvSpPr>
            <a:spLocks noGrp="1"/>
          </p:cNvSpPr>
          <p:nvPr/>
        </p:nvSpPr>
        <p:spPr>
          <a:xfrm rot="0">
            <a:off x="660400" y="42418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31227522" name="Text">
    </p:cNvPr>
          <p:cNvSpPr>
            <a:spLocks noGrp="1"/>
          </p:cNvSpPr>
          <p:nvPr/>
        </p:nvSpPr>
        <p:spPr>
          <a:xfrm rot="0">
            <a:off x="5880100" y="42418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1575132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93712592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682380905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539014149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505997270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937430862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971972174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483005930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489197732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102806619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015690449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889731567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855077157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2100093872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83999352" name="Text">
    </p:cNvPr>
          <p:cNvSpPr>
            <a:spLocks noGrp="1"/>
          </p:cNvSpPr>
          <p:nvPr/>
        </p:nvSpPr>
        <p:spPr>
          <a:xfrm rot="0">
            <a:off x="9702800" y="15113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12/15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12/15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12/15</a:t>
            </a:r>
            <a:br/>
            <a:br/>
            <a:br/>
          </a:p>
        </p:txBody>
      </p:sp>
      <p:sp>
        <p:nvSpPr>
          <p:cNvPr id="2025433585" name="Text">
    </p:cNvPr>
          <p:cNvSpPr>
            <a:spLocks noGrp="1"/>
          </p:cNvSpPr>
          <p:nvPr/>
        </p:nvSpPr>
        <p:spPr>
          <a:xfrm rot="0">
            <a:off x="9334500" y="15113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12/05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12/07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12/11</a:t>
            </a:r>
            <a:br/>
            <a:br/>
            <a:br/>
          </a:p>
        </p:txBody>
      </p:sp>
      <p:sp>
        <p:nvSpPr>
          <p:cNvPr id="1909359002" name="Text">
    </p:cNvPr>
          <p:cNvSpPr>
            <a:spLocks noGrp="1"/>
          </p:cNvSpPr>
          <p:nvPr/>
        </p:nvSpPr>
        <p:spPr>
          <a:xfrm rot="0">
            <a:off x="5930900" y="1511300"/>
            <a:ext cx="3403600" cy="2273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SEM_SupriceTrans (EAI 공급 단가 수신) 'TM_BAS_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PRC_INFO' 테이블 변경 및 원복(추후 테스트를 통해 유효성 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인)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송유관 입고계획 관리 &gt; PDF upload, 'PDF' 양식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으로 인한 업로드 에러 ( 1. PDF 내 발행번호를 읽지 못함 / 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. 저유소명 불일치 / 3. 셀병합 및 가운데 정렬로 인한 값 오배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치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송유관 입고계획 관리 &gt; PDF upload, 'PDF' 양식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으로 인한 업로드 에러 조치 기간 내 'PDF' 업로드 및 수정 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포</a:t>
            </a:r>
          </a:p>
        </p:txBody>
      </p:sp>
      <p:sp>
        <p:nvSpPr>
          <p:cNvPr id="1810226544" name="Text">
    </p:cNvPr>
          <p:cNvSpPr>
            <a:spLocks noGrp="1"/>
          </p:cNvSpPr>
          <p:nvPr/>
        </p:nvSpPr>
        <p:spPr>
          <a:xfrm rot="0">
            <a:off x="5308600" y="1511300"/>
            <a:ext cx="5715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LOPAS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269509320" name="Text">
    </p:cNvPr>
          <p:cNvSpPr>
            <a:spLocks noGrp="1"/>
          </p:cNvSpPr>
          <p:nvPr/>
        </p:nvSpPr>
        <p:spPr>
          <a:xfrm rot="0">
            <a:off x="88900" y="1511300"/>
            <a:ext cx="5715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LOPAS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626239258" name="Text">
    </p:cNvPr>
          <p:cNvSpPr>
            <a:spLocks noGrp="1"/>
          </p:cNvSpPr>
          <p:nvPr/>
        </p:nvSpPr>
        <p:spPr>
          <a:xfrm rot="0">
            <a:off x="711200" y="1511300"/>
            <a:ext cx="3403600" cy="2273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HOME &gt; 이관수송 현황 내 스크롤 시, 팝업창이 뜨지 않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는 현상 확인 및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SEM_SupriceTrans (EAI 공급 단가 수신) 'TM_BAS_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PRC_INFO' 테이블 변경 및 원복(추후 테스트를 통해 유효성 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인)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송유관 입고계획 관리 &gt; PDF upload, 'PDF' 양식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으로 인한 업로드 에러 ( 1. PDF 내 발행번호를 읽지 못함 / 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. 저유소명 불일치 / 3. 셀병합 및 가운데 정렬로 인한 값 오배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치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송유관 입고계획 관리 &gt; PDF upload, 'PDF' 양식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으로 인한 업로드 에러 조치 기간 내 'PDF' 업로드 및 수정 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포</a:t>
            </a:r>
          </a:p>
        </p:txBody>
      </p:sp>
      <p:sp>
        <p:nvSpPr>
          <p:cNvPr id="546582651" name="Text">
    </p:cNvPr>
          <p:cNvSpPr>
            <a:spLocks noGrp="1"/>
          </p:cNvSpPr>
          <p:nvPr/>
        </p:nvSpPr>
        <p:spPr>
          <a:xfrm rot="0">
            <a:off x="4483100" y="15113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12/15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12/15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  <a:br/>
            <a:br/>
          </a:p>
        </p:txBody>
      </p:sp>
      <p:sp>
        <p:nvSpPr>
          <p:cNvPr id="1709139780" name="Text">
    </p:cNvPr>
          <p:cNvSpPr>
            <a:spLocks noGrp="1"/>
          </p:cNvSpPr>
          <p:nvPr/>
        </p:nvSpPr>
        <p:spPr>
          <a:xfrm rot="0">
            <a:off x="4851400" y="15113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  <a:br/>
            <a:br/>
          </a:p>
        </p:txBody>
      </p:sp>
      <p:sp>
        <p:nvSpPr>
          <p:cNvPr id="1992970005" name="Text">
    </p:cNvPr>
          <p:cNvSpPr>
            <a:spLocks noGrp="1"/>
          </p:cNvSpPr>
          <p:nvPr/>
        </p:nvSpPr>
        <p:spPr>
          <a:xfrm rot="0">
            <a:off x="4114800" y="15113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12/05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12/07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12/07</a:t>
            </a:r>
            <a:br/>
            <a:br/>
            <a:br/>
          </a:p>
        </p:txBody>
      </p:sp>
      <p:sp>
        <p:nvSpPr>
          <p:cNvPr id="1310285217" name="Text">
    </p:cNvPr>
          <p:cNvSpPr>
            <a:spLocks noGrp="1"/>
          </p:cNvSpPr>
          <p:nvPr/>
        </p:nvSpPr>
        <p:spPr>
          <a:xfrm rot="0">
            <a:off x="660400" y="1511300"/>
            <a:ext cx="34544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34819825" name="Text">
    </p:cNvPr>
          <p:cNvSpPr>
            <a:spLocks noGrp="1"/>
          </p:cNvSpPr>
          <p:nvPr/>
        </p:nvSpPr>
        <p:spPr>
          <a:xfrm rot="0">
            <a:off x="5880100" y="1511300"/>
            <a:ext cx="34544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74949379" name="Text">
    </p:cNvPr>
          <p:cNvSpPr>
            <a:spLocks noGrp="1"/>
          </p:cNvSpPr>
          <p:nvPr/>
        </p:nvSpPr>
        <p:spPr>
          <a:xfrm rot="0">
            <a:off x="9702800" y="37846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</a:p>
        </p:txBody>
      </p:sp>
      <p:sp>
        <p:nvSpPr>
          <p:cNvPr id="1969381327" name="Text">
    </p:cNvPr>
          <p:cNvSpPr>
            <a:spLocks noGrp="1"/>
          </p:cNvSpPr>
          <p:nvPr/>
        </p:nvSpPr>
        <p:spPr>
          <a:xfrm rot="0">
            <a:off x="9334500" y="37846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12/07</a:t>
            </a:r>
            <a:br/>
          </a:p>
        </p:txBody>
      </p:sp>
      <p:sp>
        <p:nvSpPr>
          <p:cNvPr id="1905451159" name="Text">
    </p:cNvPr>
          <p:cNvSpPr>
            <a:spLocks noGrp="1"/>
          </p:cNvSpPr>
          <p:nvPr/>
        </p:nvSpPr>
        <p:spPr>
          <a:xfrm rot="0">
            <a:off x="5930900" y="37846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11월 Monthly Accountability Report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산업안전보건관리비 계상 관련 시스템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LOPAS 재고현황 자료 I/F 기준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저유소 PM 관련 작업의뢰서 전자결재(T-Code : IW21) 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PRM 영업시설물 지원 시스템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EAI DB TSDEAI 테이블스페이스 증설 검토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[LOPAS]ERP / EAI (SEM_SupriceTrans) 수정 요청</a:t>
            </a:r>
          </a:p>
        </p:txBody>
      </p:sp>
      <p:sp>
        <p:nvSpPr>
          <p:cNvPr id="1139842407" name="Text">
    </p:cNvPr>
          <p:cNvSpPr>
            <a:spLocks noGrp="1"/>
          </p:cNvSpPr>
          <p:nvPr/>
        </p:nvSpPr>
        <p:spPr>
          <a:xfrm rot="0">
            <a:off x="5308600" y="37846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854980882" name="Text">
    </p:cNvPr>
          <p:cNvSpPr>
            <a:spLocks noGrp="1"/>
          </p:cNvSpPr>
          <p:nvPr/>
        </p:nvSpPr>
        <p:spPr>
          <a:xfrm rot="0">
            <a:off x="88900" y="37846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1435391140" name="Text">
    </p:cNvPr>
          <p:cNvSpPr>
            <a:spLocks noGrp="1"/>
          </p:cNvSpPr>
          <p:nvPr/>
        </p:nvSpPr>
        <p:spPr>
          <a:xfrm rot="0">
            <a:off x="711200" y="37846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2023.10월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11월 Monthly Accountability Report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산업안전보건관리비 계상 관련 시스템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LOPAS 재고현황 자료 I/F 기준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저유소 PM 관련 작업의뢰서 전자결재(T-Code : IW21) 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PRM 영업시설물 지원 시스템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EAI DB TSDEAI 테이블스페이스 증설 검토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EAI테스트 서버 HCM&lt;-&gt;전자결재간 연결 Client 원복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SYSTEM damage queue 복구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[LOPAS]ERP / EAI (SEM_SupriceTrans) 수정 요청</a:t>
            </a:r>
          </a:p>
        </p:txBody>
      </p:sp>
      <p:sp>
        <p:nvSpPr>
          <p:cNvPr id="863932634" name="Text">
    </p:cNvPr>
          <p:cNvSpPr>
            <a:spLocks noGrp="1"/>
          </p:cNvSpPr>
          <p:nvPr/>
        </p:nvSpPr>
        <p:spPr>
          <a:xfrm rot="0">
            <a:off x="4483100" y="37846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</a:p>
        </p:txBody>
      </p:sp>
      <p:sp>
        <p:nvSpPr>
          <p:cNvPr id="1948395639" name="Text">
    </p:cNvPr>
          <p:cNvSpPr>
            <a:spLocks noGrp="1"/>
          </p:cNvSpPr>
          <p:nvPr/>
        </p:nvSpPr>
        <p:spPr>
          <a:xfrm rot="0">
            <a:off x="4851400" y="37846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</a:p>
        </p:txBody>
      </p:sp>
      <p:sp>
        <p:nvSpPr>
          <p:cNvPr id="1761768072" name="Text">
    </p:cNvPr>
          <p:cNvSpPr>
            <a:spLocks noGrp="1"/>
          </p:cNvSpPr>
          <p:nvPr/>
        </p:nvSpPr>
        <p:spPr>
          <a:xfrm rot="0">
            <a:off x="4114800" y="37846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12/07</a:t>
            </a:r>
            <a:br/>
          </a:p>
        </p:txBody>
      </p:sp>
      <p:sp>
        <p:nvSpPr>
          <p:cNvPr id="1309548664" name="Text">
    </p:cNvPr>
          <p:cNvSpPr>
            <a:spLocks noGrp="1"/>
          </p:cNvSpPr>
          <p:nvPr/>
        </p:nvSpPr>
        <p:spPr>
          <a:xfrm rot="0">
            <a:off x="660400" y="37846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4243363" name="Text">
    </p:cNvPr>
          <p:cNvSpPr>
            <a:spLocks noGrp="1"/>
          </p:cNvSpPr>
          <p:nvPr/>
        </p:nvSpPr>
        <p:spPr>
          <a:xfrm rot="0">
            <a:off x="5880100" y="37846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BF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JasperReports Library version 6.20.0-2bc7ab61c56f459e8176eb05c7705e145cd400ad</Application>
</Properties>
</file>

<file path=docProps/core.xml><?xml version="1.0" encoding="utf-8"?>
<coreProperties xmlns="http://schemas.openxmlformats.org/package/2006/metadata/core-properties" xmlns:cp="http://schemas.openxmlformats.org/package/2006/metadata/core-properties" xmlns:dc="http://purl.org/dc/elements/1.1/" xmlns:dcterms="http://purl.org/dc/terms/" xmlns:xsi="http://www.w3.org/2001/XMLSchema-instance">
</coreProperties>
</file>