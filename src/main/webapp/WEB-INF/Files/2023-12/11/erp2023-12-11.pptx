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60045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3045695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2106494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0123855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5808816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56747513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912096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8645775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0180421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8194554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6114592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3584403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723956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4312637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02427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173756709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52269002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</a:p>
        </p:txBody>
      </p:sp>
      <p:sp>
        <p:nvSpPr>
          <p:cNvPr id="36467775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7669080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68063357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인터페이스 생성 전표 제외하고 전표 생성자와 역분개 실행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유저 ID 가 같지 않으면 역분개 안되도록 수정(ZFIR7050)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ZEAM1112 추가 수정 여러 거래유형 입력하여 프로그램 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행할수있도록 수정(ZEAM1112)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법인카드 DP 코드 전송 배치 보완 CCS 전송로직 수정(ZC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OT7080)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결재선 변경요청에서 결재선 새로 생성기능 추가 / 결재선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 승인에서 승인버튼 권한별로 관리 기능 추가(ZEAM1111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ZEAM1112)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휴가</a:t>
            </a:r>
          </a:p>
        </p:txBody>
      </p:sp>
      <p:sp>
        <p:nvSpPr>
          <p:cNvPr id="119586182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91186244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208301710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207122931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352518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399067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108387392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41380081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업무종료</a:t>
            </a:r>
          </a:p>
        </p:txBody>
      </p:sp>
      <p:sp>
        <p:nvSpPr>
          <p:cNvPr id="87280636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김도신</a:t>
            </a:r>
          </a:p>
        </p:txBody>
      </p:sp>
      <p:sp>
        <p:nvSpPr>
          <p:cNvPr id="130836304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김도신</a:t>
            </a:r>
          </a:p>
        </p:txBody>
      </p:sp>
      <p:sp>
        <p:nvSpPr>
          <p:cNvPr id="149571290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HCM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근로시간단축 변경/취소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다면평가 협력 피평가자 선정 및 대상자 선정에 반영처리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임원 퇴직금 누진적수로 적용</a:t>
            </a:r>
          </a:p>
        </p:txBody>
      </p:sp>
      <p:sp>
        <p:nvSpPr>
          <p:cNvPr id="29459439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17928233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</a:p>
        </p:txBody>
      </p:sp>
      <p:sp>
        <p:nvSpPr>
          <p:cNvPr id="65792329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121392087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737825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46714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1822337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7501362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5193142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743585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2567340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2911616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585796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349040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3474122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4280927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1215406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8436704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8381077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3284295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29688476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</a:p>
        </p:txBody>
      </p:sp>
      <p:sp>
        <p:nvSpPr>
          <p:cNvPr id="175086179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휴가사용조회(HCM)의 종류별 휴가 표기</a:t>
            </a:r>
          </a:p>
        </p:txBody>
      </p:sp>
      <p:sp>
        <p:nvSpPr>
          <p:cNvPr id="85803008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4759927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5386603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다면평가 피평가자 추출 신규개발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국내출장비 신청서의 동행자 입력메뉴 비활성화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휴가사용조회(HCM)의 종류별 휴가 표기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제증명(원천징수영수증) 선택시 연도지정 기본값 반영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제증명(경력증명-국가기술 자격) 안내 팝업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국내출장명령서/ 국내출장비 신청서 내 직책 우선 표시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19074730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</a:p>
        </p:txBody>
      </p:sp>
      <p:sp>
        <p:nvSpPr>
          <p:cNvPr id="47693184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1206</a:t>
            </a:r>
            <a:br/>
            <a:br/>
          </a:p>
        </p:txBody>
      </p:sp>
      <p:sp>
        <p:nvSpPr>
          <p:cNvPr id="74651879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</a:p>
        </p:txBody>
      </p:sp>
      <p:sp>
        <p:nvSpPr>
          <p:cNvPr id="145362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134353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423885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</a:p>
        </p:txBody>
      </p:sp>
      <p:sp>
        <p:nvSpPr>
          <p:cNvPr id="139967390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165648786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 규제 화학물질 승인(ZIMR3020) 담당자 변경에 따른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후속조치</a:t>
            </a:r>
          </a:p>
        </p:txBody>
      </p:sp>
      <p:sp>
        <p:nvSpPr>
          <p:cNvPr id="25256934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8513743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02176991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 규제 화학물질 승인(ZIMR3020) 담당자 변경에 따른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후속조치</a:t>
            </a:r>
          </a:p>
        </p:txBody>
      </p:sp>
      <p:sp>
        <p:nvSpPr>
          <p:cNvPr id="2710289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</a:p>
        </p:txBody>
      </p:sp>
      <p:sp>
        <p:nvSpPr>
          <p:cNvPr id="163212604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208079965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199952371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904798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20342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8757083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3154038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6314911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9634983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48397605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4837142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769487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4050669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6853084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0290362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8757091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6816127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1379308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9233150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</a:p>
        </p:txBody>
      </p:sp>
      <p:sp>
        <p:nvSpPr>
          <p:cNvPr id="145130080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180833419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SAProutert Certificate 1년 만료에 따른 cert갱신 및 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정작업</a:t>
            </a:r>
          </a:p>
        </p:txBody>
      </p:sp>
      <p:sp>
        <p:nvSpPr>
          <p:cNvPr id="103141928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08189375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58655389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successfactors RSA SSH Key 인증서 확인 및 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설정작업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HCM시스템 사용자 보안접속을 위한 SAP GUI 및 SNC 설치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작업 업무지원(Big Data팀)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감사1/2팀에 기존에 삭제된 BC 관련 권한Role 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설정작업 업무지원</a:t>
            </a:r>
          </a:p>
        </p:txBody>
      </p:sp>
      <p:sp>
        <p:nvSpPr>
          <p:cNvPr id="24285609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</a:p>
        </p:txBody>
      </p:sp>
      <p:sp>
        <p:nvSpPr>
          <p:cNvPr id="164859142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</a:p>
        </p:txBody>
      </p:sp>
      <p:sp>
        <p:nvSpPr>
          <p:cNvPr id="66233333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</a:p>
        </p:txBody>
      </p:sp>
      <p:sp>
        <p:nvSpPr>
          <p:cNvPr id="90277844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8717779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36471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209605526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</a:p>
        </p:txBody>
      </p:sp>
      <p:sp>
        <p:nvSpPr>
          <p:cNvPr id="86594352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AS/400 화면 SAP 이관* 주요 자재/구매 화면 13개 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이관</a:t>
            </a:r>
          </a:p>
        </p:txBody>
      </p:sp>
      <p:sp>
        <p:nvSpPr>
          <p:cNvPr id="125804050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74834092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71173751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AS/400 화면 SAP 이관* 주요 자재/구매 화면 13개 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이관</a:t>
            </a:r>
          </a:p>
        </p:txBody>
      </p:sp>
      <p:sp>
        <p:nvSpPr>
          <p:cNvPr id="188456550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154180894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55703597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</a:p>
        </p:txBody>
      </p:sp>
      <p:sp>
        <p:nvSpPr>
          <p:cNvPr id="177122822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103485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44942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9260853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4323294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7033049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6774635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17765505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6798777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9278903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3431802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9676971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7063920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4929180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0534129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8411336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8914244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</a:p>
        </p:txBody>
      </p:sp>
      <p:sp>
        <p:nvSpPr>
          <p:cNvPr id="103258438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</a:p>
        </p:txBody>
      </p:sp>
      <p:sp>
        <p:nvSpPr>
          <p:cNvPr id="191893786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결재요청시 결재선 심사부서 임직원 부서 및 재/퇴직 유무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체크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 기각 시 처리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현수막 대금완료 상태값 변경 기능 생성</a:t>
            </a:r>
          </a:p>
        </p:txBody>
      </p:sp>
      <p:sp>
        <p:nvSpPr>
          <p:cNvPr id="44197006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33429397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190215042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결재요청시 결재선 심사부서 임직원 부서 및 재/퇴직 유무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체크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모의해킹 세팅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 기각 시 처리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현수막 대금완료 상태값 변경 기능 생성</a:t>
            </a:r>
          </a:p>
        </p:txBody>
      </p:sp>
      <p:sp>
        <p:nvSpPr>
          <p:cNvPr id="10375545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</a:p>
        </p:txBody>
      </p:sp>
      <p:sp>
        <p:nvSpPr>
          <p:cNvPr id="59883531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</a:p>
        </p:txBody>
      </p:sp>
      <p:sp>
        <p:nvSpPr>
          <p:cNvPr id="146742013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</a:p>
        </p:txBody>
      </p:sp>
      <p:sp>
        <p:nvSpPr>
          <p:cNvPr id="58681662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6654086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693965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49840486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</a:p>
        </p:txBody>
      </p:sp>
      <p:sp>
        <p:nvSpPr>
          <p:cNvPr id="187686310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다면평가 평가자 추출 방식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</a:t>
            </a:r>
          </a:p>
        </p:txBody>
      </p:sp>
      <p:sp>
        <p:nvSpPr>
          <p:cNvPr id="130877345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76854436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41522605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업무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특근명령서 특근유형 변경</a:t>
            </a:r>
          </a:p>
        </p:txBody>
      </p:sp>
      <p:sp>
        <p:nvSpPr>
          <p:cNvPr id="4561892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</a:p>
        </p:txBody>
      </p:sp>
      <p:sp>
        <p:nvSpPr>
          <p:cNvPr id="157736809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</a:p>
        </p:txBody>
      </p:sp>
      <p:sp>
        <p:nvSpPr>
          <p:cNvPr id="20010699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</a:p>
        </p:txBody>
      </p:sp>
      <p:sp>
        <p:nvSpPr>
          <p:cNvPr id="184462630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9269261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46320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7267082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3529127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7436604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0186696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82403249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4779658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7832195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0147430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0529218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3645223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7957980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521944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4097548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00461054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br/>
            <a:br/>
          </a:p>
        </p:txBody>
      </p:sp>
      <p:sp>
        <p:nvSpPr>
          <p:cNvPr id="1241003255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</a:p>
        </p:txBody>
      </p:sp>
      <p:sp>
        <p:nvSpPr>
          <p:cNvPr id="1152862599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ITSM-89436SABIC 시스템 연동 구축-7/13 ~ 7/24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프로그램 개발-7/27 ~ 8/7    오픈데이터 업로드 및 운영반영-8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/8   ~ 운영 반영 후 마이그레이션 데이터로             인한 버그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</a:t>
            </a:r>
          </a:p>
        </p:txBody>
      </p:sp>
      <p:sp>
        <p:nvSpPr>
          <p:cNvPr id="1183978525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625531213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765398687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ITSM-91037 실수송 거리 측정데이타 erp 연동요청-5/4~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및 RFC 생성- 8/22 I/F 정의서 변경으로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ITSM-89436SABIC 시스템 연동 구축-7/13 ~ 7/24 모니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터링 프로그램 개발-7/27 ~ 8/7    오픈데이터 업로드 및 운영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반영-8/8   ~ 운영 반영 후 마이그레이션 데이터로           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버그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ITSM-102063S-OIL &amp; SABIC Integration을 통한 ERP 내부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시스템 개선 요청-10/30~ 업무자동화 프로세스 적용</a:t>
            </a:r>
          </a:p>
        </p:txBody>
      </p:sp>
      <p:sp>
        <p:nvSpPr>
          <p:cNvPr id="1402638810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92165448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721726491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</a:p>
        </p:txBody>
      </p:sp>
      <p:sp>
        <p:nvSpPr>
          <p:cNvPr id="857831329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84094046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