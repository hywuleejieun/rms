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tiff" ContentType="image/tiff"/>
  <Default Extension="rels" ContentType="application/vnd.openxmlformats-package.relationships+xml"/>
  <Default Extension="xml" ContentType="application/xml"/>
  <Default Extension="ttf" ContentType="application/x-font-ttf"/>
  <Default Extension="otf" ContentType="application/x-font-ttf"/>
  <Default Extension="eot" ContentType="application/x-fontdata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entation.xml" ContentType="application/vnd.openxmlformats-officedocument.presentationml.presentation.main+xml"/>
  <Override PartName="/docProps/app.xml" ContentType="application/vnd.openxmlformats-officedocument.extended-properties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
<Relationships xmlns="http://schemas.openxmlformats.org/package/2006/relationships">
<Relationship Id="rId1" Type="http://schemas.openxmlformats.org/officeDocument/2006/relationships/officeDocument" Target="ppt/presentation.xml"/>
<Relationship Id="rId2" Type="http://schemas.openxmlformats.org/officeDocument/2006/relationships/extended-properties" Target="docProps/app.xml"/>
<Relationship Id="rId3" Type="http://schemas.openxmlformats.org/package/2006/relationships/metadata/core-properties" Target="docProps/core.xml"/>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Sm"/>
  </p:sldMasterIdLst>
  <p:sldIdLst>
    <p:sldId id="2561" r:id="rId1"/>
    <p:sldId id="2562" r:id="rId2"/>
  </p:sldIdLst>
  <p:sldSz cx="9906000" cy="7556500" type="custom"/>
  <p:notesSz cx="6858000" cy="9144000"/>
  <p:embeddedFontLst>
</p:embeddedFontLst>
</p:presentation>
</file>

<file path=ppt/_rels/presentation.xml.rels><?xml version="1.0" encoding="UTF-8" standalone="yes"?>
<Relationships xmlns="http://schemas.openxmlformats.org/package/2006/relationships">
<Relationship Id="rIdTh" Type="http://schemas.openxmlformats.org/officeDocument/2006/relationships/theme" Target="theme/theme1.xml"/>
<Relationship Id="rIdSm" Type="http://schemas.openxmlformats.org/officeDocument/2006/relationships/slideMaster" Target="slideMasters/slideMaster1.xml"/>
<Relationship Id="rId1" Type="http://schemas.openxmlformats.org/officeDocument/2006/relationships/slide" Target="slides/slide1.xml"/>
<Relationship Id="rId2" Type="http://schemas.openxmlformats.org/officeDocument/2006/relationships/slide" Target="slides/slide2.xml"/>
</Relationships>

</file>

<file path=ppt/slideLayouts/_rels/slideLayout1.xml.rels><?xml version="1.0" encoding="UTF-8" standalone="yes"?>
<Relationships xmlns="http://schemas.openxmlformats.org/package/2006/relationships">
<Relationship Id="rIdSm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Th" Type="http://schemas.openxmlformats.org/officeDocument/2006/relationships/theme" Target="../theme/theme1.xml"/>
<Relationship Id="rIdSl" Type="http://schemas.openxmlformats.org/officeDocument/2006/relationships/slideLayout" Target="../slideLayouts/slideLayout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Sl"/>
  </p:sldLayoutIdLst>
</p:sldMaster>
</file>

<file path=ppt/slides/_rels/slide1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177207" name="Text">
    </p:cNvPr>
          <p:cNvSpPr>
            <a:spLocks noGrp="1"/>
          </p:cNvSpPr>
          <p:nvPr/>
        </p:nvSpPr>
        <p:spPr>
          <a:xfrm rot="0">
            <a:off x="8674100" y="76200"/>
            <a:ext cx="762000" cy="508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8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80">
                <a:latin typeface="맑은 고딕"/>
                <a:ea typeface="맑은 고딕"/>
                <a:cs typeface="맑은 고딕"/>
              </a:rPr>
              <a:t>: 완료</a:t>
            </a:r>
            <a:br/>
            <a:r>
              <a:rPr lang="ko" sz="980">
                <a:latin typeface="맑은 고딕"/>
                <a:ea typeface="맑은 고딕"/>
                <a:cs typeface="맑은 고딕"/>
              </a:rPr>
              <a:t>:진행중</a:t>
            </a:r>
            <a:br/>
            <a:r>
              <a:rPr lang="ko" sz="980">
                <a:latin typeface="맑은 고딕"/>
                <a:ea typeface="맑은 고딕"/>
                <a:cs typeface="맑은 고딕"/>
              </a:rPr>
              <a:t>:미완료(문제)</a:t>
            </a:r>
          </a:p>
        </p:txBody>
      </p:sp>
      <p:sp>
        <p:nvSpPr>
          <p:cNvPr id="501078244" name="Rectangle"/>
          <p:cNvSpPr>
            <a:spLocks noGrp="1"/>
          </p:cNvSpPr>
          <p:nvPr/>
        </p:nvSpPr>
        <p:spPr>
          <a:xfrm>
            <a:off x="8420100" y="50800"/>
            <a:ext cx="254000" cy="139700"/>
          </a:xfrm>
          <a:prstGeom prst="rect">
            <a:avLst/>
          </a:prstGeom>
          <a:solidFill>
            <a:srgbClr val="00FF00"/>
          </a:solidFill>
          <a:ln w="1270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91771926" name="Rectangle"/>
          <p:cNvSpPr>
            <a:spLocks noGrp="1"/>
          </p:cNvSpPr>
          <p:nvPr/>
        </p:nvSpPr>
        <p:spPr>
          <a:xfrm>
            <a:off x="8420100" y="228600"/>
            <a:ext cx="254000" cy="139700"/>
          </a:xfrm>
          <a:prstGeom prst="rect">
            <a:avLst/>
          </a:prstGeom>
          <a:solidFill>
            <a:srgbClr val="FFFF00"/>
          </a:solidFill>
          <a:ln w="1270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6873893" name="Rectangle"/>
          <p:cNvSpPr>
            <a:spLocks noGrp="1"/>
          </p:cNvSpPr>
          <p:nvPr/>
        </p:nvSpPr>
        <p:spPr>
          <a:xfrm>
            <a:off x="8420100" y="406400"/>
            <a:ext cx="254000" cy="139700"/>
          </a:xfrm>
          <a:prstGeom prst="rect">
            <a:avLst/>
          </a:prstGeom>
          <a:solidFill>
            <a:srgbClr val="FF0000"/>
          </a:solidFill>
          <a:ln w="1270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59376601" name="Text">
    </p:cNvPr>
          <p:cNvSpPr>
            <a:spLocks noGrp="1"/>
          </p:cNvSpPr>
          <p:nvPr/>
        </p:nvSpPr>
        <p:spPr>
          <a:xfrm rot="0">
            <a:off x="127000" y="190500"/>
            <a:ext cx="5181600" cy="381000"/>
          </a:xfrm>
          <a:prstGeom prst="rect">
            <a:avLst/>
          </a:prstGeom>
        </p:spPr>
        <p:txBody>
          <a:bodyPr wrap="square" lIns="0" tIns="0" rIns="0" bIns="0" rtlCol="0" anchor="b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2. Summary - ①Baynex</a:t>
            </a:r>
          </a:p>
        </p:txBody>
      </p:sp>
      <p:sp>
        <p:nvSpPr>
          <p:cNvPr id="127945308" name="Text">
    </p:cNvPr>
          <p:cNvSpPr>
            <a:spLocks noGrp="1"/>
          </p:cNvSpPr>
          <p:nvPr/>
        </p:nvSpPr>
        <p:spPr>
          <a:xfrm rot="0">
            <a:off x="190500" y="749300"/>
            <a:ext cx="2108200" cy="2159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578768144" name="Text">
    </p:cNvPr>
          <p:cNvSpPr>
            <a:spLocks noGrp="1"/>
          </p:cNvSpPr>
          <p:nvPr/>
        </p:nvSpPr>
        <p:spPr>
          <a:xfrm rot="0">
            <a:off x="165100" y="723900"/>
            <a:ext cx="2108200" cy="2159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 금주 업무 실적</a:t>
            </a:r>
          </a:p>
        </p:txBody>
      </p:sp>
      <p:sp>
        <p:nvSpPr>
          <p:cNvPr id="1735169057" name="Text">
    </p:cNvPr>
          <p:cNvSpPr>
            <a:spLocks noGrp="1"/>
          </p:cNvSpPr>
          <p:nvPr/>
        </p:nvSpPr>
        <p:spPr>
          <a:xfrm rot="0">
            <a:off x="152400" y="977900"/>
            <a:ext cx="7366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1588234603" name="Text">
    </p:cNvPr>
          <p:cNvSpPr>
            <a:spLocks noGrp="1"/>
          </p:cNvSpPr>
          <p:nvPr/>
        </p:nvSpPr>
        <p:spPr>
          <a:xfrm rot="0">
            <a:off x="889000" y="977900"/>
            <a:ext cx="46482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541265992" name="Text">
    </p:cNvPr>
          <p:cNvSpPr>
            <a:spLocks noGrp="1"/>
          </p:cNvSpPr>
          <p:nvPr/>
        </p:nvSpPr>
        <p:spPr>
          <a:xfrm rot="0">
            <a:off x="6108700" y="977900"/>
            <a:ext cx="7620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진행율</a:t>
            </a:r>
          </a:p>
        </p:txBody>
      </p:sp>
      <p:sp>
        <p:nvSpPr>
          <p:cNvPr id="1433531572" name="Text">
    </p:cNvPr>
          <p:cNvSpPr>
            <a:spLocks noGrp="1"/>
          </p:cNvSpPr>
          <p:nvPr/>
        </p:nvSpPr>
        <p:spPr>
          <a:xfrm rot="0">
            <a:off x="6870700" y="977900"/>
            <a:ext cx="2540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상</a:t>
            </a:r>
            <a:br/>
            <a:r>
              <a:rPr lang="ko" sz="1000">
                <a:latin typeface="맑은 고딕"/>
                <a:ea typeface="맑은 고딕"/>
                <a:cs typeface="맑은 고딕"/>
              </a:rPr>
              <a:t>태</a:t>
            </a:r>
          </a:p>
        </p:txBody>
      </p:sp>
      <p:sp>
        <p:nvSpPr>
          <p:cNvPr id="1447018407" name="Text">
    </p:cNvPr>
          <p:cNvSpPr>
            <a:spLocks noGrp="1"/>
          </p:cNvSpPr>
          <p:nvPr/>
        </p:nvSpPr>
        <p:spPr>
          <a:xfrm rot="0">
            <a:off x="7124700" y="977900"/>
            <a:ext cx="26543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1557431770" name="Text">
    </p:cNvPr>
          <p:cNvSpPr>
            <a:spLocks noGrp="1"/>
          </p:cNvSpPr>
          <p:nvPr/>
        </p:nvSpPr>
        <p:spPr>
          <a:xfrm rot="0">
            <a:off x="5537200" y="977900"/>
            <a:ext cx="5715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777212306" name="Frame"/>
          <p:cNvSpPr>
            <a:spLocks noGrp="1"/>
          </p:cNvSpPr>
          <p:nvPr/>
        </p:nvSpPr>
        <p:spPr>
          <a:xfrm>
            <a:off x="25400" y="6007100"/>
            <a:ext cx="9855200" cy="11430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861967951" name="Text">
    </p:cNvPr>
          <p:cNvSpPr>
            <a:spLocks noGrp="1"/>
          </p:cNvSpPr>
          <p:nvPr/>
        </p:nvSpPr>
        <p:spPr>
          <a:xfrm rot="0">
            <a:off x="152400" y="6032500"/>
            <a:ext cx="2476500" cy="228600"/>
          </a:xfrm>
          <a:prstGeom prst="rect">
            <a:avLst/>
          </a:prstGeom>
          <a:solidFill>
            <a:srgbClr val="CCFFCC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ERP 디버깅 권한신청 처리현황</a:t>
            </a:r>
          </a:p>
        </p:txBody>
      </p:sp>
      <p:sp>
        <p:nvSpPr>
          <p:cNvPr id="403297539" name="Text">
    </p:cNvPr>
          <p:cNvSpPr>
            <a:spLocks noGrp="1"/>
          </p:cNvSpPr>
          <p:nvPr/>
        </p:nvSpPr>
        <p:spPr>
          <a:xfrm rot="0">
            <a:off x="6451600" y="6565900"/>
            <a:ext cx="1651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11360653" name="Text">
    </p:cNvPr>
          <p:cNvSpPr>
            <a:spLocks noGrp="1"/>
          </p:cNvSpPr>
          <p:nvPr/>
        </p:nvSpPr>
        <p:spPr>
          <a:xfrm rot="0">
            <a:off x="2057400" y="6565900"/>
            <a:ext cx="43942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32196757" name="Text">
    </p:cNvPr>
          <p:cNvSpPr>
            <a:spLocks noGrp="1"/>
          </p:cNvSpPr>
          <p:nvPr/>
        </p:nvSpPr>
        <p:spPr>
          <a:xfrm rot="0">
            <a:off x="101600" y="6565900"/>
            <a:ext cx="1143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321594640" name="Text">
    </p:cNvPr>
          <p:cNvSpPr>
            <a:spLocks noGrp="1"/>
          </p:cNvSpPr>
          <p:nvPr/>
        </p:nvSpPr>
        <p:spPr>
          <a:xfrm rot="0">
            <a:off x="101600" y="6324600"/>
            <a:ext cx="11430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Date</a:t>
            </a:r>
          </a:p>
        </p:txBody>
      </p:sp>
      <p:sp>
        <p:nvSpPr>
          <p:cNvPr id="414353926" name="Text">
    </p:cNvPr>
          <p:cNvSpPr>
            <a:spLocks noGrp="1"/>
          </p:cNvSpPr>
          <p:nvPr/>
        </p:nvSpPr>
        <p:spPr>
          <a:xfrm rot="0">
            <a:off x="2057400" y="6324600"/>
            <a:ext cx="43942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Text (변경값)</a:t>
            </a:r>
          </a:p>
        </p:txBody>
      </p:sp>
      <p:sp>
        <p:nvSpPr>
          <p:cNvPr id="600760220" name="Text">
    </p:cNvPr>
          <p:cNvSpPr>
            <a:spLocks noGrp="1"/>
          </p:cNvSpPr>
          <p:nvPr/>
        </p:nvSpPr>
        <p:spPr>
          <a:xfrm rot="0">
            <a:off x="6451600" y="6324600"/>
            <a:ext cx="16510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 권한신청서번호</a:t>
            </a:r>
          </a:p>
        </p:txBody>
      </p:sp>
      <p:sp>
        <p:nvSpPr>
          <p:cNvPr id="1551203076" name="Text">
    </p:cNvPr>
          <p:cNvSpPr>
            <a:spLocks noGrp="1"/>
          </p:cNvSpPr>
          <p:nvPr/>
        </p:nvSpPr>
        <p:spPr>
          <a:xfrm rot="0">
            <a:off x="101600" y="6858000"/>
            <a:ext cx="1143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34531573" name="Text">
    </p:cNvPr>
          <p:cNvSpPr>
            <a:spLocks noGrp="1"/>
          </p:cNvSpPr>
          <p:nvPr/>
        </p:nvSpPr>
        <p:spPr>
          <a:xfrm rot="0">
            <a:off x="6451600" y="6858000"/>
            <a:ext cx="1651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26801660" name="Text">
    </p:cNvPr>
          <p:cNvSpPr>
            <a:spLocks noGrp="1"/>
          </p:cNvSpPr>
          <p:nvPr/>
        </p:nvSpPr>
        <p:spPr>
          <a:xfrm rot="0">
            <a:off x="2057400" y="6858000"/>
            <a:ext cx="43942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88266359" name="Text">
    </p:cNvPr>
          <p:cNvSpPr>
            <a:spLocks noGrp="1"/>
          </p:cNvSpPr>
          <p:nvPr/>
        </p:nvSpPr>
        <p:spPr>
          <a:xfrm rot="0">
            <a:off x="1244600" y="6858000"/>
            <a:ext cx="812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26769852" name="Text">
    </p:cNvPr>
          <p:cNvSpPr>
            <a:spLocks noGrp="1"/>
          </p:cNvSpPr>
          <p:nvPr/>
        </p:nvSpPr>
        <p:spPr>
          <a:xfrm rot="0">
            <a:off x="1244600" y="6565900"/>
            <a:ext cx="812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72755772" name="Text">
    </p:cNvPr>
          <p:cNvSpPr>
            <a:spLocks noGrp="1"/>
          </p:cNvSpPr>
          <p:nvPr/>
        </p:nvSpPr>
        <p:spPr>
          <a:xfrm rot="0">
            <a:off x="1244600" y="6324600"/>
            <a:ext cx="8128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User</a:t>
            </a:r>
          </a:p>
        </p:txBody>
      </p:sp>
      <p:sp>
        <p:nvSpPr>
          <p:cNvPr id="1838322603" name="Text">
    </p:cNvPr>
          <p:cNvSpPr>
            <a:spLocks noGrp="1"/>
          </p:cNvSpPr>
          <p:nvPr/>
        </p:nvSpPr>
        <p:spPr>
          <a:xfrm rot="0">
            <a:off x="8102600" y="6858000"/>
            <a:ext cx="1701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41324848" name="Text">
    </p:cNvPr>
          <p:cNvSpPr>
            <a:spLocks noGrp="1"/>
          </p:cNvSpPr>
          <p:nvPr/>
        </p:nvSpPr>
        <p:spPr>
          <a:xfrm rot="0">
            <a:off x="8102600" y="6324600"/>
            <a:ext cx="17018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구분(일반/긴급)</a:t>
            </a:r>
          </a:p>
        </p:txBody>
      </p:sp>
      <p:sp>
        <p:nvSpPr>
          <p:cNvPr id="1295921596" name="Text">
    </p:cNvPr>
          <p:cNvSpPr>
            <a:spLocks noGrp="1"/>
          </p:cNvSpPr>
          <p:nvPr/>
        </p:nvSpPr>
        <p:spPr>
          <a:xfrm rot="0">
            <a:off x="8102600" y="6565900"/>
            <a:ext cx="1701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53335549" name="Frame"/>
          <p:cNvSpPr>
            <a:spLocks noGrp="1"/>
          </p:cNvSpPr>
          <p:nvPr/>
        </p:nvSpPr>
        <p:spPr>
          <a:xfrm>
            <a:off x="101600" y="3136900"/>
            <a:ext cx="9779000" cy="27051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1995391614" name="Text">
    </p:cNvPr>
          <p:cNvSpPr>
            <a:spLocks noGrp="1"/>
          </p:cNvSpPr>
          <p:nvPr/>
        </p:nvSpPr>
        <p:spPr>
          <a:xfrm rot="0">
            <a:off x="165100" y="3200400"/>
            <a:ext cx="2108200" cy="2159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778934848" name="Text">
    </p:cNvPr>
          <p:cNvSpPr>
            <a:spLocks noGrp="1"/>
          </p:cNvSpPr>
          <p:nvPr/>
        </p:nvSpPr>
        <p:spPr>
          <a:xfrm rot="0">
            <a:off x="152400" y="3162300"/>
            <a:ext cx="2095500" cy="228600"/>
          </a:xfrm>
          <a:prstGeom prst="rect">
            <a:avLst/>
          </a:prstGeom>
          <a:solidFill>
            <a:srgbClr val="FF9900"/>
          </a:solidFill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 차주 업무 계획</a:t>
            </a:r>
          </a:p>
        </p:txBody>
      </p:sp>
      <p:sp>
        <p:nvSpPr>
          <p:cNvPr id="1451690860" name="Text">
    </p:cNvPr>
          <p:cNvSpPr>
            <a:spLocks noGrp="1"/>
          </p:cNvSpPr>
          <p:nvPr/>
        </p:nvSpPr>
        <p:spPr>
          <a:xfrm rot="0">
            <a:off x="165100" y="3416300"/>
            <a:ext cx="7366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358799422" name="Text">
    </p:cNvPr>
          <p:cNvSpPr>
            <a:spLocks noGrp="1"/>
          </p:cNvSpPr>
          <p:nvPr/>
        </p:nvSpPr>
        <p:spPr>
          <a:xfrm rot="0">
            <a:off x="901700" y="3416300"/>
            <a:ext cx="46482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429036638" name="Text">
    </p:cNvPr>
          <p:cNvSpPr>
            <a:spLocks noGrp="1"/>
          </p:cNvSpPr>
          <p:nvPr/>
        </p:nvSpPr>
        <p:spPr>
          <a:xfrm rot="0">
            <a:off x="5549900" y="3416300"/>
            <a:ext cx="5715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완료예정</a:t>
            </a:r>
          </a:p>
        </p:txBody>
      </p:sp>
      <p:sp>
        <p:nvSpPr>
          <p:cNvPr id="814864712" name="Text">
    </p:cNvPr>
          <p:cNvSpPr>
            <a:spLocks noGrp="1"/>
          </p:cNvSpPr>
          <p:nvPr/>
        </p:nvSpPr>
        <p:spPr>
          <a:xfrm rot="0">
            <a:off x="6121400" y="3416300"/>
            <a:ext cx="36449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1579378781" name="Frame"/>
          <p:cNvSpPr>
            <a:spLocks noGrp="1"/>
          </p:cNvSpPr>
          <p:nvPr/>
        </p:nvSpPr>
        <p:spPr>
          <a:xfrm>
            <a:off x="165100" y="4610100"/>
            <a:ext cx="9664700" cy="12319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1568925839" name="Text">
    </p:cNvPr>
          <p:cNvSpPr>
            <a:spLocks noGrp="1"/>
          </p:cNvSpPr>
          <p:nvPr/>
        </p:nvSpPr>
        <p:spPr>
          <a:xfrm rot="0">
            <a:off x="165100" y="4584700"/>
            <a:ext cx="736600" cy="1257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WEB</a:t>
            </a:r>
          </a:p>
        </p:txBody>
      </p:sp>
      <p:sp>
        <p:nvSpPr>
          <p:cNvPr id="1346287365" name="Text">
    </p:cNvPr>
          <p:cNvSpPr>
            <a:spLocks noGrp="1"/>
          </p:cNvSpPr>
          <p:nvPr/>
        </p:nvSpPr>
        <p:spPr>
          <a:xfrm rot="0">
            <a:off x="965200" y="4635500"/>
            <a:ext cx="4584700" cy="12065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[PRM] 주유소/충전소 PRM 거래처 마스터 신규 등록시 필수 계약 자동 체결요청 시스템 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[E-Approval] Defect Elimination Dashboard Renewal(신규 Portal 구축) 관련 전자결재 연동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작업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[LMS] Soft Skill 인증제도(Skillset) 시행에 따른 LMS 개발 요청의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[EAI] EAI DB TSDEAI 테이블스페이스 증설 검토</a:t>
            </a:r>
          </a:p>
        </p:txBody>
      </p:sp>
      <p:sp>
        <p:nvSpPr>
          <p:cNvPr id="1859874771" name="Text">
    </p:cNvPr>
          <p:cNvSpPr>
            <a:spLocks noGrp="1"/>
          </p:cNvSpPr>
          <p:nvPr/>
        </p:nvSpPr>
        <p:spPr>
          <a:xfrm rot="0">
            <a:off x="7239000" y="4635500"/>
            <a:ext cx="2552700" cy="12065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738165717" name="Text">
    </p:cNvPr>
          <p:cNvSpPr>
            <a:spLocks noGrp="1"/>
          </p:cNvSpPr>
          <p:nvPr/>
        </p:nvSpPr>
        <p:spPr>
          <a:xfrm rot="0">
            <a:off x="5549900" y="4635500"/>
            <a:ext cx="571500" cy="12065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12/28</a:t>
            </a:r>
          </a:p>
        </p:txBody>
      </p:sp>
      <p:sp>
        <p:nvSpPr>
          <p:cNvPr id="1769656757" name="Text">
    </p:cNvPr>
          <p:cNvSpPr>
            <a:spLocks noGrp="1"/>
          </p:cNvSpPr>
          <p:nvPr/>
        </p:nvSpPr>
        <p:spPr>
          <a:xfrm rot="0">
            <a:off x="901700" y="4584700"/>
            <a:ext cx="4648200" cy="1257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89340160" name="Text">
    </p:cNvPr>
          <p:cNvSpPr>
            <a:spLocks noGrp="1"/>
          </p:cNvSpPr>
          <p:nvPr/>
        </p:nvSpPr>
        <p:spPr>
          <a:xfrm rot="0">
            <a:off x="6121400" y="4584700"/>
            <a:ext cx="3644900" cy="1257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43256511" name="Text">
    </p:cNvPr>
          <p:cNvSpPr>
            <a:spLocks noGrp="1"/>
          </p:cNvSpPr>
          <p:nvPr/>
        </p:nvSpPr>
        <p:spPr>
          <a:xfrm rot="0">
            <a:off x="5549900" y="4584700"/>
            <a:ext cx="571500" cy="1257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88482936" name="Frame"/>
          <p:cNvSpPr>
            <a:spLocks noGrp="1"/>
          </p:cNvSpPr>
          <p:nvPr/>
        </p:nvSpPr>
        <p:spPr>
          <a:xfrm>
            <a:off x="165100" y="3759200"/>
            <a:ext cx="9639300" cy="8255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297255019" name="Text">
    </p:cNvPr>
          <p:cNvSpPr>
            <a:spLocks noGrp="1"/>
          </p:cNvSpPr>
          <p:nvPr/>
        </p:nvSpPr>
        <p:spPr>
          <a:xfrm rot="0">
            <a:off x="165100" y="3759200"/>
            <a:ext cx="7366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</a:t>
            </a:r>
          </a:p>
        </p:txBody>
      </p:sp>
      <p:sp>
        <p:nvSpPr>
          <p:cNvPr id="331671192" name="Text">
    </p:cNvPr>
          <p:cNvSpPr>
            <a:spLocks noGrp="1"/>
          </p:cNvSpPr>
          <p:nvPr/>
        </p:nvSpPr>
        <p:spPr>
          <a:xfrm rot="0">
            <a:off x="965200" y="3835400"/>
            <a:ext cx="4584700" cy="749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[CO] 구분회계기준 비용의 1차원가요소 data 산출 프로그램 생성(ZCPR1050)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[FI] 대주주 감사자료 생성-MRO 자재계정의 상대계정 리스트 테이블 저장(ZFIR7035,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ZFIT7035)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산업안전보건관리비 계상 관련 시스템 보완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[SABIC] SABIC 시스템 연동 구축</a:t>
            </a:r>
          </a:p>
        </p:txBody>
      </p:sp>
      <p:sp>
        <p:nvSpPr>
          <p:cNvPr id="642629177" name="Text">
    </p:cNvPr>
          <p:cNvSpPr>
            <a:spLocks noGrp="1"/>
          </p:cNvSpPr>
          <p:nvPr/>
        </p:nvSpPr>
        <p:spPr>
          <a:xfrm rot="0">
            <a:off x="7239000" y="3835400"/>
            <a:ext cx="2552700" cy="749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1916634371" name="Text">
    </p:cNvPr>
          <p:cNvSpPr>
            <a:spLocks noGrp="1"/>
          </p:cNvSpPr>
          <p:nvPr/>
        </p:nvSpPr>
        <p:spPr>
          <a:xfrm rot="0">
            <a:off x="5549900" y="3835400"/>
            <a:ext cx="571500" cy="749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</a:p>
        </p:txBody>
      </p:sp>
      <p:sp>
        <p:nvSpPr>
          <p:cNvPr id="1571202999" name="Text">
    </p:cNvPr>
          <p:cNvSpPr>
            <a:spLocks noGrp="1"/>
          </p:cNvSpPr>
          <p:nvPr/>
        </p:nvSpPr>
        <p:spPr>
          <a:xfrm rot="0">
            <a:off x="901700" y="3759200"/>
            <a:ext cx="46482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68061629" name="Text">
    </p:cNvPr>
          <p:cNvSpPr>
            <a:spLocks noGrp="1"/>
          </p:cNvSpPr>
          <p:nvPr/>
        </p:nvSpPr>
        <p:spPr>
          <a:xfrm rot="0">
            <a:off x="6121400" y="3759200"/>
            <a:ext cx="36449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71850206" name="Text">
    </p:cNvPr>
          <p:cNvSpPr>
            <a:spLocks noGrp="1"/>
          </p:cNvSpPr>
          <p:nvPr/>
        </p:nvSpPr>
        <p:spPr>
          <a:xfrm rot="0">
            <a:off x="5549900" y="3759200"/>
            <a:ext cx="5715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16996098" name="Frame"/>
          <p:cNvSpPr>
            <a:spLocks noGrp="1"/>
          </p:cNvSpPr>
          <p:nvPr/>
        </p:nvSpPr>
        <p:spPr>
          <a:xfrm>
            <a:off x="127000" y="1384300"/>
            <a:ext cx="9779000" cy="16129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1416471097" name="Frame"/>
          <p:cNvSpPr>
            <a:spLocks noGrp="1"/>
          </p:cNvSpPr>
          <p:nvPr/>
        </p:nvSpPr>
        <p:spPr>
          <a:xfrm>
            <a:off x="152400" y="2070100"/>
            <a:ext cx="9664700" cy="9271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782273947" name="Text">
    </p:cNvPr>
          <p:cNvSpPr>
            <a:spLocks noGrp="1"/>
          </p:cNvSpPr>
          <p:nvPr/>
        </p:nvSpPr>
        <p:spPr>
          <a:xfrm rot="0">
            <a:off x="152400" y="2044700"/>
            <a:ext cx="736600" cy="952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WEB</a:t>
            </a:r>
          </a:p>
        </p:txBody>
      </p:sp>
      <p:sp>
        <p:nvSpPr>
          <p:cNvPr id="559169244" name="Text">
    </p:cNvPr>
          <p:cNvSpPr>
            <a:spLocks noGrp="1"/>
          </p:cNvSpPr>
          <p:nvPr/>
        </p:nvSpPr>
        <p:spPr>
          <a:xfrm rot="0">
            <a:off x="952500" y="2095500"/>
            <a:ext cx="4597400" cy="9017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[PRM] 수송비 ERP 거리와 API 측정거리 차이 기능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[RPA] A11 '#1 회계지급전표' 작업 데이터정리 및 재수행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[ERS] 올레핀송유/동력팀 2023년 전사 운전지침서 Master Plan 계획에 따른 문서 표준화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및 통합 관련 신규 제정 문서들의 목차 수정 재반영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[LMS] 신설 부서 생성으로 기존 부서정보 업데이트 배치 오류발생 확인 예외처리( Ulsan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Complex Head )</a:t>
            </a:r>
          </a:p>
        </p:txBody>
      </p:sp>
      <p:sp>
        <p:nvSpPr>
          <p:cNvPr id="1812962757" name="Text">
    </p:cNvPr>
          <p:cNvSpPr>
            <a:spLocks noGrp="1"/>
          </p:cNvSpPr>
          <p:nvPr/>
        </p:nvSpPr>
        <p:spPr>
          <a:xfrm rot="0">
            <a:off x="7226300" y="2095500"/>
            <a:ext cx="2552700" cy="9017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1430951447" name="Text">
    </p:cNvPr>
          <p:cNvSpPr>
            <a:spLocks noGrp="1"/>
          </p:cNvSpPr>
          <p:nvPr/>
        </p:nvSpPr>
        <p:spPr>
          <a:xfrm rot="0">
            <a:off x="6108700" y="2044700"/>
            <a:ext cx="762000" cy="952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2141984112" name="Text">
    </p:cNvPr>
          <p:cNvSpPr>
            <a:spLocks noGrp="1"/>
          </p:cNvSpPr>
          <p:nvPr/>
        </p:nvSpPr>
        <p:spPr>
          <a:xfrm rot="0">
            <a:off x="5537200" y="2095500"/>
            <a:ext cx="571500" cy="9017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12/15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12/12</a:t>
            </a:r>
          </a:p>
        </p:txBody>
      </p:sp>
      <p:sp>
        <p:nvSpPr>
          <p:cNvPr id="2140042887" name="Text">
    </p:cNvPr>
          <p:cNvSpPr>
            <a:spLocks noGrp="1"/>
          </p:cNvSpPr>
          <p:nvPr/>
        </p:nvSpPr>
        <p:spPr>
          <a:xfrm rot="0">
            <a:off x="889000" y="2044700"/>
            <a:ext cx="4648200" cy="952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78994182" name="Text">
    </p:cNvPr>
          <p:cNvSpPr>
            <a:spLocks noGrp="1"/>
          </p:cNvSpPr>
          <p:nvPr/>
        </p:nvSpPr>
        <p:spPr>
          <a:xfrm rot="0">
            <a:off x="7124700" y="2044700"/>
            <a:ext cx="2654300" cy="952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54203072" name="Text">
    </p:cNvPr>
          <p:cNvSpPr>
            <a:spLocks noGrp="1"/>
          </p:cNvSpPr>
          <p:nvPr/>
        </p:nvSpPr>
        <p:spPr>
          <a:xfrm rot="0">
            <a:off x="5537200" y="2044700"/>
            <a:ext cx="571500" cy="952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97692149" name="Rectangle"/>
          <p:cNvSpPr>
            <a:spLocks noGrp="1"/>
          </p:cNvSpPr>
          <p:nvPr/>
        </p:nvSpPr>
        <p:spPr>
          <a:xfrm>
            <a:off x="6870700" y="2044700"/>
            <a:ext cx="254000" cy="952500"/>
          </a:xfrm>
          <a:prstGeom prst="rect">
            <a:avLst/>
          </a:prstGeom>
          <a:solidFill>
            <a:srgbClr val="00FF00"/>
          </a:solidFill>
          <a:ln w="12700">
            <a:solidFill>
              <a:srgbClr val="000000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99908895" name="Frame"/>
          <p:cNvSpPr>
            <a:spLocks noGrp="1"/>
          </p:cNvSpPr>
          <p:nvPr/>
        </p:nvSpPr>
        <p:spPr>
          <a:xfrm>
            <a:off x="152400" y="1371600"/>
            <a:ext cx="9639300" cy="6731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1806402721" name="Text">
    </p:cNvPr>
          <p:cNvSpPr>
            <a:spLocks noGrp="1"/>
          </p:cNvSpPr>
          <p:nvPr/>
        </p:nvSpPr>
        <p:spPr>
          <a:xfrm rot="0">
            <a:off x="152400" y="1371600"/>
            <a:ext cx="7366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</a:t>
            </a:r>
          </a:p>
        </p:txBody>
      </p:sp>
      <p:sp>
        <p:nvSpPr>
          <p:cNvPr id="574676976" name="Text">
    </p:cNvPr>
          <p:cNvSpPr>
            <a:spLocks noGrp="1"/>
          </p:cNvSpPr>
          <p:nvPr/>
        </p:nvSpPr>
        <p:spPr>
          <a:xfrm rot="0">
            <a:off x="939800" y="1422400"/>
            <a:ext cx="4610100" cy="622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[FI] 총계정원장 정보 추출 요청 프로그램 생성(ZFIR5175_1)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PO PROGRESS상 '구매단가' 열 추가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[TD] ZPLER0010 선적관련일 필드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[BC] 2023년 하반기 DR 재해복구 모의훈련</a:t>
            </a:r>
          </a:p>
        </p:txBody>
      </p:sp>
      <p:sp>
        <p:nvSpPr>
          <p:cNvPr id="814865310" name="Text">
    </p:cNvPr>
          <p:cNvSpPr>
            <a:spLocks noGrp="1"/>
          </p:cNvSpPr>
          <p:nvPr/>
        </p:nvSpPr>
        <p:spPr>
          <a:xfrm rot="0">
            <a:off x="7226300" y="1447800"/>
            <a:ext cx="25527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496928378" name="Text">
    </p:cNvPr>
          <p:cNvSpPr>
            <a:spLocks noGrp="1"/>
          </p:cNvSpPr>
          <p:nvPr/>
        </p:nvSpPr>
        <p:spPr>
          <a:xfrm rot="0">
            <a:off x="6108700" y="1371600"/>
            <a:ext cx="7620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715622372" name="Text">
    </p:cNvPr>
          <p:cNvSpPr>
            <a:spLocks noGrp="1"/>
          </p:cNvSpPr>
          <p:nvPr/>
        </p:nvSpPr>
        <p:spPr>
          <a:xfrm rot="0">
            <a:off x="5537200" y="1447800"/>
            <a:ext cx="5715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12/12</a:t>
            </a:r>
          </a:p>
        </p:txBody>
      </p:sp>
      <p:sp>
        <p:nvSpPr>
          <p:cNvPr id="247231007" name="Text">
    </p:cNvPr>
          <p:cNvSpPr>
            <a:spLocks noGrp="1"/>
          </p:cNvSpPr>
          <p:nvPr/>
        </p:nvSpPr>
        <p:spPr>
          <a:xfrm rot="0">
            <a:off x="889000" y="1371600"/>
            <a:ext cx="46482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18877821" name="Text">
    </p:cNvPr>
          <p:cNvSpPr>
            <a:spLocks noGrp="1"/>
          </p:cNvSpPr>
          <p:nvPr/>
        </p:nvSpPr>
        <p:spPr>
          <a:xfrm rot="0">
            <a:off x="7124700" y="1371600"/>
            <a:ext cx="26543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02341192" name="Text">
    </p:cNvPr>
          <p:cNvSpPr>
            <a:spLocks noGrp="1"/>
          </p:cNvSpPr>
          <p:nvPr/>
        </p:nvSpPr>
        <p:spPr>
          <a:xfrm rot="0">
            <a:off x="5537200" y="1371600"/>
            <a:ext cx="5715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334168634" name="Rectangle"/>
          <p:cNvSpPr>
            <a:spLocks noGrp="1"/>
          </p:cNvSpPr>
          <p:nvPr/>
        </p:nvSpPr>
        <p:spPr>
          <a:xfrm>
            <a:off x="6870700" y="1371600"/>
            <a:ext cx="254000" cy="673100"/>
          </a:xfrm>
          <a:prstGeom prst="rect">
            <a:avLst/>
          </a:prstGeom>
          <a:solidFill>
            <a:srgbClr val="00FF00"/>
          </a:solidFill>
          <a:ln w="12700">
            <a:solidFill>
              <a:srgbClr val="000000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907231" name="Text">
    </p:cNvPr>
          <p:cNvSpPr>
            <a:spLocks noGrp="1"/>
          </p:cNvSpPr>
          <p:nvPr/>
        </p:nvSpPr>
        <p:spPr>
          <a:xfrm rot="0">
            <a:off x="8674100" y="76200"/>
            <a:ext cx="762000" cy="508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8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80">
                <a:latin typeface="맑은 고딕"/>
                <a:ea typeface="맑은 고딕"/>
                <a:cs typeface="맑은 고딕"/>
              </a:rPr>
              <a:t>: 완료</a:t>
            </a:r>
            <a:br/>
            <a:r>
              <a:rPr lang="ko" sz="980">
                <a:latin typeface="맑은 고딕"/>
                <a:ea typeface="맑은 고딕"/>
                <a:cs typeface="맑은 고딕"/>
              </a:rPr>
              <a:t>:진행중</a:t>
            </a:r>
            <a:br/>
            <a:r>
              <a:rPr lang="ko" sz="980">
                <a:latin typeface="맑은 고딕"/>
                <a:ea typeface="맑은 고딕"/>
                <a:cs typeface="맑은 고딕"/>
              </a:rPr>
              <a:t>:미완료(문제)</a:t>
            </a:r>
          </a:p>
        </p:txBody>
      </p:sp>
      <p:sp>
        <p:nvSpPr>
          <p:cNvPr id="1785261719" name="Rectangle"/>
          <p:cNvSpPr>
            <a:spLocks noGrp="1"/>
          </p:cNvSpPr>
          <p:nvPr/>
        </p:nvSpPr>
        <p:spPr>
          <a:xfrm>
            <a:off x="8420100" y="50800"/>
            <a:ext cx="254000" cy="139700"/>
          </a:xfrm>
          <a:prstGeom prst="rect">
            <a:avLst/>
          </a:prstGeom>
          <a:solidFill>
            <a:srgbClr val="00FF00"/>
          </a:solidFill>
          <a:ln w="1270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14532666" name="Rectangle"/>
          <p:cNvSpPr>
            <a:spLocks noGrp="1"/>
          </p:cNvSpPr>
          <p:nvPr/>
        </p:nvSpPr>
        <p:spPr>
          <a:xfrm>
            <a:off x="8420100" y="228600"/>
            <a:ext cx="254000" cy="139700"/>
          </a:xfrm>
          <a:prstGeom prst="rect">
            <a:avLst/>
          </a:prstGeom>
          <a:solidFill>
            <a:srgbClr val="FFFF00"/>
          </a:solidFill>
          <a:ln w="1270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8747160" name="Rectangle"/>
          <p:cNvSpPr>
            <a:spLocks noGrp="1"/>
          </p:cNvSpPr>
          <p:nvPr/>
        </p:nvSpPr>
        <p:spPr>
          <a:xfrm>
            <a:off x="8420100" y="406400"/>
            <a:ext cx="254000" cy="139700"/>
          </a:xfrm>
          <a:prstGeom prst="rect">
            <a:avLst/>
          </a:prstGeom>
          <a:solidFill>
            <a:srgbClr val="FF0000"/>
          </a:solidFill>
          <a:ln w="1270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9560552" name="Text">
    </p:cNvPr>
          <p:cNvSpPr>
            <a:spLocks noGrp="1"/>
          </p:cNvSpPr>
          <p:nvPr/>
        </p:nvSpPr>
        <p:spPr>
          <a:xfrm rot="0">
            <a:off x="127000" y="190500"/>
            <a:ext cx="5181600" cy="381000"/>
          </a:xfrm>
          <a:prstGeom prst="rect">
            <a:avLst/>
          </a:prstGeom>
        </p:spPr>
        <p:txBody>
          <a:bodyPr wrap="square" lIns="0" tIns="0" rIns="0" bIns="0" rtlCol="0" anchor="b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2. Summary - ①Baynex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BF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JasperReports Library version 6.20.0-2bc7ab61c56f459e8176eb05c7705e145cd400ad</Application>
</Properties>
</file>

<file path=docProps/core.xml><?xml version="1.0" encoding="utf-8"?>
<coreProperties xmlns="http://schemas.openxmlformats.org/package/2006/metadata/core-properties" xmlns:cp="http://schemas.openxmlformats.org/package/2006/metadata/core-properties" xmlns:dc="http://purl.org/dc/elements/1.1/" xmlns:dcterms="http://purl.org/dc/terms/" xmlns:xsi="http://www.w3.org/2001/XMLSchema-instance">
</coreProperties>
</file>