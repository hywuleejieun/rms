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541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18823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35538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292207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164148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680394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53583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1574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09101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0780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08997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51038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275406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124306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17023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0464520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7836282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0997228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7210566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6157176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ITSM-103991 기안지 A42-23-0045 본문 내용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첨부 자료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ITSM-104085 계약체결기안 재상신을 위한 문서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 등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ITSM-104099 기안지 문구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ITSM-103904 협력업체 사용자관리내 검색항목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3090489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8146499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976486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331884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66517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6918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652405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</a:p>
        </p:txBody>
      </p:sp>
      <p:sp>
        <p:nvSpPr>
          <p:cNvPr id="98399687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</a:p>
        </p:txBody>
      </p:sp>
      <p:sp>
        <p:nvSpPr>
          <p:cNvPr id="3472437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0529121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675444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[ITSM-103623]OAS user 권한 부여 시 사용 만료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지정 기능 추가</a:t>
            </a:r>
          </a:p>
        </p:txBody>
      </p:sp>
      <p:sp>
        <p:nvSpPr>
          <p:cNvPr id="9361981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93700872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71671011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br/>
          </a:p>
        </p:txBody>
      </p:sp>
      <p:sp>
        <p:nvSpPr>
          <p:cNvPr id="132574500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17174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4571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0294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35010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52029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22580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309797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28579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34706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76073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01030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5822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82485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050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51801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90100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1649821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61790249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69770305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4273727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954003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수송비 ERP 거리와 API 측정거리 차이 기능 추가</a:t>
            </a:r>
          </a:p>
        </p:txBody>
      </p:sp>
      <p:sp>
        <p:nvSpPr>
          <p:cNvPr id="3820301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9579401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0525559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</a:p>
        </p:txBody>
      </p:sp>
      <p:sp>
        <p:nvSpPr>
          <p:cNvPr id="19535319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81932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08505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20333435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669803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15624676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8135900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6927852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ITSM-103999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developer 권한 계정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ITSM-103323 서비스요청서 삭제ITSM-78062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요청서 삭제ITSM-104175 변경결과 작성ITSM-104174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입사 / 퇴사 계정 주가 및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ITSM-104139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ITSM-101395 요청자 사번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출하처 변경사유 항목 추가 및 기존 항목 변경 요청</a:t>
            </a:r>
          </a:p>
        </p:txBody>
      </p:sp>
      <p:sp>
        <p:nvSpPr>
          <p:cNvPr id="8362276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71615722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4388576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137011395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349126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0673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30976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36107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115478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707112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086278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2492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30133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116502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809538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360537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49839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72506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98126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9474475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898805188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699975899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</a:p>
        </p:txBody>
      </p:sp>
      <p:sp>
        <p:nvSpPr>
          <p:cNvPr id="588110137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89345286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20687245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209PC 및 계정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수기처리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PC3대 화면보호기 방지 스크립트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재수행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회계지급전표' 작업 데이터정리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외화지급계좌 증빙대사' PDD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Migration 방법 탐색 및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용,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209pc -&gt; 하드웨어 깨짐 PC 복구 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- 209pc 작업 백업본 117pc 로 업로드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'CCS 사전점검' 작업 A11 -&gt; A360 운영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및 스케쥴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117pc SAP HCM 방화벽 오픈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새벽작업 모니터링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코드, vbs 일부 수정 및 재수행</a:t>
            </a:r>
            <a:br/>
          </a:p>
        </p:txBody>
      </p:sp>
      <p:sp>
        <p:nvSpPr>
          <p:cNvPr id="997245765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996030211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43034993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576253330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1103479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647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94014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75208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93652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43027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939434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20249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83354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3023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77988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63704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5382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53590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121239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68466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5531246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</a:p>
        </p:txBody>
      </p:sp>
      <p:sp>
        <p:nvSpPr>
          <p:cNvPr id="17372387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신규 CP 전자결재 문서 도입 요청 (사진촬영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서)</a:t>
            </a:r>
          </a:p>
        </p:txBody>
      </p:sp>
      <p:sp>
        <p:nvSpPr>
          <p:cNvPr id="375675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02180888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501820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신규 CP 전자결재 문서 도입 요청 (사진촬영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서)</a:t>
            </a:r>
          </a:p>
        </p:txBody>
      </p:sp>
      <p:sp>
        <p:nvSpPr>
          <p:cNvPr id="15125808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8240290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8303373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</a:p>
        </p:txBody>
      </p:sp>
      <p:sp>
        <p:nvSpPr>
          <p:cNvPr id="11134570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5394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930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18782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27234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39830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67117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005045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22573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22976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75228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12974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9450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56210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36527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35061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192215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</a:p>
        </p:txBody>
      </p:sp>
      <p:sp>
        <p:nvSpPr>
          <p:cNvPr id="1924698951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35539096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</a:p>
        </p:txBody>
      </p:sp>
      <p:sp>
        <p:nvSpPr>
          <p:cNvPr id="104336851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84616531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82955179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 실적현황관리 메뉴 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모바일 SmartEX-02 기기에서 로그인시오류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자료조회 오류 계정에 대해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작성시-전화영어 과정 조회안됨 확인요청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교육훈련신청서-결재오류 확인(2023-개인투자조합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집행조합원(GP) 양성 교육과정)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신설 부서 생성으로 기존 부서정보 업데이트 배치 오류발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 확인 예외처리( Ulsan Complex Head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 UTY3-D-3501 CW Pump Trip ARROW DIAGRAM을 폐기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이전으로 원복요청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전자결재 연동오류 확인 및 공급가액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탈황3팀 #6Utility 부서지침서 개정 품의시 개정오류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올레핀송유/동력팀 2023년 전사 운전지침서 Master Pl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an 계획에 따른 문서 표준화 및 통합 관련 신규 제정 문서들의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목차 수정 재반영</a:t>
            </a:r>
          </a:p>
        </p:txBody>
      </p:sp>
      <p:sp>
        <p:nvSpPr>
          <p:cNvPr id="1606467868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433068450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1994433212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</a:p>
        </p:txBody>
      </p:sp>
      <p:sp>
        <p:nvSpPr>
          <p:cNvPr id="198790893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8885675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7036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43796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08957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906110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810753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876008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99903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83988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49046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37737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81108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57944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98700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78567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11110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7024003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4909050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교환 CRM 집계 데이터와 차액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데이터 제공,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수정 요청 (정보처리신청서 받고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진행예정)</a:t>
            </a:r>
          </a:p>
        </p:txBody>
      </p:sp>
      <p:sp>
        <p:nvSpPr>
          <p:cNvPr id="17039616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809167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8254493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하반기 Application 계정 권한 모니터링을 위한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용자 리스트 추출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시스템 23년 상반기 배치권한자 및 App 권한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링 결과보고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BI 모바일상품권 판매 관련 View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목표실적 로직 수정 요청 (모바일상품권 데이터)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교환 CRM 집계 데이터와 차액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데이터 제공,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로직 및 데이터 확인 요청</a:t>
            </a:r>
          </a:p>
        </p:txBody>
      </p:sp>
      <p:sp>
        <p:nvSpPr>
          <p:cNvPr id="9410963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15814892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9996006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2741937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65119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0975604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br/>
          </a:p>
        </p:txBody>
      </p:sp>
      <p:sp>
        <p:nvSpPr>
          <p:cNvPr id="1271911452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</a:p>
        </p:txBody>
      </p:sp>
      <p:sp>
        <p:nvSpPr>
          <p:cNvPr id="1709014034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테이블 변경 및 원복(추후 테스트를 통해 유효성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조석표 조회, EXCEL Upload '운영' 내 Me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rge 미적용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553070500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72294810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98903793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SEM_SupriceTrans (EAI 공급 단가 수신) 'TM_BAS_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PRC_INFO'  배치 테스트및 점검을 통한 유효성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선사사용자 계정 조치 (잠금 및 비밀번호 초기화, 1건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 (2회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조석표 조회, EXCEL Upload '운영' 내 Me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rge 미적용</a:t>
            </a:r>
          </a:p>
        </p:txBody>
      </p:sp>
      <p:sp>
        <p:nvSpPr>
          <p:cNvPr id="427105015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</a:p>
        </p:txBody>
      </p:sp>
      <p:sp>
        <p:nvSpPr>
          <p:cNvPr id="15109234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183376034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730163395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4583410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313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13520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4065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45786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377073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36675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93138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71015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08583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90836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77177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76680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52036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94461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145764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3825156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3457046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16870165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982859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559862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DB TSDEAI 테이블스페이스 증설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77422221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124152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380641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13089623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49585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