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2023-11-30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24/31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79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16</cp:revision>
  <dcterms:modified xsi:type="dcterms:W3CDTF">2023-11-30T00:50:53Z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2023-11-30T00:50:53Z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ce10b90c-c52e-4d15-9672-52f688f34573</vt:lpwstr>
  </property>
  <property fmtid="{D5CDD505-2E9C-101B-9397-08002B2CF9AE}" pid="8" name="MSIP_Label_a567d48d-774c-44e2-a79a-7d15724a8f35_ContentBits">
    <vt:lpwstr>3</vt:lpwstr>
  </property>
</Properties>
</file>