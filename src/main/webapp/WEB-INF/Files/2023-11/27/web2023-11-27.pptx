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69356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25348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234842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3871180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2202045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4650431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388476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10915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147080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650779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051415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633977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190408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9706219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23391766" name="Text">
    </p:cNvPr>
          <p:cNvSpPr>
            <a:spLocks noGrp="1"/>
          </p:cNvSpPr>
          <p:nvPr/>
        </p:nvSpPr>
        <p:spPr>
          <a:xfrm rot="0">
            <a:off x="9702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712311984" name="Text">
    </p:cNvPr>
          <p:cNvSpPr>
            <a:spLocks noGrp="1"/>
          </p:cNvSpPr>
          <p:nvPr/>
        </p:nvSpPr>
        <p:spPr>
          <a:xfrm rot="0">
            <a:off x="93345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</a:p>
        </p:txBody>
      </p:sp>
      <p:sp>
        <p:nvSpPr>
          <p:cNvPr id="188878026" name="Text">
    </p:cNvPr>
          <p:cNvSpPr>
            <a:spLocks noGrp="1"/>
          </p:cNvSpPr>
          <p:nvPr/>
        </p:nvSpPr>
        <p:spPr>
          <a:xfrm rot="0">
            <a:off x="5930900" y="1511300"/>
            <a:ext cx="3403600" cy="3492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45886301" name="Text">
    </p:cNvPr>
          <p:cNvSpPr>
            <a:spLocks noGrp="1"/>
          </p:cNvSpPr>
          <p:nvPr/>
        </p:nvSpPr>
        <p:spPr>
          <a:xfrm rot="0">
            <a:off x="53086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634766397" name="Text">
    </p:cNvPr>
          <p:cNvSpPr>
            <a:spLocks noGrp="1"/>
          </p:cNvSpPr>
          <p:nvPr/>
        </p:nvSpPr>
        <p:spPr>
          <a:xfrm rot="0">
            <a:off x="889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035461753" name="Text">
    </p:cNvPr>
          <p:cNvSpPr>
            <a:spLocks noGrp="1"/>
          </p:cNvSpPr>
          <p:nvPr/>
        </p:nvSpPr>
        <p:spPr>
          <a:xfrm rot="0">
            <a:off x="711200" y="1511300"/>
            <a:ext cx="3403600" cy="3492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ITSM-102915 기안지 내용수정 및 첨부파일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ITSM-102879 시설물 대여 계약서 첨부파일 교체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 - 대덕주유소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ITSM-102974 기안지 내용 일부수정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ITSM-102917 기성보고서 최종 검수일 및 결재일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ITSM-102939 범용양식 - PAAF for Babu, Sure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sh (Piping &amp; Layout (PKG #2))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ITSM-102965 旣 품의 내용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ITSM-103043 기안지 설명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ITSM-102981 2023년 10월 아로마틱공장 운영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실적보고서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ITSM-103080 기안지 '승인사항요약'란의 5.참고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사항에 내용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ITSM-103098 교육출장비신청서 문서취소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ITSM-103202 협조문 내 표 수정</a:t>
            </a:r>
          </a:p>
        </p:txBody>
      </p:sp>
      <p:sp>
        <p:nvSpPr>
          <p:cNvPr id="646482777" name="Text">
    </p:cNvPr>
          <p:cNvSpPr>
            <a:spLocks noGrp="1"/>
          </p:cNvSpPr>
          <p:nvPr/>
        </p:nvSpPr>
        <p:spPr>
          <a:xfrm rot="0">
            <a:off x="44831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1166916118" name="Text">
    </p:cNvPr>
          <p:cNvSpPr>
            <a:spLocks noGrp="1"/>
          </p:cNvSpPr>
          <p:nvPr/>
        </p:nvSpPr>
        <p:spPr>
          <a:xfrm rot="0">
            <a:off x="48514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1316121270" name="Text">
    </p:cNvPr>
          <p:cNvSpPr>
            <a:spLocks noGrp="1"/>
          </p:cNvSpPr>
          <p:nvPr/>
        </p:nvSpPr>
        <p:spPr>
          <a:xfrm rot="0">
            <a:off x="4114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1290066733" name="Text">
    </p:cNvPr>
          <p:cNvSpPr>
            <a:spLocks noGrp="1"/>
          </p:cNvSpPr>
          <p:nvPr/>
        </p:nvSpPr>
        <p:spPr>
          <a:xfrm rot="0">
            <a:off x="6604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5662891" name="Text">
    </p:cNvPr>
          <p:cNvSpPr>
            <a:spLocks noGrp="1"/>
          </p:cNvSpPr>
          <p:nvPr/>
        </p:nvSpPr>
        <p:spPr>
          <a:xfrm rot="0">
            <a:off x="58801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149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3275106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289692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3663147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7120103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2825776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9890515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38374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718920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203664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195728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371285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9393024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870738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20571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3400347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</a:p>
        </p:txBody>
      </p:sp>
      <p:sp>
        <p:nvSpPr>
          <p:cNvPr id="142280154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Simoms 연동을 위한 ePSMS, OAS Web API 개발</a:t>
            </a:r>
          </a:p>
        </p:txBody>
      </p:sp>
      <p:sp>
        <p:nvSpPr>
          <p:cNvPr id="111396255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8144482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18763396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[ITSM-102510]RTS Dashboard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[ITSM-102795]e-PSMS 내 권한 관리 현황 공유 요청</a:t>
            </a:r>
          </a:p>
        </p:txBody>
      </p:sp>
      <p:sp>
        <p:nvSpPr>
          <p:cNvPr id="167712036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20533950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</a:p>
        </p:txBody>
      </p:sp>
      <p:sp>
        <p:nvSpPr>
          <p:cNvPr id="69759306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</a:p>
        </p:txBody>
      </p:sp>
      <p:sp>
        <p:nvSpPr>
          <p:cNvPr id="56288112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957326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885483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45811268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157020376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e-biz홍보물 대금지급을 위한 최종 상태 코드 생성 요청</a:t>
            </a:r>
          </a:p>
        </p:txBody>
      </p:sp>
      <p:sp>
        <p:nvSpPr>
          <p:cNvPr id="15013988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3657366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33593461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e-biz홍보물 대금지급을 위한 최종 상태 코드 생성 요청</a:t>
            </a:r>
          </a:p>
        </p:txBody>
      </p:sp>
      <p:sp>
        <p:nvSpPr>
          <p:cNvPr id="68909970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91226541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42788209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13945322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335515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65765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470461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2881355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9178712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6618897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3946267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326055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318933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3202144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8543851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803548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0188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891196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198670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533744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37255458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79663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계정 권한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Simoms 프로젝트 PSORMS(전자작업허가) 솔루션 모바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인증서 지원</a:t>
            </a:r>
          </a:p>
        </p:txBody>
      </p:sp>
      <p:sp>
        <p:nvSpPr>
          <p:cNvPr id="101494714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244920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54596099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ITSM-102086 배포상태 변경ITSM-102176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작성ITSM-102726 변경결과 작성ITSM-100133 변경결과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- 11월 인프라 취약점 점검 조치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ITSM-103028 변경수행자 변경ITSM-102929 서비스요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ITSM-102431 변경결과 작성ITSM-102706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작성ITSM-103099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수기입금표 병합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수정을 위한 지원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계정 권한 추가</a:t>
            </a:r>
          </a:p>
        </p:txBody>
      </p:sp>
      <p:sp>
        <p:nvSpPr>
          <p:cNvPr id="18168265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</a:p>
        </p:txBody>
      </p:sp>
      <p:sp>
        <p:nvSpPr>
          <p:cNvPr id="63890396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</a:p>
        </p:txBody>
      </p:sp>
      <p:sp>
        <p:nvSpPr>
          <p:cNvPr id="26335187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205394944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643303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5236179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601618494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</a:p>
        </p:txBody>
      </p:sp>
      <p:sp>
        <p:nvSpPr>
          <p:cNvPr id="1128686937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1518372993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268336462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71939633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117, 209 pc 및 필요 시스템 재기동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 지급 전표 증빙 대사' 15,16,17일자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데이터 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'CCS 사전 점검'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변환 PC분배 논의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A11 '#1 회계 지급 전표 증빙 대사' 전일 21시 작업 메일 미수신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작업 완료 내역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 송금' 작업 중단 사유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루프 간소화 및 작업 불가 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황 처리 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'주요 자재 번호 및 단가 정리' 작업 추가 요청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테스트, 운영 전환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'CCS 사전 점검' 변환 작업 완료 및 테스트</a:t>
            </a:r>
          </a:p>
        </p:txBody>
      </p:sp>
      <p:sp>
        <p:nvSpPr>
          <p:cNvPr id="1376505479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210866375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229840172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392644920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2733989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59839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567220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882319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1510369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162598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8242786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47023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743898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7601868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883970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1397966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0862405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410572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9048154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4262723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06333076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10800645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</a:p>
        </p:txBody>
      </p:sp>
      <p:sp>
        <p:nvSpPr>
          <p:cNvPr id="72950711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62383656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4289361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하도급법 적용대상 구매건에 대한 점검 기능 강화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CP Vendor Print 등록 요청서 적용부서 확장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</a:p>
        </p:txBody>
      </p:sp>
      <p:sp>
        <p:nvSpPr>
          <p:cNvPr id="134371340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54034572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br/>
          </a:p>
        </p:txBody>
      </p:sp>
      <p:sp>
        <p:nvSpPr>
          <p:cNvPr id="24212571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15817310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288600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4854135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1197906164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</a:p>
        </p:txBody>
      </p:sp>
      <p:sp>
        <p:nvSpPr>
          <p:cNvPr id="597894487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</a:p>
        </p:txBody>
      </p:sp>
      <p:sp>
        <p:nvSpPr>
          <p:cNvPr id="1421032766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488851577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861337617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건(Soft skill 평가서 전자결재 연계부분 개발 진행중)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PO1-C-0005 부서지침서 제정처리시, 첨부서식 연계오류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 재 제정처리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2023 Soft skill Basic과정_(집합교육) 생성시 SOFT 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KILL 4개인데 3개로 수강자등록된 사람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SMSDS-0016, S-MSDS-3431 등록부서 변경요청(신찬국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계장)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교육출장비신청시 전표생성 연계시 오류 발생 케이스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인. 직책 컬럼 사이즈 제한으로 전송시 직책명 사이즈 제한 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</a:t>
            </a:r>
          </a:p>
        </p:txBody>
      </p:sp>
      <p:sp>
        <p:nvSpPr>
          <p:cNvPr id="1422052101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br/>
            <a:br/>
          </a:p>
        </p:txBody>
      </p:sp>
      <p:sp>
        <p:nvSpPr>
          <p:cNvPr id="425023086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br/>
            <a:br/>
          </a:p>
        </p:txBody>
      </p:sp>
      <p:sp>
        <p:nvSpPr>
          <p:cNvPr id="515024317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br/>
            <a:br/>
          </a:p>
        </p:txBody>
      </p:sp>
      <p:sp>
        <p:nvSpPr>
          <p:cNvPr id="2117274928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2065424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6979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89000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5404081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662779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4539487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7761469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73727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549804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9904750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9119745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0056219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50467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31959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2547703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773530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</a:p>
        </p:txBody>
      </p:sp>
      <p:sp>
        <p:nvSpPr>
          <p:cNvPr id="1251756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169306343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사이버 보안 교육 학습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 시나리오 로직 분석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15300048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25266285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1109779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사이버 보안 교육 학습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23년 2nd interim 운영평가 증빙자료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개발서버 windows 2012 EOS 에 따른 OS 교체시 applic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ation 호환성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수불현황 ERP와 차액 발생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지류식상품권 회수현황 데이터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충남지사 상품권 PC 카드 단말기 교체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10월 이관 / 입고 내역 판매/인수부서 누락 데이터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22925749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</a:p>
        </p:txBody>
      </p:sp>
      <p:sp>
        <p:nvSpPr>
          <p:cNvPr id="11882450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</a:p>
        </p:txBody>
      </p:sp>
      <p:sp>
        <p:nvSpPr>
          <p:cNvPr id="155302106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</a:p>
        </p:txBody>
      </p:sp>
      <p:sp>
        <p:nvSpPr>
          <p:cNvPr id="90738133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31604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51251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38582288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br/>
          </a:p>
        </p:txBody>
      </p:sp>
      <p:sp>
        <p:nvSpPr>
          <p:cNvPr id="121245635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이관수송 현황 내 스크롤 시, 팝업창이 뜨지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현상 확인 및 수정</a:t>
            </a:r>
          </a:p>
        </p:txBody>
      </p:sp>
      <p:sp>
        <p:nvSpPr>
          <p:cNvPr id="6899131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7263240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12887000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시뮬레이션 &gt; 최적 출하처 조회 내 검색 필터 체크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SAP 배치 점검 및 확인 (3건)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이관수송 현황 내 스크롤 시, 팝업창이 뜨지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현상 확인 및 수정</a:t>
            </a:r>
          </a:p>
        </p:txBody>
      </p:sp>
      <p:sp>
        <p:nvSpPr>
          <p:cNvPr id="30455407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11581414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86404755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br/>
          </a:p>
        </p:txBody>
      </p:sp>
      <p:sp>
        <p:nvSpPr>
          <p:cNvPr id="138105588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472178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40095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83359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8564268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8534918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1545433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263863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158356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409389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574950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585595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6261689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4878100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742396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507572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709129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</a:p>
        </p:txBody>
      </p:sp>
      <p:sp>
        <p:nvSpPr>
          <p:cNvPr id="111377110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</a:p>
        </p:txBody>
      </p:sp>
      <p:sp>
        <p:nvSpPr>
          <p:cNvPr id="82566565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EAI정기점검 ( dagamed que서버작업)</a:t>
            </a:r>
          </a:p>
        </p:txBody>
      </p:sp>
      <p:sp>
        <p:nvSpPr>
          <p:cNvPr id="205034036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50722377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25722456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하도급법 적용대상 구매건에 대한 점검 기능 강화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CP Vendor Print 등록 요청서 적용부서 확장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EAI정기점검</a:t>
            </a:r>
          </a:p>
        </p:txBody>
      </p:sp>
      <p:sp>
        <p:nvSpPr>
          <p:cNvPr id="131063945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42445603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153951027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182557334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371354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