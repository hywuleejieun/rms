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69845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0199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56569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942805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92633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471781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48926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6296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12500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12876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69543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90737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75939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91587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90011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89122448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3529173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(ZCOR1182)</a:t>
            </a:r>
          </a:p>
        </p:txBody>
      </p:sp>
      <p:sp>
        <p:nvSpPr>
          <p:cNvPr id="11961131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422975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30106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관리 프로세스 분석(ZEAM1100, ZEAM1110,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EAM1120)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관리 프로그램에서 거래유형 결재선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되지 않도록 수정(ZEAM1100)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승인 요청 프로그램 생성(ZEAM11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11)</a:t>
            </a:r>
          </a:p>
        </p:txBody>
      </p:sp>
      <p:sp>
        <p:nvSpPr>
          <p:cNvPr id="12197582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</a:p>
        </p:txBody>
      </p:sp>
      <p:sp>
        <p:nvSpPr>
          <p:cNvPr id="14433158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1364169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73187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4149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14532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17578433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93141069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 - 80%</a:t>
            </a:r>
          </a:p>
        </p:txBody>
      </p:sp>
      <p:sp>
        <p:nvSpPr>
          <p:cNvPr id="145575681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3874176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0164327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(S-imoms 프로젝트)DSV -&gt; SAP 사회봉사활동 내역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ZHRR2371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제증명-경력:국가기술자격 서식 업로드 팝업 화면 관리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예외근무 신청서의 "예외적용근무시간" 신규 코드생성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임원프로파일(영문) 양식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</a:p>
        </p:txBody>
      </p:sp>
      <p:sp>
        <p:nvSpPr>
          <p:cNvPr id="9463081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1898963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110493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3749471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1515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4911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29056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50590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36347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57277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21605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705084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85690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97184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4954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0081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34770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1692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61998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83768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978790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777014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평가관리조회 면담관리 프로세스 개선</a:t>
            </a:r>
          </a:p>
        </p:txBody>
      </p:sp>
      <p:sp>
        <p:nvSpPr>
          <p:cNvPr id="156877862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988704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2685854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제증명(원천징수영수증) 선택시 연도지정 기본값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 명령,확인서 순수시간 및 특근과다 알림 개선 이관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준비 및 확인</a:t>
            </a:r>
          </a:p>
        </p:txBody>
      </p:sp>
      <p:sp>
        <p:nvSpPr>
          <p:cNvPr id="4217554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22880138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1127</a:t>
            </a:r>
            <a:br/>
            <a:br/>
          </a:p>
        </p:txBody>
      </p:sp>
      <p:sp>
        <p:nvSpPr>
          <p:cNvPr id="16339123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639029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6800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235685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2509795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8012530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8360756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643157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992115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21441767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65261453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0724032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5279518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00211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36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50656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88830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350190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99971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384122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591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3968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5345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87962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41399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22217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11491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30380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02867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20123812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676461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9034268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056109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086969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 11월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Smart-ERP운영 F/S Full로 로그파일 삭제작업 업무지원(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erpceap1)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하반기 DR 재해복구 모의훈련 (연기)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문제 건으로 BSG 방문점검</a:t>
            </a:r>
          </a:p>
        </p:txBody>
      </p:sp>
      <p:sp>
        <p:nvSpPr>
          <p:cNvPr id="9464362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4447453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3536146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7412639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16542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27533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1651773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5341235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20496635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628255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331787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</a:p>
        </p:txBody>
      </p:sp>
      <p:sp>
        <p:nvSpPr>
          <p:cNvPr id="17254672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120382404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</a:p>
        </p:txBody>
      </p:sp>
      <p:sp>
        <p:nvSpPr>
          <p:cNvPr id="134717672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</a:p>
        </p:txBody>
      </p:sp>
      <p:sp>
        <p:nvSpPr>
          <p:cNvPr id="52857070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0653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5421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71346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5509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977132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099311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02004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34636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91732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1149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71142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88562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13367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01742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69938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13561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4907751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7273897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16244729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96834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479560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9305839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2869096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9795179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4942103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9766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9658283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473078186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650920306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660511814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9395147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0125601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057075215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375597823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8425413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293003693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83624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