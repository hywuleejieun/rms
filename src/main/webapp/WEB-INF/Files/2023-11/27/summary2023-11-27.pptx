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616370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512509743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2859299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685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2348091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613631776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17554620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637868525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685828120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6705123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69891187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795678645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141404901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5808911" name="Frame"/>
          <p:cNvSpPr>
            <a:spLocks noGrp="1"/>
          </p:cNvSpPr>
          <p:nvPr/>
        </p:nvSpPr>
        <p:spPr>
          <a:xfrm>
            <a:off x="25400" y="60071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22373001" name="Text">
    </p:cNvPr>
          <p:cNvSpPr>
            <a:spLocks noGrp="1"/>
          </p:cNvSpPr>
          <p:nvPr/>
        </p:nvSpPr>
        <p:spPr>
          <a:xfrm rot="0">
            <a:off x="152400" y="6032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503618781" name="Text">
    </p:cNvPr>
          <p:cNvSpPr>
            <a:spLocks noGrp="1"/>
          </p:cNvSpPr>
          <p:nvPr/>
        </p:nvSpPr>
        <p:spPr>
          <a:xfrm rot="0">
            <a:off x="6451600" y="6565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0699223" name="Text">
    </p:cNvPr>
          <p:cNvSpPr>
            <a:spLocks noGrp="1"/>
          </p:cNvSpPr>
          <p:nvPr/>
        </p:nvSpPr>
        <p:spPr>
          <a:xfrm rot="0">
            <a:off x="2057400" y="6565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4817509" name="Text">
    </p:cNvPr>
          <p:cNvSpPr>
            <a:spLocks noGrp="1"/>
          </p:cNvSpPr>
          <p:nvPr/>
        </p:nvSpPr>
        <p:spPr>
          <a:xfrm rot="0">
            <a:off x="101600" y="6565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9889435" name="Text">
    </p:cNvPr>
          <p:cNvSpPr>
            <a:spLocks noGrp="1"/>
          </p:cNvSpPr>
          <p:nvPr/>
        </p:nvSpPr>
        <p:spPr>
          <a:xfrm rot="0">
            <a:off x="101600" y="6324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177719135" name="Text">
    </p:cNvPr>
          <p:cNvSpPr>
            <a:spLocks noGrp="1"/>
          </p:cNvSpPr>
          <p:nvPr/>
        </p:nvSpPr>
        <p:spPr>
          <a:xfrm rot="0">
            <a:off x="2057400" y="6324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605420280" name="Text">
    </p:cNvPr>
          <p:cNvSpPr>
            <a:spLocks noGrp="1"/>
          </p:cNvSpPr>
          <p:nvPr/>
        </p:nvSpPr>
        <p:spPr>
          <a:xfrm rot="0">
            <a:off x="6451600" y="6324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8045576" name="Text">
    </p:cNvPr>
          <p:cNvSpPr>
            <a:spLocks noGrp="1"/>
          </p:cNvSpPr>
          <p:nvPr/>
        </p:nvSpPr>
        <p:spPr>
          <a:xfrm rot="0">
            <a:off x="101600" y="6858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5233475" name="Text">
    </p:cNvPr>
          <p:cNvSpPr>
            <a:spLocks noGrp="1"/>
          </p:cNvSpPr>
          <p:nvPr/>
        </p:nvSpPr>
        <p:spPr>
          <a:xfrm rot="0">
            <a:off x="6451600" y="6858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0822511" name="Text">
    </p:cNvPr>
          <p:cNvSpPr>
            <a:spLocks noGrp="1"/>
          </p:cNvSpPr>
          <p:nvPr/>
        </p:nvSpPr>
        <p:spPr>
          <a:xfrm rot="0">
            <a:off x="2057400" y="6858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1879402" name="Text">
    </p:cNvPr>
          <p:cNvSpPr>
            <a:spLocks noGrp="1"/>
          </p:cNvSpPr>
          <p:nvPr/>
        </p:nvSpPr>
        <p:spPr>
          <a:xfrm rot="0">
            <a:off x="1244600" y="6858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1019974" name="Text">
    </p:cNvPr>
          <p:cNvSpPr>
            <a:spLocks noGrp="1"/>
          </p:cNvSpPr>
          <p:nvPr/>
        </p:nvSpPr>
        <p:spPr>
          <a:xfrm rot="0">
            <a:off x="1244600" y="6565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4804749" name="Text">
    </p:cNvPr>
          <p:cNvSpPr>
            <a:spLocks noGrp="1"/>
          </p:cNvSpPr>
          <p:nvPr/>
        </p:nvSpPr>
        <p:spPr>
          <a:xfrm rot="0">
            <a:off x="1244600" y="6324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60655107" name="Text">
    </p:cNvPr>
          <p:cNvSpPr>
            <a:spLocks noGrp="1"/>
          </p:cNvSpPr>
          <p:nvPr/>
        </p:nvSpPr>
        <p:spPr>
          <a:xfrm rot="0">
            <a:off x="8102600" y="6858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5424915" name="Text">
    </p:cNvPr>
          <p:cNvSpPr>
            <a:spLocks noGrp="1"/>
          </p:cNvSpPr>
          <p:nvPr/>
        </p:nvSpPr>
        <p:spPr>
          <a:xfrm rot="0">
            <a:off x="8102600" y="6324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333131982" name="Text">
    </p:cNvPr>
          <p:cNvSpPr>
            <a:spLocks noGrp="1"/>
          </p:cNvSpPr>
          <p:nvPr/>
        </p:nvSpPr>
        <p:spPr>
          <a:xfrm rot="0">
            <a:off x="8102600" y="6565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1718472" name="Frame"/>
          <p:cNvSpPr>
            <a:spLocks noGrp="1"/>
          </p:cNvSpPr>
          <p:nvPr/>
        </p:nvSpPr>
        <p:spPr>
          <a:xfrm>
            <a:off x="101600" y="3289300"/>
            <a:ext cx="9779000" cy="2552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59504380" name="Text">
    </p:cNvPr>
          <p:cNvSpPr>
            <a:spLocks noGrp="1"/>
          </p:cNvSpPr>
          <p:nvPr/>
        </p:nvSpPr>
        <p:spPr>
          <a:xfrm rot="0">
            <a:off x="165100" y="33528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7534654" name="Text">
    </p:cNvPr>
          <p:cNvSpPr>
            <a:spLocks noGrp="1"/>
          </p:cNvSpPr>
          <p:nvPr/>
        </p:nvSpPr>
        <p:spPr>
          <a:xfrm rot="0">
            <a:off x="152400" y="33147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073998434" name="Text">
    </p:cNvPr>
          <p:cNvSpPr>
            <a:spLocks noGrp="1"/>
          </p:cNvSpPr>
          <p:nvPr/>
        </p:nvSpPr>
        <p:spPr>
          <a:xfrm rot="0">
            <a:off x="165100" y="35687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67369135" name="Text">
    </p:cNvPr>
          <p:cNvSpPr>
            <a:spLocks noGrp="1"/>
          </p:cNvSpPr>
          <p:nvPr/>
        </p:nvSpPr>
        <p:spPr>
          <a:xfrm rot="0">
            <a:off x="901700" y="35687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9394495" name="Text">
    </p:cNvPr>
          <p:cNvSpPr>
            <a:spLocks noGrp="1"/>
          </p:cNvSpPr>
          <p:nvPr/>
        </p:nvSpPr>
        <p:spPr>
          <a:xfrm rot="0">
            <a:off x="5549900" y="35687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586825193" name="Text">
    </p:cNvPr>
          <p:cNvSpPr>
            <a:spLocks noGrp="1"/>
          </p:cNvSpPr>
          <p:nvPr/>
        </p:nvSpPr>
        <p:spPr>
          <a:xfrm rot="0">
            <a:off x="6121400" y="35687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104857390" name="Frame"/>
          <p:cNvSpPr>
            <a:spLocks noGrp="1"/>
          </p:cNvSpPr>
          <p:nvPr/>
        </p:nvSpPr>
        <p:spPr>
          <a:xfrm>
            <a:off x="165100" y="4610100"/>
            <a:ext cx="9664700" cy="1231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89199922" name="Text">
    </p:cNvPr>
          <p:cNvSpPr>
            <a:spLocks noGrp="1"/>
          </p:cNvSpPr>
          <p:nvPr/>
        </p:nvSpPr>
        <p:spPr>
          <a:xfrm rot="0">
            <a:off x="165100" y="45847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70459295" name="Text">
    </p:cNvPr>
          <p:cNvSpPr>
            <a:spLocks noGrp="1"/>
          </p:cNvSpPr>
          <p:nvPr/>
        </p:nvSpPr>
        <p:spPr>
          <a:xfrm rot="0">
            <a:off x="965200" y="4635500"/>
            <a:ext cx="4584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2023.10월 결산의 EIS, Yellow Book 반영</a:t>
            </a:r>
          </a:p>
        </p:txBody>
      </p:sp>
      <p:sp>
        <p:nvSpPr>
          <p:cNvPr id="1677230848" name="Text">
    </p:cNvPr>
          <p:cNvSpPr>
            <a:spLocks noGrp="1"/>
          </p:cNvSpPr>
          <p:nvPr/>
        </p:nvSpPr>
        <p:spPr>
          <a:xfrm rot="0">
            <a:off x="7239000" y="4635500"/>
            <a:ext cx="25527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43419826" name="Text">
    </p:cNvPr>
          <p:cNvSpPr>
            <a:spLocks noGrp="1"/>
          </p:cNvSpPr>
          <p:nvPr/>
        </p:nvSpPr>
        <p:spPr>
          <a:xfrm rot="0">
            <a:off x="5549900" y="4635500"/>
            <a:ext cx="571500" cy="1206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</a:p>
        </p:txBody>
      </p:sp>
      <p:sp>
        <p:nvSpPr>
          <p:cNvPr id="1288749412" name="Text">
    </p:cNvPr>
          <p:cNvSpPr>
            <a:spLocks noGrp="1"/>
          </p:cNvSpPr>
          <p:nvPr/>
        </p:nvSpPr>
        <p:spPr>
          <a:xfrm rot="0">
            <a:off x="901700" y="45847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23899256" name="Text">
    </p:cNvPr>
          <p:cNvSpPr>
            <a:spLocks noGrp="1"/>
          </p:cNvSpPr>
          <p:nvPr/>
        </p:nvSpPr>
        <p:spPr>
          <a:xfrm rot="0">
            <a:off x="6121400" y="45847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6184223" name="Text">
    </p:cNvPr>
          <p:cNvSpPr>
            <a:spLocks noGrp="1"/>
          </p:cNvSpPr>
          <p:nvPr/>
        </p:nvSpPr>
        <p:spPr>
          <a:xfrm rot="0">
            <a:off x="5549900" y="45847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4340529" name="Frame"/>
          <p:cNvSpPr>
            <a:spLocks noGrp="1"/>
          </p:cNvSpPr>
          <p:nvPr/>
        </p:nvSpPr>
        <p:spPr>
          <a:xfrm>
            <a:off x="165100" y="391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479367779" name="Text">
    </p:cNvPr>
          <p:cNvSpPr>
            <a:spLocks noGrp="1"/>
          </p:cNvSpPr>
          <p:nvPr/>
        </p:nvSpPr>
        <p:spPr>
          <a:xfrm rot="0">
            <a:off x="165100" y="391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570171405" name="Text">
    </p:cNvPr>
          <p:cNvSpPr>
            <a:spLocks noGrp="1"/>
          </p:cNvSpPr>
          <p:nvPr/>
        </p:nvSpPr>
        <p:spPr>
          <a:xfrm rot="0">
            <a:off x="965200" y="39878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ZSDR7090 - 담보관리:채권대비 담보확보액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실수송 거리 측정데이타 erp 연동요청</a:t>
            </a:r>
          </a:p>
        </p:txBody>
      </p:sp>
      <p:sp>
        <p:nvSpPr>
          <p:cNvPr id="1153561197" name="Text">
    </p:cNvPr>
          <p:cNvSpPr>
            <a:spLocks noGrp="1"/>
          </p:cNvSpPr>
          <p:nvPr/>
        </p:nvSpPr>
        <p:spPr>
          <a:xfrm rot="0">
            <a:off x="7239000" y="398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00272056" name="Text">
    </p:cNvPr>
          <p:cNvSpPr>
            <a:spLocks noGrp="1"/>
          </p:cNvSpPr>
          <p:nvPr/>
        </p:nvSpPr>
        <p:spPr>
          <a:xfrm rot="0">
            <a:off x="5549900" y="398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</a:p>
        </p:txBody>
      </p:sp>
      <p:sp>
        <p:nvSpPr>
          <p:cNvPr id="131437354" name="Text">
    </p:cNvPr>
          <p:cNvSpPr>
            <a:spLocks noGrp="1"/>
          </p:cNvSpPr>
          <p:nvPr/>
        </p:nvSpPr>
        <p:spPr>
          <a:xfrm rot="0">
            <a:off x="901700" y="391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6701535" name="Text">
    </p:cNvPr>
          <p:cNvSpPr>
            <a:spLocks noGrp="1"/>
          </p:cNvSpPr>
          <p:nvPr/>
        </p:nvSpPr>
        <p:spPr>
          <a:xfrm rot="0">
            <a:off x="6121400" y="39116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2218887" name="Text">
    </p:cNvPr>
          <p:cNvSpPr>
            <a:spLocks noGrp="1"/>
          </p:cNvSpPr>
          <p:nvPr/>
        </p:nvSpPr>
        <p:spPr>
          <a:xfrm rot="0">
            <a:off x="5549900" y="391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9906988" name="Frame"/>
          <p:cNvSpPr>
            <a:spLocks noGrp="1"/>
          </p:cNvSpPr>
          <p:nvPr/>
        </p:nvSpPr>
        <p:spPr>
          <a:xfrm>
            <a:off x="127000" y="1384300"/>
            <a:ext cx="9779000" cy="1765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882102076" name="Frame"/>
          <p:cNvSpPr>
            <a:spLocks noGrp="1"/>
          </p:cNvSpPr>
          <p:nvPr/>
        </p:nvSpPr>
        <p:spPr>
          <a:xfrm>
            <a:off x="152400" y="2374900"/>
            <a:ext cx="9664700" cy="774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97648201" name="Text">
    </p:cNvPr>
          <p:cNvSpPr>
            <a:spLocks noGrp="1"/>
          </p:cNvSpPr>
          <p:nvPr/>
        </p:nvSpPr>
        <p:spPr>
          <a:xfrm rot="0">
            <a:off x="152400" y="23495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72910861" name="Text">
    </p:cNvPr>
          <p:cNvSpPr>
            <a:spLocks noGrp="1"/>
          </p:cNvSpPr>
          <p:nvPr/>
        </p:nvSpPr>
        <p:spPr>
          <a:xfrm rot="0">
            <a:off x="952500" y="2400300"/>
            <a:ext cx="45974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A360 '주요 자재 번호 및 단가 정리' 작업 추가 요청 처리 및 테스트, 운영 전환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2023 Soft skill Basic과정_(집합교육) 생성시 SOFT SKILL 4개인데 3개로 수강자등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록된 사람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[WMS] 23년 2nd interim 운영평가 증빙자료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하도급법 적용대상 구매건에 대한 점검 기능 강화</a:t>
            </a:r>
          </a:p>
        </p:txBody>
      </p:sp>
      <p:sp>
        <p:nvSpPr>
          <p:cNvPr id="1722776687" name="Text">
    </p:cNvPr>
          <p:cNvSpPr>
            <a:spLocks noGrp="1"/>
          </p:cNvSpPr>
          <p:nvPr/>
        </p:nvSpPr>
        <p:spPr>
          <a:xfrm rot="0">
            <a:off x="7226300" y="24003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57601791" name="Text">
    </p:cNvPr>
          <p:cNvSpPr>
            <a:spLocks noGrp="1"/>
          </p:cNvSpPr>
          <p:nvPr/>
        </p:nvSpPr>
        <p:spPr>
          <a:xfrm rot="0">
            <a:off x="6108700" y="23495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123599820" name="Text">
    </p:cNvPr>
          <p:cNvSpPr>
            <a:spLocks noGrp="1"/>
          </p:cNvSpPr>
          <p:nvPr/>
        </p:nvSpPr>
        <p:spPr>
          <a:xfrm rot="0">
            <a:off x="5537200" y="24003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</a:p>
        </p:txBody>
      </p:sp>
      <p:sp>
        <p:nvSpPr>
          <p:cNvPr id="1988943565" name="Text">
    </p:cNvPr>
          <p:cNvSpPr>
            <a:spLocks noGrp="1"/>
          </p:cNvSpPr>
          <p:nvPr/>
        </p:nvSpPr>
        <p:spPr>
          <a:xfrm rot="0">
            <a:off x="889000" y="23495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01295991" name="Text">
    </p:cNvPr>
          <p:cNvSpPr>
            <a:spLocks noGrp="1"/>
          </p:cNvSpPr>
          <p:nvPr/>
        </p:nvSpPr>
        <p:spPr>
          <a:xfrm rot="0">
            <a:off x="7124700" y="23495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2029157" name="Text">
    </p:cNvPr>
          <p:cNvSpPr>
            <a:spLocks noGrp="1"/>
          </p:cNvSpPr>
          <p:nvPr/>
        </p:nvSpPr>
        <p:spPr>
          <a:xfrm rot="0">
            <a:off x="5537200" y="23495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1651008" name="Rectangle"/>
          <p:cNvSpPr>
            <a:spLocks noGrp="1"/>
          </p:cNvSpPr>
          <p:nvPr/>
        </p:nvSpPr>
        <p:spPr>
          <a:xfrm>
            <a:off x="6870700" y="23495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2790141" name="Frame"/>
          <p:cNvSpPr>
            <a:spLocks noGrp="1"/>
          </p:cNvSpPr>
          <p:nvPr/>
        </p:nvSpPr>
        <p:spPr>
          <a:xfrm>
            <a:off x="152400" y="1371600"/>
            <a:ext cx="9639300" cy="9779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109908577" name="Text">
    </p:cNvPr>
          <p:cNvSpPr>
            <a:spLocks noGrp="1"/>
          </p:cNvSpPr>
          <p:nvPr/>
        </p:nvSpPr>
        <p:spPr>
          <a:xfrm rot="0">
            <a:off x="152400" y="1371600"/>
            <a:ext cx="7366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44686252" name="Text">
    </p:cNvPr>
          <p:cNvSpPr>
            <a:spLocks noGrp="1"/>
          </p:cNvSpPr>
          <p:nvPr/>
        </p:nvSpPr>
        <p:spPr>
          <a:xfrm rot="0">
            <a:off x="939800" y="1422400"/>
            <a:ext cx="4610100" cy="927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거래유형 관리 프로그램에서 거래유형 결재선 데이터 수정되지 않도록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(ZEAM1100)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하도급법 적용대상 구매건에 대한 점검 기능 강화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CP Vendor Print 등록 요청서 적용부서 확장 요청 (Corrosion Control 팀) *특정부서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에 대해서는 PR의 '기술검토 필요품목'을 체크해서 Vendor Print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EDI MIG 변경 반영 (SAP 신용장 통지)</a:t>
            </a:r>
          </a:p>
        </p:txBody>
      </p:sp>
      <p:sp>
        <p:nvSpPr>
          <p:cNvPr id="1794300392" name="Text">
    </p:cNvPr>
          <p:cNvSpPr>
            <a:spLocks noGrp="1"/>
          </p:cNvSpPr>
          <p:nvPr/>
        </p:nvSpPr>
        <p:spPr>
          <a:xfrm rot="0">
            <a:off x="7226300" y="1447800"/>
            <a:ext cx="25527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219545908" name="Text">
    </p:cNvPr>
          <p:cNvSpPr>
            <a:spLocks noGrp="1"/>
          </p:cNvSpPr>
          <p:nvPr/>
        </p:nvSpPr>
        <p:spPr>
          <a:xfrm rot="0">
            <a:off x="6108700" y="1371600"/>
            <a:ext cx="7620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39594221" name="Text">
    </p:cNvPr>
          <p:cNvSpPr>
            <a:spLocks noGrp="1"/>
          </p:cNvSpPr>
          <p:nvPr/>
        </p:nvSpPr>
        <p:spPr>
          <a:xfrm rot="0">
            <a:off x="5537200" y="1447800"/>
            <a:ext cx="571500" cy="901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</a:p>
        </p:txBody>
      </p:sp>
      <p:sp>
        <p:nvSpPr>
          <p:cNvPr id="41098425" name="Text">
    </p:cNvPr>
          <p:cNvSpPr>
            <a:spLocks noGrp="1"/>
          </p:cNvSpPr>
          <p:nvPr/>
        </p:nvSpPr>
        <p:spPr>
          <a:xfrm rot="0">
            <a:off x="889000" y="1371600"/>
            <a:ext cx="46482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25637766" name="Text">
    </p:cNvPr>
          <p:cNvSpPr>
            <a:spLocks noGrp="1"/>
          </p:cNvSpPr>
          <p:nvPr/>
        </p:nvSpPr>
        <p:spPr>
          <a:xfrm rot="0">
            <a:off x="7124700" y="1371600"/>
            <a:ext cx="26543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6692111" name="Text">
    </p:cNvPr>
          <p:cNvSpPr>
            <a:spLocks noGrp="1"/>
          </p:cNvSpPr>
          <p:nvPr/>
        </p:nvSpPr>
        <p:spPr>
          <a:xfrm rot="0">
            <a:off x="5537200" y="1371600"/>
            <a:ext cx="5715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6054021" name="Rectangle"/>
          <p:cNvSpPr>
            <a:spLocks noGrp="1"/>
          </p:cNvSpPr>
          <p:nvPr/>
        </p:nvSpPr>
        <p:spPr>
          <a:xfrm>
            <a:off x="6870700" y="1371600"/>
            <a:ext cx="254000" cy="9779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80326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758034215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1511120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972780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6669488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