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383520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0410698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845800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90732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724794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4202026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996839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272632071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852011151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925737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76759515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95487137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556602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27675109" name="Frame"/>
          <p:cNvSpPr>
            <a:spLocks noGrp="1"/>
          </p:cNvSpPr>
          <p:nvPr/>
        </p:nvSpPr>
        <p:spPr>
          <a:xfrm>
            <a:off x="25400" y="5372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44972023" name="Text">
    </p:cNvPr>
          <p:cNvSpPr>
            <a:spLocks noGrp="1"/>
          </p:cNvSpPr>
          <p:nvPr/>
        </p:nvSpPr>
        <p:spPr>
          <a:xfrm rot="0">
            <a:off x="152400" y="5397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999754719" name="Text">
    </p:cNvPr>
          <p:cNvSpPr>
            <a:spLocks noGrp="1"/>
          </p:cNvSpPr>
          <p:nvPr/>
        </p:nvSpPr>
        <p:spPr>
          <a:xfrm rot="0">
            <a:off x="6451600" y="5930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181723" name="Text">
    </p:cNvPr>
          <p:cNvSpPr>
            <a:spLocks noGrp="1"/>
          </p:cNvSpPr>
          <p:nvPr/>
        </p:nvSpPr>
        <p:spPr>
          <a:xfrm rot="0">
            <a:off x="2057400" y="5930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2259121" name="Text">
    </p:cNvPr>
          <p:cNvSpPr>
            <a:spLocks noGrp="1"/>
          </p:cNvSpPr>
          <p:nvPr/>
        </p:nvSpPr>
        <p:spPr>
          <a:xfrm rot="0">
            <a:off x="101600" y="5930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681941" name="Text">
    </p:cNvPr>
          <p:cNvSpPr>
            <a:spLocks noGrp="1"/>
          </p:cNvSpPr>
          <p:nvPr/>
        </p:nvSpPr>
        <p:spPr>
          <a:xfrm rot="0">
            <a:off x="101600" y="5689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91929933" name="Text">
    </p:cNvPr>
          <p:cNvSpPr>
            <a:spLocks noGrp="1"/>
          </p:cNvSpPr>
          <p:nvPr/>
        </p:nvSpPr>
        <p:spPr>
          <a:xfrm rot="0">
            <a:off x="2057400" y="5689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30433072" name="Text">
    </p:cNvPr>
          <p:cNvSpPr>
            <a:spLocks noGrp="1"/>
          </p:cNvSpPr>
          <p:nvPr/>
        </p:nvSpPr>
        <p:spPr>
          <a:xfrm rot="0">
            <a:off x="6451600" y="5689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096102984" name="Text">
    </p:cNvPr>
          <p:cNvSpPr>
            <a:spLocks noGrp="1"/>
          </p:cNvSpPr>
          <p:nvPr/>
        </p:nvSpPr>
        <p:spPr>
          <a:xfrm rot="0">
            <a:off x="101600" y="6223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9734338" name="Text">
    </p:cNvPr>
          <p:cNvSpPr>
            <a:spLocks noGrp="1"/>
          </p:cNvSpPr>
          <p:nvPr/>
        </p:nvSpPr>
        <p:spPr>
          <a:xfrm rot="0">
            <a:off x="6451600" y="6223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9961267" name="Text">
    </p:cNvPr>
          <p:cNvSpPr>
            <a:spLocks noGrp="1"/>
          </p:cNvSpPr>
          <p:nvPr/>
        </p:nvSpPr>
        <p:spPr>
          <a:xfrm rot="0">
            <a:off x="2057400" y="6223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0717459" name="Text">
    </p:cNvPr>
          <p:cNvSpPr>
            <a:spLocks noGrp="1"/>
          </p:cNvSpPr>
          <p:nvPr/>
        </p:nvSpPr>
        <p:spPr>
          <a:xfrm rot="0">
            <a:off x="1244600" y="6223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6541903" name="Text">
    </p:cNvPr>
          <p:cNvSpPr>
            <a:spLocks noGrp="1"/>
          </p:cNvSpPr>
          <p:nvPr/>
        </p:nvSpPr>
        <p:spPr>
          <a:xfrm rot="0">
            <a:off x="1244600" y="5930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2094416" name="Text">
    </p:cNvPr>
          <p:cNvSpPr>
            <a:spLocks noGrp="1"/>
          </p:cNvSpPr>
          <p:nvPr/>
        </p:nvSpPr>
        <p:spPr>
          <a:xfrm rot="0">
            <a:off x="1244600" y="5689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53642019" name="Text">
    </p:cNvPr>
          <p:cNvSpPr>
            <a:spLocks noGrp="1"/>
          </p:cNvSpPr>
          <p:nvPr/>
        </p:nvSpPr>
        <p:spPr>
          <a:xfrm rot="0">
            <a:off x="8102600" y="6223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7665943" name="Text">
    </p:cNvPr>
          <p:cNvSpPr>
            <a:spLocks noGrp="1"/>
          </p:cNvSpPr>
          <p:nvPr/>
        </p:nvSpPr>
        <p:spPr>
          <a:xfrm rot="0">
            <a:off x="8102600" y="5689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453658145" name="Text">
    </p:cNvPr>
          <p:cNvSpPr>
            <a:spLocks noGrp="1"/>
          </p:cNvSpPr>
          <p:nvPr/>
        </p:nvSpPr>
        <p:spPr>
          <a:xfrm rot="0">
            <a:off x="8102600" y="5930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8922602" name="Frame"/>
          <p:cNvSpPr>
            <a:spLocks noGrp="1"/>
          </p:cNvSpPr>
          <p:nvPr/>
        </p:nvSpPr>
        <p:spPr>
          <a:xfrm>
            <a:off x="101600" y="2959100"/>
            <a:ext cx="9779000" cy="224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37374526" name="Text">
    </p:cNvPr>
          <p:cNvSpPr>
            <a:spLocks noGrp="1"/>
          </p:cNvSpPr>
          <p:nvPr/>
        </p:nvSpPr>
        <p:spPr>
          <a:xfrm rot="0">
            <a:off x="165100" y="3022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0060669" name="Text">
    </p:cNvPr>
          <p:cNvSpPr>
            <a:spLocks noGrp="1"/>
          </p:cNvSpPr>
          <p:nvPr/>
        </p:nvSpPr>
        <p:spPr>
          <a:xfrm rot="0">
            <a:off x="152400" y="2984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00247093" name="Text">
    </p:cNvPr>
          <p:cNvSpPr>
            <a:spLocks noGrp="1"/>
          </p:cNvSpPr>
          <p:nvPr/>
        </p:nvSpPr>
        <p:spPr>
          <a:xfrm rot="0">
            <a:off x="165100" y="3238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16633669" name="Text">
    </p:cNvPr>
          <p:cNvSpPr>
            <a:spLocks noGrp="1"/>
          </p:cNvSpPr>
          <p:nvPr/>
        </p:nvSpPr>
        <p:spPr>
          <a:xfrm rot="0">
            <a:off x="901700" y="3238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16030054" name="Text">
    </p:cNvPr>
          <p:cNvSpPr>
            <a:spLocks noGrp="1"/>
          </p:cNvSpPr>
          <p:nvPr/>
        </p:nvSpPr>
        <p:spPr>
          <a:xfrm rot="0">
            <a:off x="5549900" y="3238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930987238" name="Text">
    </p:cNvPr>
          <p:cNvSpPr>
            <a:spLocks noGrp="1"/>
          </p:cNvSpPr>
          <p:nvPr/>
        </p:nvSpPr>
        <p:spPr>
          <a:xfrm rot="0">
            <a:off x="6121400" y="3238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28875058" name="Frame"/>
          <p:cNvSpPr>
            <a:spLocks noGrp="1"/>
          </p:cNvSpPr>
          <p:nvPr/>
        </p:nvSpPr>
        <p:spPr>
          <a:xfrm>
            <a:off x="165100" y="4279900"/>
            <a:ext cx="9664700" cy="927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87091982" name="Text">
    </p:cNvPr>
          <p:cNvSpPr>
            <a:spLocks noGrp="1"/>
          </p:cNvSpPr>
          <p:nvPr/>
        </p:nvSpPr>
        <p:spPr>
          <a:xfrm rot="0">
            <a:off x="165100" y="42545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39670769" name="Text">
    </p:cNvPr>
          <p:cNvSpPr>
            <a:spLocks noGrp="1"/>
          </p:cNvSpPr>
          <p:nvPr/>
        </p:nvSpPr>
        <p:spPr>
          <a:xfrm rot="0">
            <a:off x="965200" y="4305300"/>
            <a:ext cx="4584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[E-Approval] ITSM-99071 CP 내의 문자발송 기능 수정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</a:p>
        </p:txBody>
      </p:sp>
      <p:sp>
        <p:nvSpPr>
          <p:cNvPr id="1514123541" name="Text">
    </p:cNvPr>
          <p:cNvSpPr>
            <a:spLocks noGrp="1"/>
          </p:cNvSpPr>
          <p:nvPr/>
        </p:nvSpPr>
        <p:spPr>
          <a:xfrm rot="0">
            <a:off x="7239000" y="43053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07978618" name="Text">
    </p:cNvPr>
          <p:cNvSpPr>
            <a:spLocks noGrp="1"/>
          </p:cNvSpPr>
          <p:nvPr/>
        </p:nvSpPr>
        <p:spPr>
          <a:xfrm rot="0">
            <a:off x="5549900" y="43053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</a:p>
        </p:txBody>
      </p:sp>
      <p:sp>
        <p:nvSpPr>
          <p:cNvPr id="380663623" name="Text">
    </p:cNvPr>
          <p:cNvSpPr>
            <a:spLocks noGrp="1"/>
          </p:cNvSpPr>
          <p:nvPr/>
        </p:nvSpPr>
        <p:spPr>
          <a:xfrm rot="0">
            <a:off x="901700" y="42545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4390733" name="Text">
    </p:cNvPr>
          <p:cNvSpPr>
            <a:spLocks noGrp="1"/>
          </p:cNvSpPr>
          <p:nvPr/>
        </p:nvSpPr>
        <p:spPr>
          <a:xfrm rot="0">
            <a:off x="6121400" y="42545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1077004" name="Text">
    </p:cNvPr>
          <p:cNvSpPr>
            <a:spLocks noGrp="1"/>
          </p:cNvSpPr>
          <p:nvPr/>
        </p:nvSpPr>
        <p:spPr>
          <a:xfrm rot="0">
            <a:off x="5549900" y="42545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7759092" name="Frame"/>
          <p:cNvSpPr>
            <a:spLocks noGrp="1"/>
          </p:cNvSpPr>
          <p:nvPr/>
        </p:nvSpPr>
        <p:spPr>
          <a:xfrm>
            <a:off x="165100" y="3581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41666584" name="Text">
    </p:cNvPr>
          <p:cNvSpPr>
            <a:spLocks noGrp="1"/>
          </p:cNvSpPr>
          <p:nvPr/>
        </p:nvSpPr>
        <p:spPr>
          <a:xfrm rot="0">
            <a:off x="165100" y="3581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16742202" name="Text">
    </p:cNvPr>
          <p:cNvSpPr>
            <a:spLocks noGrp="1"/>
          </p:cNvSpPr>
          <p:nvPr/>
        </p:nvSpPr>
        <p:spPr>
          <a:xfrm rot="0">
            <a:off x="965200" y="3657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ZSDR7090 - 담보관리:채권대비 담보확보액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실수송 거리 측정데이타 erp 연동요청</a:t>
            </a:r>
          </a:p>
        </p:txBody>
      </p:sp>
      <p:sp>
        <p:nvSpPr>
          <p:cNvPr id="79660798" name="Text">
    </p:cNvPr>
          <p:cNvSpPr>
            <a:spLocks noGrp="1"/>
          </p:cNvSpPr>
          <p:nvPr/>
        </p:nvSpPr>
        <p:spPr>
          <a:xfrm rot="0">
            <a:off x="7239000" y="3657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02148320" name="Text">
    </p:cNvPr>
          <p:cNvSpPr>
            <a:spLocks noGrp="1"/>
          </p:cNvSpPr>
          <p:nvPr/>
        </p:nvSpPr>
        <p:spPr>
          <a:xfrm rot="0">
            <a:off x="5549900" y="3657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</a:p>
        </p:txBody>
      </p:sp>
      <p:sp>
        <p:nvSpPr>
          <p:cNvPr id="1809065870" name="Text">
    </p:cNvPr>
          <p:cNvSpPr>
            <a:spLocks noGrp="1"/>
          </p:cNvSpPr>
          <p:nvPr/>
        </p:nvSpPr>
        <p:spPr>
          <a:xfrm rot="0">
            <a:off x="901700" y="3581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6197446" name="Text">
    </p:cNvPr>
          <p:cNvSpPr>
            <a:spLocks noGrp="1"/>
          </p:cNvSpPr>
          <p:nvPr/>
        </p:nvSpPr>
        <p:spPr>
          <a:xfrm rot="0">
            <a:off x="6121400" y="3581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0925479" name="Text">
    </p:cNvPr>
          <p:cNvSpPr>
            <a:spLocks noGrp="1"/>
          </p:cNvSpPr>
          <p:nvPr/>
        </p:nvSpPr>
        <p:spPr>
          <a:xfrm rot="0">
            <a:off x="5549900" y="3581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9422992" name="Frame"/>
          <p:cNvSpPr>
            <a:spLocks noGrp="1"/>
          </p:cNvSpPr>
          <p:nvPr/>
        </p:nvSpPr>
        <p:spPr>
          <a:xfrm>
            <a:off x="127000" y="1384300"/>
            <a:ext cx="9779000" cy="1435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33184949" name="Frame"/>
          <p:cNvSpPr>
            <a:spLocks noGrp="1"/>
          </p:cNvSpPr>
          <p:nvPr/>
        </p:nvSpPr>
        <p:spPr>
          <a:xfrm>
            <a:off x="152400" y="2197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10321645" name="Text">
    </p:cNvPr>
          <p:cNvSpPr>
            <a:spLocks noGrp="1"/>
          </p:cNvSpPr>
          <p:nvPr/>
        </p:nvSpPr>
        <p:spPr>
          <a:xfrm rot="0">
            <a:off x="152400" y="2171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18248769" name="Text">
    </p:cNvPr>
          <p:cNvSpPr>
            <a:spLocks noGrp="1"/>
          </p:cNvSpPr>
          <p:nvPr/>
        </p:nvSpPr>
        <p:spPr>
          <a:xfrm rot="0">
            <a:off x="952500" y="2222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[E-Approval] ITSM-102613 해외출장비 신청서 삭제 및 CCS내역 복구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'항공급유 매출입력' 입력방식 변경으로 인한 오류. 현업확인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모바일 ERS 도입 후 이용자 수 집계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EDI MIG 변경 반영 (SAP 신용장 통지)</a:t>
            </a:r>
          </a:p>
        </p:txBody>
      </p:sp>
      <p:sp>
        <p:nvSpPr>
          <p:cNvPr id="27347611" name="Text">
    </p:cNvPr>
          <p:cNvSpPr>
            <a:spLocks noGrp="1"/>
          </p:cNvSpPr>
          <p:nvPr/>
        </p:nvSpPr>
        <p:spPr>
          <a:xfrm rot="0">
            <a:off x="7226300" y="2222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06328476" name="Text">
    </p:cNvPr>
          <p:cNvSpPr>
            <a:spLocks noGrp="1"/>
          </p:cNvSpPr>
          <p:nvPr/>
        </p:nvSpPr>
        <p:spPr>
          <a:xfrm rot="0">
            <a:off x="6108700" y="2171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76850505" name="Text">
    </p:cNvPr>
          <p:cNvSpPr>
            <a:spLocks noGrp="1"/>
          </p:cNvSpPr>
          <p:nvPr/>
        </p:nvSpPr>
        <p:spPr>
          <a:xfrm rot="0">
            <a:off x="5537200" y="2222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</a:p>
        </p:txBody>
      </p:sp>
      <p:sp>
        <p:nvSpPr>
          <p:cNvPr id="512456084" name="Text">
    </p:cNvPr>
          <p:cNvSpPr>
            <a:spLocks noGrp="1"/>
          </p:cNvSpPr>
          <p:nvPr/>
        </p:nvSpPr>
        <p:spPr>
          <a:xfrm rot="0">
            <a:off x="889000" y="2171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9993676" name="Text">
    </p:cNvPr>
          <p:cNvSpPr>
            <a:spLocks noGrp="1"/>
          </p:cNvSpPr>
          <p:nvPr/>
        </p:nvSpPr>
        <p:spPr>
          <a:xfrm rot="0">
            <a:off x="7124700" y="2171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2643683" name="Text">
    </p:cNvPr>
          <p:cNvSpPr>
            <a:spLocks noGrp="1"/>
          </p:cNvSpPr>
          <p:nvPr/>
        </p:nvSpPr>
        <p:spPr>
          <a:xfrm rot="0">
            <a:off x="5537200" y="2171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1705006" name="Rectangle"/>
          <p:cNvSpPr>
            <a:spLocks noGrp="1"/>
          </p:cNvSpPr>
          <p:nvPr/>
        </p:nvSpPr>
        <p:spPr>
          <a:xfrm>
            <a:off x="6870700" y="2171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2870690" name="Frame"/>
          <p:cNvSpPr>
            <a:spLocks noGrp="1"/>
          </p:cNvSpPr>
          <p:nvPr/>
        </p:nvSpPr>
        <p:spPr>
          <a:xfrm>
            <a:off x="152400" y="1371600"/>
            <a:ext cx="9639300" cy="800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80693374" name="Text">
    </p:cNvPr>
          <p:cNvSpPr>
            <a:spLocks noGrp="1"/>
          </p:cNvSpPr>
          <p:nvPr/>
        </p:nvSpPr>
        <p:spPr>
          <a:xfrm rot="0">
            <a:off x="152400" y="13716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45081202" name="Text">
    </p:cNvPr>
          <p:cNvSpPr>
            <a:spLocks noGrp="1"/>
          </p:cNvSpPr>
          <p:nvPr/>
        </p:nvSpPr>
        <p:spPr>
          <a:xfrm rot="0">
            <a:off x="939800" y="1422400"/>
            <a:ext cx="46101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화공약품계정 파일생성 로직추가 추가수정(ZCOR1182)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구매처 지급 상시 모니터링 추출 배치 프로그램 보완(ZTRB7010 ~ ZTRB7069)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PO가 발행된 해당 PR 마감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ERP ZSDR5220(한라수수료정산) 화면에서 인도처코드 추가 요청-alv 표시 필드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가</a:t>
            </a:r>
          </a:p>
        </p:txBody>
      </p:sp>
      <p:sp>
        <p:nvSpPr>
          <p:cNvPr id="1610825983" name="Text">
    </p:cNvPr>
          <p:cNvSpPr>
            <a:spLocks noGrp="1"/>
          </p:cNvSpPr>
          <p:nvPr/>
        </p:nvSpPr>
        <p:spPr>
          <a:xfrm rot="0">
            <a:off x="7226300" y="1447800"/>
            <a:ext cx="2552700" cy="723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84450155" name="Text">
    </p:cNvPr>
          <p:cNvSpPr>
            <a:spLocks noGrp="1"/>
          </p:cNvSpPr>
          <p:nvPr/>
        </p:nvSpPr>
        <p:spPr>
          <a:xfrm rot="0">
            <a:off x="6108700" y="13716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32534403" name="Text">
    </p:cNvPr>
          <p:cNvSpPr>
            <a:spLocks noGrp="1"/>
          </p:cNvSpPr>
          <p:nvPr/>
        </p:nvSpPr>
        <p:spPr>
          <a:xfrm rot="0">
            <a:off x="5537200" y="1447800"/>
            <a:ext cx="571500" cy="723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11/16</a:t>
            </a:r>
          </a:p>
        </p:txBody>
      </p:sp>
      <p:sp>
        <p:nvSpPr>
          <p:cNvPr id="1372868042" name="Text">
    </p:cNvPr>
          <p:cNvSpPr>
            <a:spLocks noGrp="1"/>
          </p:cNvSpPr>
          <p:nvPr/>
        </p:nvSpPr>
        <p:spPr>
          <a:xfrm rot="0">
            <a:off x="889000" y="13716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621751" name="Text">
    </p:cNvPr>
          <p:cNvSpPr>
            <a:spLocks noGrp="1"/>
          </p:cNvSpPr>
          <p:nvPr/>
        </p:nvSpPr>
        <p:spPr>
          <a:xfrm rot="0">
            <a:off x="7124700" y="13716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5116983" name="Text">
    </p:cNvPr>
          <p:cNvSpPr>
            <a:spLocks noGrp="1"/>
          </p:cNvSpPr>
          <p:nvPr/>
        </p:nvSpPr>
        <p:spPr>
          <a:xfrm rot="0">
            <a:off x="5537200" y="13716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333942" name="Rectangle"/>
          <p:cNvSpPr>
            <a:spLocks noGrp="1"/>
          </p:cNvSpPr>
          <p:nvPr/>
        </p:nvSpPr>
        <p:spPr>
          <a:xfrm>
            <a:off x="6870700" y="13716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