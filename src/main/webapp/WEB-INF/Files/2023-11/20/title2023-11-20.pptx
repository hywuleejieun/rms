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[2023.11.14 ~ 2023.11.20]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11월 5주차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