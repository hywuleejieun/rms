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476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41200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88589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9521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804967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391406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01606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47089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41230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17525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74523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8169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01754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787360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1264562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496575107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674209034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1463409517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551679664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718637019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ITSM-102638 정보기술지원 신청서 내용수정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ActionsITSM-102637 협조문 첨부파일 변경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ITSM-102620 시설물대여계약서 후첨부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ITSM-102602 대해로주유소 불용 처분 품의서 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산번호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ITSM-102639 기안지에 작성된 시설물(TLG Sen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ser) 수량 오타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ITSM-102665 기성보고서 결재일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ITSM-102631 결재문서 가용자금 운용계획(안)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업무정보(업무보고-일일업무보고) 오타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ITSM-102713 신용한도품의서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ITSM-102701 문서번호 B63-23-0244 내용수정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ITSM-102727 법인카드 정산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ITSM-102613 해외출장비 신청서 삭제 및 CCS내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역 복구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ITSM-102716 공장 전자 결재문서(3건) 결재선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ITSM-102750 기안지 첨부 교체 요청</a:t>
            </a:r>
          </a:p>
        </p:txBody>
      </p:sp>
      <p:sp>
        <p:nvSpPr>
          <p:cNvPr id="853755858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731381840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81995749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618563115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8768033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4165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25415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11719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565397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13337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6487865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48003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12594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09186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14877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11588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44817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01263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189472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32353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6750595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</a:p>
        </p:txBody>
      </p:sp>
      <p:sp>
        <p:nvSpPr>
          <p:cNvPr id="7467985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</a:p>
        </p:txBody>
      </p:sp>
      <p:sp>
        <p:nvSpPr>
          <p:cNvPr id="7201660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56693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037893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[ITSM-102510]RTS Dashboard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[ITSM-102795]e-PSMS 내 권한 관리 현황 공유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[ITSM-102231]S-imoms 프로젝트 진행을 위한 ePSM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S시스템의 Data Table 및 DB Credential 정보 요청</a:t>
            </a:r>
          </a:p>
        </p:txBody>
      </p:sp>
      <p:sp>
        <p:nvSpPr>
          <p:cNvPr id="17189217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</a:p>
        </p:txBody>
      </p:sp>
      <p:sp>
        <p:nvSpPr>
          <p:cNvPr id="7079042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</a:p>
        </p:txBody>
      </p:sp>
      <p:sp>
        <p:nvSpPr>
          <p:cNvPr id="18155712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br/>
          </a:p>
        </p:txBody>
      </p:sp>
      <p:sp>
        <p:nvSpPr>
          <p:cNvPr id="15883122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99407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900825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85346448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183007973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32366093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308330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160618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12755925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834671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65903350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42203680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116582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2332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02990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32378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081293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844839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575337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75501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1075338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366891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49165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29032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47740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082029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552057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99195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77866730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6114365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</a:p>
        </p:txBody>
      </p:sp>
      <p:sp>
        <p:nvSpPr>
          <p:cNvPr id="7683043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891643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4841828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ITSM-102532 변경요청 삭제ITSM-102493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변경ITSM-102670 데이터작업 삭제ITSM-102663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ITSM-101354 변경결과 작성ITSM-101852 서비스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반려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ITSM-101548 작업유형 변경ITSM-102337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</a:p>
        </p:txBody>
      </p:sp>
      <p:sp>
        <p:nvSpPr>
          <p:cNvPr id="6729308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5859321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3156563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02582168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44656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4172056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68962248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528242630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360387872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90427464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63558955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서버 포트 확인요청 및 정상연결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'자재번호 및 단가정리' 작업된 엑셀 붙여넣기 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작업 A360 으로 변경을 위한 PDD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전일 21시 작업 메일 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수신. 작업 완료 내역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재기동, 로그확인 인수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209pc 확인 및 AA 재기동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재수행 및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미수행 안내 메일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입력방식 변경으로 인한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현업확인 및 재수행</a:t>
            </a:r>
          </a:p>
        </p:txBody>
      </p:sp>
      <p:sp>
        <p:nvSpPr>
          <p:cNvPr id="513301742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</a:p>
        </p:txBody>
      </p:sp>
      <p:sp>
        <p:nvSpPr>
          <p:cNvPr id="1393002504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</a:p>
        </p:txBody>
      </p:sp>
      <p:sp>
        <p:nvSpPr>
          <p:cNvPr id="1216209840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</a:p>
        </p:txBody>
      </p:sp>
      <p:sp>
        <p:nvSpPr>
          <p:cNvPr id="347035945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7140862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7072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118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25672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835977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22412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087055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755226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85534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033663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63617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69938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33523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64412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1423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398785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5266792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9252060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16920884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5496810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37539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200186656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25725235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0341747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9551678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442473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67166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8614475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</a:p>
        </p:txBody>
      </p:sp>
      <p:sp>
        <p:nvSpPr>
          <p:cNvPr id="118445225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</a:p>
        </p:txBody>
      </p:sp>
      <p:sp>
        <p:nvSpPr>
          <p:cNvPr id="35724572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38260398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5342071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skill 교육이수 관련 이력이 사용자 및 관리자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페이지의 개인교육이력에 조회되도록 기능개선 반영 및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이관)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제정오류 건 PP1-C-0127 문서 재등록처리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수강완료 과목의 수료이력 재반영 요청 건(프로젝트관리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팀-이진우책임)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모바일 ERS 도입 후 이용자 수 집계</a:t>
            </a:r>
          </a:p>
        </p:txBody>
      </p:sp>
      <p:sp>
        <p:nvSpPr>
          <p:cNvPr id="40106772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154308946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133192197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164405066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094886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2996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18464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44389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921293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735940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608974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645884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90935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466917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32486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76339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58415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58212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5006199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61669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485173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4314403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</a:p>
        </p:txBody>
      </p:sp>
      <p:sp>
        <p:nvSpPr>
          <p:cNvPr id="83699032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0498315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284853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23년4분기 모의해킹 업무 협의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DB Job 에서 Schedule job 으로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시나리오 (SP402) Oracle SQL 오류 발생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</a:p>
        </p:txBody>
      </p:sp>
      <p:sp>
        <p:nvSpPr>
          <p:cNvPr id="208699581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4517527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6918115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81000017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22010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01748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8584917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21022901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284014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8349830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1225531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..  &amp; 기준정보 &gt; 선박 운항 동정표 관리 내 값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 비정상적으로 출력되거나 누락되는 내용 확인 (정상 배치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가동으로 조치)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[RMS/IMS] 교체 PC 내 백업 배포 및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물류비관리 &gt; 수송수단 판매목표 내 '유효값이 아닙니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다' 에러 조치 (DB 내 소숫점 제거 처리)[ 기존 5자리 유지 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억대로 넘어가면 에러 바생. 타페이지에 영향도가 없어 자릿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제거로 조치 ]</a:t>
            </a:r>
          </a:p>
        </p:txBody>
      </p:sp>
      <p:sp>
        <p:nvSpPr>
          <p:cNvPr id="127713757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</a:p>
        </p:txBody>
      </p:sp>
      <p:sp>
        <p:nvSpPr>
          <p:cNvPr id="120572649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</a:p>
        </p:txBody>
      </p:sp>
      <p:sp>
        <p:nvSpPr>
          <p:cNvPr id="9180618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</a:p>
        </p:txBody>
      </p:sp>
      <p:sp>
        <p:nvSpPr>
          <p:cNvPr id="250034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79347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3873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138514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324093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29921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4159670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1470527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875414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194791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99357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08587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128445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12141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691113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939594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6759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137125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20922762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EAI정기점검</a:t>
            </a:r>
          </a:p>
        </p:txBody>
      </p:sp>
      <p:sp>
        <p:nvSpPr>
          <p:cNvPr id="8556242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655080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9793265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윤활유 이비즈 프로젝트 I/F 신규 개발문의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EDI MIG 변경 반영 (SAP 신용장 통지)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EAI시스템 환경설정 및 인수인계</a:t>
            </a:r>
          </a:p>
        </p:txBody>
      </p:sp>
      <p:sp>
        <p:nvSpPr>
          <p:cNvPr id="6259078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17730709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13849478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19935851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37061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