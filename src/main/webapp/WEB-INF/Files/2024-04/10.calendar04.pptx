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96" d="100"/>
          <a:sy n="96" d="100"/>
        </p:scale>
        <p:origin x="840" y="90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 국회의원 선거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공현호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84</Words>
  <Application>Microsoft Office PowerPoint</Application>
  <PresentationFormat>사용자 지정</PresentationFormat>
  <Paragraphs>48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2024-03-31T23:57:03Z</dcterms:modified>
  <cp:revision>23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2024-03-31T23:57:02Z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3ccf9766-8bf7-450a-a0d0-54c78770c453</vt:lpwstr>
  </property>
  <property fmtid="{D5CDD505-2E9C-101B-9397-08002B2CF9AE}" pid="8" name="MSIP_Label_a567d48d-774c-44e2-a79a-7d15724a8f35_ContentBits">
    <vt:lpwstr>3</vt:lpwstr>
  </property>
</Properties>
</file>