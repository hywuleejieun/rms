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2257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836888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8917343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2334108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5579734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2247493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0518778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34177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992885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6440604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211332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0428968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6338025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3173103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122747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42383401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</a:p>
        </p:txBody>
      </p:sp>
      <p:sp>
        <p:nvSpPr>
          <p:cNvPr id="70015779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</a:p>
        </p:txBody>
      </p:sp>
      <p:sp>
        <p:nvSpPr>
          <p:cNvPr id="50539114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27696138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27348483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재처리시 최종승인 5가 나왔을때 전표생성이 안됨(ZFIR9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047)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어음 결산 프로그램 성능 및 유지보수(ZTRR1810, ZTRR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1830)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법인카드 WBS 마스터 CCS 전송 신규개발(ZCOR9040)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구매처코드 생성 오류 분석 및 해결(ZFIR9057)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자산승인요청 중 특정 자산 승인 불가 프로세스 분석 및 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결(ZFIR9031N)</a:t>
            </a:r>
          </a:p>
        </p:txBody>
      </p:sp>
      <p:sp>
        <p:nvSpPr>
          <p:cNvPr id="171077267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0524561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0934941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211921787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327941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8219661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38041421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69590161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HKMC 공급용 윤활유 완제품 재고 조회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</a:p>
        </p:txBody>
      </p:sp>
      <p:sp>
        <p:nvSpPr>
          <p:cNvPr id="210098949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2955807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68770632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HKMC 공급용 윤활유 완제품 재고 조회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기술검수 테이블에 검수부서 공백이면 세무팀 넣는 로직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</a:p>
        </p:txBody>
      </p:sp>
      <p:sp>
        <p:nvSpPr>
          <p:cNvPr id="43530138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80637189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26646180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83841823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545383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00755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3922743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8265111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2229535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5257139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69532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760611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3696401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0518300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418309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4629473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587881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3519018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5544708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0907420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</a:p>
        </p:txBody>
      </p:sp>
      <p:sp>
        <p:nvSpPr>
          <p:cNvPr id="64876414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</a:p>
        </p:txBody>
      </p:sp>
      <p:sp>
        <p:nvSpPr>
          <p:cNvPr id="18804113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52951184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6333104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6690250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ERP개발 File System 가용공간 부족에 따른 오래된 감사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로그 삭제작업(2020년 로그삭제)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'24년도 1분기 용인센터/온산공장 NT서버 보안패치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관련 해당 SAP 시스템 서비스 점검작업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S-imoms Integration 시스템 RFC 통신 관련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사항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41907282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9199904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58326543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</a:p>
        </p:txBody>
      </p:sp>
      <p:sp>
        <p:nvSpPr>
          <p:cNvPr id="132671753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615807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305813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6501088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81972585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79860136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85726167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33150237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정복:15장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정복:16장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정복:17장 공부하기</a:t>
            </a:r>
          </a:p>
        </p:txBody>
      </p:sp>
      <p:sp>
        <p:nvSpPr>
          <p:cNvPr id="36816563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57456641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67157924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</a:p>
        </p:txBody>
      </p:sp>
      <p:sp>
        <p:nvSpPr>
          <p:cNvPr id="25300173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244535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846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6105333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524392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2561027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8161323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831253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325761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7546060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771982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354288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3270952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809480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8268593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8819275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1067867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8452507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142573893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73925254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32209923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48377679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142413880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20146063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210368278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55092895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397197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654066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51846070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</a:p>
        </p:txBody>
      </p:sp>
      <p:sp>
        <p:nvSpPr>
          <p:cNvPr id="132241438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출입관리시스템(안면인식)기록 자동 연동 구축 적용(5/1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</a:p>
        </p:txBody>
      </p:sp>
      <p:sp>
        <p:nvSpPr>
          <p:cNvPr id="21051898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7233557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14237214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분석(화면/db설계,메뉴등록 등)- [ITSM-110598] HCM Cloud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연동 교육이력 일자오류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[ITSM-103052] 출입관리시스템(안면인식)기록자동연동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소스수정- [ITSM-110588] 국내출장비 신청서의 동행자 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메뉴 비활성화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개발(web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list화면 20%)- 휴가신청시 사용가능한 휴가코드 조정 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개발(web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list화면 50%)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[ITSM-110737] 근태기록부확인(부서장)상 검색 자료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회오류 수정- 노조전임 해촉이후 연차의무사용일수 로직 점검</a:t>
            </a:r>
          </a:p>
        </p:txBody>
      </p:sp>
      <p:sp>
        <p:nvSpPr>
          <p:cNvPr id="42057459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200369546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99070321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18902180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1668155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56406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7875208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431371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950145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6606574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5255844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258389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620580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144402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032800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561448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4375599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07574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7844199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8014936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8553458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9200084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SAP HCM alert 메일 송부 10%</a:t>
            </a:r>
          </a:p>
        </p:txBody>
      </p:sp>
      <p:sp>
        <p:nvSpPr>
          <p:cNvPr id="164449977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1074880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82964618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주간과장 직책수당 관련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급여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건강보험 연말정산 결과 업로드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SF 연동 정보 - picklist 날짜 형식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근로시간단축 신청서의 근태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SAP HCM alert 메일 송부</a:t>
            </a:r>
          </a:p>
        </p:txBody>
      </p:sp>
      <p:sp>
        <p:nvSpPr>
          <p:cNvPr id="127506773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2794302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29554712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99718954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681327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220268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55912487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</a:p>
        </p:txBody>
      </p:sp>
      <p:sp>
        <p:nvSpPr>
          <p:cNvPr id="17074382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ITSM-110195ZSDR 9301 승인시 반복적인 사번 및 비밀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재입력 생략 요청</a:t>
            </a:r>
          </a:p>
        </p:txBody>
      </p:sp>
      <p:sp>
        <p:nvSpPr>
          <p:cNvPr id="52370958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4062971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35631979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ITSM-110195ZSDR 9301 승인시 반복적인 사번 및 비밀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재입력 생략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ITSM-110150e-Biz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[ITSM-102996][SD]2024.04.24 프리미엄 단위 환산계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 적용 - 소숫점단위 오차 정정로직 추가</a:t>
            </a:r>
          </a:p>
        </p:txBody>
      </p:sp>
      <p:sp>
        <p:nvSpPr>
          <p:cNvPr id="50915483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95086053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207855242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br/>
          </a:p>
        </p:txBody>
      </p:sp>
      <p:sp>
        <p:nvSpPr>
          <p:cNvPr id="35631212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430934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