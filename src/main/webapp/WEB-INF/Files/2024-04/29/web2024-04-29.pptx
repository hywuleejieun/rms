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0115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20792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02125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4044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591671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297085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12163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49952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74634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7296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2604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40923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00100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36501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57087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618614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19081022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ITSM-110623	유니폼 제어로직 수정</a:t>
            </a:r>
          </a:p>
        </p:txBody>
      </p:sp>
      <p:sp>
        <p:nvSpPr>
          <p:cNvPr id="12342832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474410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6872874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ITSM-110191 e-Biz CI 시설관리(협력사용) 검수요청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 버튼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ITSM-110437 e-Biz 가격등록 메뉴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ITSM-110481 법인카드(임원 체력단련비) 정산 관련,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원복요청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ITSM-110623	유니폼 제어로직 수정</a:t>
            </a:r>
          </a:p>
        </p:txBody>
      </p:sp>
      <p:sp>
        <p:nvSpPr>
          <p:cNvPr id="10450341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20596657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5941648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40980481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75514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22554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432178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89291263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118244067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885420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136390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소스코드 점검 처리</a:t>
            </a:r>
          </a:p>
        </p:txBody>
      </p:sp>
      <p:sp>
        <p:nvSpPr>
          <p:cNvPr id="116818850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4626420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51839131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1250846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25300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9791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38043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96501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942691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73188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793923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85036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48589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99042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12074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75415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616186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10784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559082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82874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5986261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294291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61465883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760385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587068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702821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517623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18355711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7220820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01715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41001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20619093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304658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0472088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9480781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881388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ITSM-110552 변경수행자 변경ITSM-110554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만료된 Profile 변경 후 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 mobile webview scroll 장애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Fortify 취약점 점검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GW_mobile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ITSM-110695 견적서 삭제ITSM-110818 데이터작업서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166418006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6924852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4406449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1902273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23576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5218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88402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87289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05027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72158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200880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6837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45312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87274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62980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67165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2838412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27391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44115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229165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5615547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6797895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SAP Test 및 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360 Migration</a:t>
            </a:r>
          </a:p>
        </p:txBody>
      </p:sp>
      <p:sp>
        <p:nvSpPr>
          <p:cNvPr id="20040001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848185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16081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 송금' 새벽 작업 작업 불가 결제 번호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및 녹화, 담당자 전달, vbs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수행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 논의 및 삼성SDS 담당자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협의</a:t>
            </a:r>
          </a:p>
        </p:txBody>
      </p:sp>
      <p:sp>
        <p:nvSpPr>
          <p:cNvPr id="786006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7334997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2281864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3966849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73261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13101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2981516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0580804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2271912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1032640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062141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20600725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57610155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881270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4838616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166014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9909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5216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66917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08235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54918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662546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0649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980696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09481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12823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955994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0781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48535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94924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600190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0245120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59407247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ITSM-110729CP 결재 새문서 ［마곡］ 탭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추가 요청</a:t>
            </a:r>
          </a:p>
        </p:txBody>
      </p:sp>
      <p:sp>
        <p:nvSpPr>
          <p:cNvPr id="89984776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178794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74641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ITSM-110580, ITSM-110594, ITSM-110639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ITSM-110654, ITSM-110683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ITSM-110704, ITSM-110700, ITSM-110714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ITSM-110726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ITSM-110745, ITSM-110753, ITSM-110801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ITSM-110816, ITSM-110825</a:t>
            </a:r>
          </a:p>
        </p:txBody>
      </p:sp>
      <p:sp>
        <p:nvSpPr>
          <p:cNvPr id="16537034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1345943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5908330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6428424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00144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1663182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387731880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915695082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ITSM-110793 LMS 관리자 시스템 개선</a:t>
            </a:r>
          </a:p>
        </p:txBody>
      </p:sp>
      <p:sp>
        <p:nvSpPr>
          <p:cNvPr id="1105139220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97329208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116518137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배치 실행시 현재 미사용중인 KRI들을(RI-43,RI-4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5,RI-46,RI-47,RI-60,RI-61,RI-93) 배치 실행시 제외처리.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ERS에 개정오류 확인 및 재개정 처리(RHDS3-P-3302)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프로그램 내역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관리자&gt;soft skill 사외평가-미평가 시에도PASS,FAIL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가능하도록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ERM-SHE ORACLE DB 데이터 연계시 SHEDB 서버 업그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레이드관련 데이터 조회 및 생성안되는 오류 확인 및 SHEDB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서버 패치 작업후 모니터링 및 데이터 연계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ITSM-110793 LMS 관리자 시스템 개선</a:t>
            </a:r>
          </a:p>
        </p:txBody>
      </p:sp>
      <p:sp>
        <p:nvSpPr>
          <p:cNvPr id="1804141026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390400817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090966675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5693133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528477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993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71603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32006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03460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26424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413256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65544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47961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013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63607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85833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40287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72263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38056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73030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4121560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146419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</a:t>
            </a:r>
          </a:p>
        </p:txBody>
      </p:sp>
      <p:sp>
        <p:nvSpPr>
          <p:cNvPr id="20799422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8480861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9293162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제작번호 생성 로직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구미지사 상품권 판매 PC 카드리더기 오류 원격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고객 Master 거래처 (무재해 달성) 할인율 0%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HQWMSDEV01 WMS 개발서버 servlet 접근 관련 기존 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-&gt; 도메인 형식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GCMS, WMS, EWS 보안패치 작업</a:t>
            </a:r>
          </a:p>
        </p:txBody>
      </p:sp>
      <p:sp>
        <p:nvSpPr>
          <p:cNvPr id="14071882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</a:p>
        </p:txBody>
      </p:sp>
      <p:sp>
        <p:nvSpPr>
          <p:cNvPr id="167171744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</a:p>
        </p:txBody>
      </p:sp>
      <p:sp>
        <p:nvSpPr>
          <p:cNvPr id="20681176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20747601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11602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0514952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1260209302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644239714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컬럼 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락 추가 [ITSM-110813]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설치 및 가이드 (인수인계)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 ( + 24일,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발생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2024_ISMS(P)_CRM_2차 인터뷰_F/W 필요사항 작성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'제주저유소(3203)' / 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경유(4007)' - 삭제 실패 Error 점검</a:t>
            </a:r>
          </a:p>
        </p:txBody>
      </p:sp>
      <p:sp>
        <p:nvSpPr>
          <p:cNvPr id="899219008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4757003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00706438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미적용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개선 [ITSM-110556]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컬럼 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락 추가 [ITSM-110813]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2024. 03월분 정기점검서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감사팀 및 모의해킹 권한 회수 수행 [ITSM-110810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 ( + 24일,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발생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이관계획결과관리 '제주저유소(3203)' / 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경유(4007)' - 삭제 실패 Error 점검</a:t>
            </a:r>
          </a:p>
        </p:txBody>
      </p:sp>
      <p:sp>
        <p:nvSpPr>
          <p:cNvPr id="1604282202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755492887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4851665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250424176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952205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8768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02133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03961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88952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190361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10776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59472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82510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356405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85173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15472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25399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00636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4992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90386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687498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</a:p>
        </p:txBody>
      </p:sp>
      <p:sp>
        <p:nvSpPr>
          <p:cNvPr id="4167405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</a:p>
        </p:txBody>
      </p:sp>
      <p:sp>
        <p:nvSpPr>
          <p:cNvPr id="2139011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023853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3962405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인수인계</a:t>
            </a:r>
          </a:p>
        </p:txBody>
      </p:sp>
      <p:sp>
        <p:nvSpPr>
          <p:cNvPr id="20869645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2401801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7371874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</a:p>
        </p:txBody>
      </p:sp>
      <p:sp>
        <p:nvSpPr>
          <p:cNvPr id="19401093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749852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