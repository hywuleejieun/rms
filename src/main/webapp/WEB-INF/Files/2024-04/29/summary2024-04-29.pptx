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</p:sldIdLst>
  <p:sldSz cx="9906000" cy="7556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316616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2024580953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8312456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8004906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7569254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1105034314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97065759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968203136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375474686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70481575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502627008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34843237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970660473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3282263" name="Frame"/>
          <p:cNvSpPr>
            <a:spLocks noGrp="1"/>
          </p:cNvSpPr>
          <p:nvPr/>
        </p:nvSpPr>
        <p:spPr>
          <a:xfrm>
            <a:off x="25400" y="49403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019304743" name="Text">
    </p:cNvPr>
          <p:cNvSpPr>
            <a:spLocks noGrp="1"/>
          </p:cNvSpPr>
          <p:nvPr/>
        </p:nvSpPr>
        <p:spPr>
          <a:xfrm rot="0">
            <a:off x="152400" y="49657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2019011961" name="Text">
    </p:cNvPr>
          <p:cNvSpPr>
            <a:spLocks noGrp="1"/>
          </p:cNvSpPr>
          <p:nvPr/>
        </p:nvSpPr>
        <p:spPr>
          <a:xfrm rot="0">
            <a:off x="6451600" y="54991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31909080" name="Text">
    </p:cNvPr>
          <p:cNvSpPr>
            <a:spLocks noGrp="1"/>
          </p:cNvSpPr>
          <p:nvPr/>
        </p:nvSpPr>
        <p:spPr>
          <a:xfrm rot="0">
            <a:off x="2057400" y="54991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61801107" name="Text">
    </p:cNvPr>
          <p:cNvSpPr>
            <a:spLocks noGrp="1"/>
          </p:cNvSpPr>
          <p:nvPr/>
        </p:nvSpPr>
        <p:spPr>
          <a:xfrm rot="0">
            <a:off x="101600" y="54991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1256764" name="Text">
    </p:cNvPr>
          <p:cNvSpPr>
            <a:spLocks noGrp="1"/>
          </p:cNvSpPr>
          <p:nvPr/>
        </p:nvSpPr>
        <p:spPr>
          <a:xfrm rot="0">
            <a:off x="101600" y="52578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074343438" name="Text">
    </p:cNvPr>
          <p:cNvSpPr>
            <a:spLocks noGrp="1"/>
          </p:cNvSpPr>
          <p:nvPr/>
        </p:nvSpPr>
        <p:spPr>
          <a:xfrm rot="0">
            <a:off x="2057400" y="52578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706442879" name="Text">
    </p:cNvPr>
          <p:cNvSpPr>
            <a:spLocks noGrp="1"/>
          </p:cNvSpPr>
          <p:nvPr/>
        </p:nvSpPr>
        <p:spPr>
          <a:xfrm rot="0">
            <a:off x="6451600" y="52578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1775434557" name="Text">
    </p:cNvPr>
          <p:cNvSpPr>
            <a:spLocks noGrp="1"/>
          </p:cNvSpPr>
          <p:nvPr/>
        </p:nvSpPr>
        <p:spPr>
          <a:xfrm rot="0">
            <a:off x="101600" y="57912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72342060" name="Text">
    </p:cNvPr>
          <p:cNvSpPr>
            <a:spLocks noGrp="1"/>
          </p:cNvSpPr>
          <p:nvPr/>
        </p:nvSpPr>
        <p:spPr>
          <a:xfrm rot="0">
            <a:off x="6451600" y="57912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26584463" name="Text">
    </p:cNvPr>
          <p:cNvSpPr>
            <a:spLocks noGrp="1"/>
          </p:cNvSpPr>
          <p:nvPr/>
        </p:nvSpPr>
        <p:spPr>
          <a:xfrm rot="0">
            <a:off x="2057400" y="57912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89065891" name="Text">
    </p:cNvPr>
          <p:cNvSpPr>
            <a:spLocks noGrp="1"/>
          </p:cNvSpPr>
          <p:nvPr/>
        </p:nvSpPr>
        <p:spPr>
          <a:xfrm rot="0">
            <a:off x="1244600" y="57912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74560875" name="Text">
    </p:cNvPr>
          <p:cNvSpPr>
            <a:spLocks noGrp="1"/>
          </p:cNvSpPr>
          <p:nvPr/>
        </p:nvSpPr>
        <p:spPr>
          <a:xfrm rot="0">
            <a:off x="1244600" y="54991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60363699" name="Text">
    </p:cNvPr>
          <p:cNvSpPr>
            <a:spLocks noGrp="1"/>
          </p:cNvSpPr>
          <p:nvPr/>
        </p:nvSpPr>
        <p:spPr>
          <a:xfrm rot="0">
            <a:off x="1244600" y="52578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642603953" name="Text">
    </p:cNvPr>
          <p:cNvSpPr>
            <a:spLocks noGrp="1"/>
          </p:cNvSpPr>
          <p:nvPr/>
        </p:nvSpPr>
        <p:spPr>
          <a:xfrm rot="0">
            <a:off x="8102600" y="57912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40904091" name="Text">
    </p:cNvPr>
          <p:cNvSpPr>
            <a:spLocks noGrp="1"/>
          </p:cNvSpPr>
          <p:nvPr/>
        </p:nvSpPr>
        <p:spPr>
          <a:xfrm rot="0">
            <a:off x="8102600" y="52578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924700283" name="Text">
    </p:cNvPr>
          <p:cNvSpPr>
            <a:spLocks noGrp="1"/>
          </p:cNvSpPr>
          <p:nvPr/>
        </p:nvSpPr>
        <p:spPr>
          <a:xfrm rot="0">
            <a:off x="8102600" y="54991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734252" name="Frame"/>
          <p:cNvSpPr>
            <a:spLocks noGrp="1"/>
          </p:cNvSpPr>
          <p:nvPr/>
        </p:nvSpPr>
        <p:spPr>
          <a:xfrm>
            <a:off x="101600" y="2832100"/>
            <a:ext cx="9779000" cy="194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539841849" name="Text">
    </p:cNvPr>
          <p:cNvSpPr>
            <a:spLocks noGrp="1"/>
          </p:cNvSpPr>
          <p:nvPr/>
        </p:nvSpPr>
        <p:spPr>
          <a:xfrm rot="0">
            <a:off x="165100" y="2895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68289447" name="Text">
    </p:cNvPr>
          <p:cNvSpPr>
            <a:spLocks noGrp="1"/>
          </p:cNvSpPr>
          <p:nvPr/>
        </p:nvSpPr>
        <p:spPr>
          <a:xfrm rot="0">
            <a:off x="152400" y="2857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962694515" name="Text">
    </p:cNvPr>
          <p:cNvSpPr>
            <a:spLocks noGrp="1"/>
          </p:cNvSpPr>
          <p:nvPr/>
        </p:nvSpPr>
        <p:spPr>
          <a:xfrm rot="0">
            <a:off x="165100" y="3111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891069853" name="Text">
    </p:cNvPr>
          <p:cNvSpPr>
            <a:spLocks noGrp="1"/>
          </p:cNvSpPr>
          <p:nvPr/>
        </p:nvSpPr>
        <p:spPr>
          <a:xfrm rot="0">
            <a:off x="901700" y="3111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36128154" name="Text">
    </p:cNvPr>
          <p:cNvSpPr>
            <a:spLocks noGrp="1"/>
          </p:cNvSpPr>
          <p:nvPr/>
        </p:nvSpPr>
        <p:spPr>
          <a:xfrm rot="0">
            <a:off x="5549900" y="3111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196618693" name="Text">
    </p:cNvPr>
          <p:cNvSpPr>
            <a:spLocks noGrp="1"/>
          </p:cNvSpPr>
          <p:nvPr/>
        </p:nvSpPr>
        <p:spPr>
          <a:xfrm rot="0">
            <a:off x="6121400" y="3111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493465614" name="Frame"/>
          <p:cNvSpPr>
            <a:spLocks noGrp="1"/>
          </p:cNvSpPr>
          <p:nvPr/>
        </p:nvSpPr>
        <p:spPr>
          <a:xfrm>
            <a:off x="165100" y="41529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300876915" name="Text">
    </p:cNvPr>
          <p:cNvSpPr>
            <a:spLocks noGrp="1"/>
          </p:cNvSpPr>
          <p:nvPr/>
        </p:nvSpPr>
        <p:spPr>
          <a:xfrm rot="0">
            <a:off x="165100" y="41275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660945714" name="Text">
    </p:cNvPr>
          <p:cNvSpPr>
            <a:spLocks noGrp="1"/>
          </p:cNvSpPr>
          <p:nvPr/>
        </p:nvSpPr>
        <p:spPr>
          <a:xfrm rot="0">
            <a:off x="965200" y="41783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기안지 전결근거 관련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ITSM-110793 LMS 관리자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[EIS] 2024.3월 결산의 EIS, Yellow Book 반영</a:t>
            </a:r>
          </a:p>
        </p:txBody>
      </p:sp>
      <p:sp>
        <p:nvSpPr>
          <p:cNvPr id="1842993178" name="Text">
    </p:cNvPr>
          <p:cNvSpPr>
            <a:spLocks noGrp="1"/>
          </p:cNvSpPr>
          <p:nvPr/>
        </p:nvSpPr>
        <p:spPr>
          <a:xfrm rot="0">
            <a:off x="7239000" y="41783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029762159" name="Text">
    </p:cNvPr>
          <p:cNvSpPr>
            <a:spLocks noGrp="1"/>
          </p:cNvSpPr>
          <p:nvPr/>
        </p:nvSpPr>
        <p:spPr>
          <a:xfrm rot="0">
            <a:off x="5549900" y="41783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</a:p>
        </p:txBody>
      </p:sp>
      <p:sp>
        <p:nvSpPr>
          <p:cNvPr id="1041848294" name="Text">
    </p:cNvPr>
          <p:cNvSpPr>
            <a:spLocks noGrp="1"/>
          </p:cNvSpPr>
          <p:nvPr/>
        </p:nvSpPr>
        <p:spPr>
          <a:xfrm rot="0">
            <a:off x="901700" y="41275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08142780" name="Text">
    </p:cNvPr>
          <p:cNvSpPr>
            <a:spLocks noGrp="1"/>
          </p:cNvSpPr>
          <p:nvPr/>
        </p:nvSpPr>
        <p:spPr>
          <a:xfrm rot="0">
            <a:off x="6121400" y="41275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19897771" name="Text">
    </p:cNvPr>
          <p:cNvSpPr>
            <a:spLocks noGrp="1"/>
          </p:cNvSpPr>
          <p:nvPr/>
        </p:nvSpPr>
        <p:spPr>
          <a:xfrm rot="0">
            <a:off x="5549900" y="41275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98926386" name="Frame"/>
          <p:cNvSpPr>
            <a:spLocks noGrp="1"/>
          </p:cNvSpPr>
          <p:nvPr/>
        </p:nvSpPr>
        <p:spPr>
          <a:xfrm>
            <a:off x="165100" y="34544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576665478" name="Text">
    </p:cNvPr>
          <p:cNvSpPr>
            <a:spLocks noGrp="1"/>
          </p:cNvSpPr>
          <p:nvPr/>
        </p:nvSpPr>
        <p:spPr>
          <a:xfrm rot="0">
            <a:off x="165100" y="34544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923183906" name="Text">
    </p:cNvPr>
          <p:cNvSpPr>
            <a:spLocks noGrp="1"/>
          </p:cNvSpPr>
          <p:nvPr/>
        </p:nvSpPr>
        <p:spPr>
          <a:xfrm rot="0">
            <a:off x="965200" y="35306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PP(Polypropylene) 제품별 원가내역 조회 Report 개발 요청(ZPCOR2030)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ZSDR9301 승인시 반복적인 사번 및 비밀번호 재입력 생략 요청</a:t>
            </a:r>
          </a:p>
        </p:txBody>
      </p:sp>
      <p:sp>
        <p:nvSpPr>
          <p:cNvPr id="772514161" name="Text">
    </p:cNvPr>
          <p:cNvSpPr>
            <a:spLocks noGrp="1"/>
          </p:cNvSpPr>
          <p:nvPr/>
        </p:nvSpPr>
        <p:spPr>
          <a:xfrm rot="0">
            <a:off x="7239000" y="35306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105555671" name="Text">
    </p:cNvPr>
          <p:cNvSpPr>
            <a:spLocks noGrp="1"/>
          </p:cNvSpPr>
          <p:nvPr/>
        </p:nvSpPr>
        <p:spPr>
          <a:xfrm rot="0">
            <a:off x="5549900" y="35306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</a:p>
        </p:txBody>
      </p:sp>
      <p:sp>
        <p:nvSpPr>
          <p:cNvPr id="1277083484" name="Text">
    </p:cNvPr>
          <p:cNvSpPr>
            <a:spLocks noGrp="1"/>
          </p:cNvSpPr>
          <p:nvPr/>
        </p:nvSpPr>
        <p:spPr>
          <a:xfrm rot="0">
            <a:off x="901700" y="34544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13034822" name="Text">
    </p:cNvPr>
          <p:cNvSpPr>
            <a:spLocks noGrp="1"/>
          </p:cNvSpPr>
          <p:nvPr/>
        </p:nvSpPr>
        <p:spPr>
          <a:xfrm rot="0">
            <a:off x="6121400" y="3454400"/>
            <a:ext cx="36449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26585302" name="Text">
    </p:cNvPr>
          <p:cNvSpPr>
            <a:spLocks noGrp="1"/>
          </p:cNvSpPr>
          <p:nvPr/>
        </p:nvSpPr>
        <p:spPr>
          <a:xfrm rot="0">
            <a:off x="5549900" y="34544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63410287" name="Frame"/>
          <p:cNvSpPr>
            <a:spLocks noGrp="1"/>
          </p:cNvSpPr>
          <p:nvPr/>
        </p:nvSpPr>
        <p:spPr>
          <a:xfrm>
            <a:off x="127000" y="1384300"/>
            <a:ext cx="9779000" cy="1308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852075915" name="Frame"/>
          <p:cNvSpPr>
            <a:spLocks noGrp="1"/>
          </p:cNvSpPr>
          <p:nvPr/>
        </p:nvSpPr>
        <p:spPr>
          <a:xfrm>
            <a:off x="152400" y="20701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987873635" name="Text">
    </p:cNvPr>
          <p:cNvSpPr>
            <a:spLocks noGrp="1"/>
          </p:cNvSpPr>
          <p:nvPr/>
        </p:nvSpPr>
        <p:spPr>
          <a:xfrm rot="0">
            <a:off x="152400" y="204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83472939" name="Text">
    </p:cNvPr>
          <p:cNvSpPr>
            <a:spLocks noGrp="1"/>
          </p:cNvSpPr>
          <p:nvPr/>
        </p:nvSpPr>
        <p:spPr>
          <a:xfrm rot="0">
            <a:off x="952500" y="2095500"/>
            <a:ext cx="45974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[Mobile] IOS 만료된 Profile 변경 후  배포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[RPA] A360 'CCS 사전점검' 작업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관리자&gt;soft skill 사외평가-미평가 시에도PASS,FAIL 수정 가능하도록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[PRM] 품질성적서 &gt; 거래처별 품질성적서 내 컬럼 필터 미적용 개선</a:t>
            </a:r>
          </a:p>
        </p:txBody>
      </p:sp>
      <p:sp>
        <p:nvSpPr>
          <p:cNvPr id="497737341" name="Text">
    </p:cNvPr>
          <p:cNvSpPr>
            <a:spLocks noGrp="1"/>
          </p:cNvSpPr>
          <p:nvPr/>
        </p:nvSpPr>
        <p:spPr>
          <a:xfrm rot="0">
            <a:off x="7226300" y="20955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350558324" name="Text">
    </p:cNvPr>
          <p:cNvSpPr>
            <a:spLocks noGrp="1"/>
          </p:cNvSpPr>
          <p:nvPr/>
        </p:nvSpPr>
        <p:spPr>
          <a:xfrm rot="0">
            <a:off x="6108700" y="2044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679940545" name="Text">
    </p:cNvPr>
          <p:cNvSpPr>
            <a:spLocks noGrp="1"/>
          </p:cNvSpPr>
          <p:nvPr/>
        </p:nvSpPr>
        <p:spPr>
          <a:xfrm rot="0">
            <a:off x="5537200" y="20955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</a:p>
        </p:txBody>
      </p:sp>
      <p:sp>
        <p:nvSpPr>
          <p:cNvPr id="763381124" name="Text">
    </p:cNvPr>
          <p:cNvSpPr>
            <a:spLocks noGrp="1"/>
          </p:cNvSpPr>
          <p:nvPr/>
        </p:nvSpPr>
        <p:spPr>
          <a:xfrm rot="0">
            <a:off x="889000" y="204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12467839" name="Text">
    </p:cNvPr>
          <p:cNvSpPr>
            <a:spLocks noGrp="1"/>
          </p:cNvSpPr>
          <p:nvPr/>
        </p:nvSpPr>
        <p:spPr>
          <a:xfrm rot="0">
            <a:off x="7124700" y="2044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38441355" name="Text">
    </p:cNvPr>
          <p:cNvSpPr>
            <a:spLocks noGrp="1"/>
          </p:cNvSpPr>
          <p:nvPr/>
        </p:nvSpPr>
        <p:spPr>
          <a:xfrm rot="0">
            <a:off x="5537200" y="204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00062115" name="Rectangle"/>
          <p:cNvSpPr>
            <a:spLocks noGrp="1"/>
          </p:cNvSpPr>
          <p:nvPr/>
        </p:nvSpPr>
        <p:spPr>
          <a:xfrm>
            <a:off x="6870700" y="2044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038330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069449242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983903679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구매처코드 생성 오류 분석 및 해결(ZFIR9057)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[TR] 법인카드 WBS 마스터 CCS 전송 신규개발(ZCOR9040)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기술검수 테이블에 검수부서 공백이면 세무팀 넣는 로직 제거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2024.04.24 프리미엄 단위 환산계수 적용 - 소숫점단위 오차 정정로직 추가</a:t>
            </a:r>
          </a:p>
        </p:txBody>
      </p:sp>
      <p:sp>
        <p:nvSpPr>
          <p:cNvPr id="942017384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201017187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985912732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</a:p>
        </p:txBody>
      </p:sp>
      <p:sp>
        <p:nvSpPr>
          <p:cNvPr id="689491886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69244846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95593903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21288217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