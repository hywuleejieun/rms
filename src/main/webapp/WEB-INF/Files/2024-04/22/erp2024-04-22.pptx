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tiff" ContentType="image/tiff"/>
  <Default Extension="rels" ContentType="application/vnd.openxmlformats-package.relationships+xml"/>
  <Default Extension="xml" ContentType="application/xml"/>
  <Default Extension="ttf" ContentType="application/x-font-ttf"/>
  <Default Extension="otf" ContentType="application/x-font-ttf"/>
  <Default Extension="eot" ContentType="application/x-fontdata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presentation.xml" ContentType="application/vnd.openxmlformats-officedocument.presentationml.presentation.main+xml"/>
  <Override PartName="/docProps/app.xml" ContentType="application/vnd.openxmlformats-officedocument.extended-properties+xml"/>
  <Override PartName="/docProps/core.xml" ContentType="application/vnd.openxmlformats-package.core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 standalone="yes"?>
<Relationships xmlns="http://schemas.openxmlformats.org/package/2006/relationships">
<Relationship Id="rId1" Type="http://schemas.openxmlformats.org/officeDocument/2006/relationships/officeDocument" Target="ppt/presentation.xml"/>
<Relationship Id="rId2" Type="http://schemas.openxmlformats.org/officeDocument/2006/relationships/extended-properties" Target="docProps/app.xml"/>
<Relationship Id="rId3" Type="http://schemas.openxmlformats.org/package/2006/relationships/metadata/core-properties" Target="docProps/core.xml"/>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Sm"/>
  </p:sldMasterIdLst>
  <p:sldIdLst>
    <p:sldId id="2561" r:id="rId1"/>
    <p:sldId id="2562" r:id="rId2"/>
    <p:sldId id="2563" r:id="rId3"/>
    <p:sldId id="2564" r:id="rId4"/>
  </p:sldIdLst>
  <p:sldSz cx="10160000" cy="7429500" type="custom"/>
  <p:notesSz cx="6858000" cy="9144000"/>
  <p:embeddedFontLst>
</p:embeddedFontLst>
</p:presentation>
</file>

<file path=ppt/_rels/presentation.xml.rels><?xml version="1.0" encoding="UTF-8" standalone="yes"?>
<Relationships xmlns="http://schemas.openxmlformats.org/package/2006/relationships">
<Relationship Id="rIdTh" Type="http://schemas.openxmlformats.org/officeDocument/2006/relationships/theme" Target="theme/theme1.xml"/>
<Relationship Id="rIdSm" Type="http://schemas.openxmlformats.org/officeDocument/2006/relationships/slideMaster" Target="slideMasters/slideMaster1.xml"/>
<Relationship Id="rId1" Type="http://schemas.openxmlformats.org/officeDocument/2006/relationships/slide" Target="slides/slide1.xml"/>
<Relationship Id="rId2" Type="http://schemas.openxmlformats.org/officeDocument/2006/relationships/slide" Target="slides/slide2.xml"/>
<Relationship Id="rId3" Type="http://schemas.openxmlformats.org/officeDocument/2006/relationships/slide" Target="slides/slide3.xml"/>
<Relationship Id="rId4" Type="http://schemas.openxmlformats.org/officeDocument/2006/relationships/slide" Target="slides/slide4.xml"/>
</Relationships>

</file>

<file path=ppt/slideLayouts/_rels/slideLayout1.xml.rels><?xml version="1.0" encoding="UTF-8" standalone="yes"?>
<Relationships xmlns="http://schemas.openxmlformats.org/package/2006/relationships">
<Relationship Id="rIdSm" Type="http://schemas.openxmlformats.org/officeDocument/2006/relationships/slideMaster" Target="../slideMasters/slideMaster1.xml"/>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<Relationship Id="rIdTh" Type="http://schemas.openxmlformats.org/officeDocument/2006/relationships/theme" Target="../theme/theme1.xml"/>
<Relationship Id="rIdSl" Type="http://schemas.openxmlformats.org/officeDocument/2006/relationships/slideLayout" Target="../slideLayouts/slideLayout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Sl"/>
  </p:sldLayoutIdLst>
</p:sldMaster>
</file>

<file path=ppt/slides/_rels/slide1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_rels/slide2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_rels/slide3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_rels/slide4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9383820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362709079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106818717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225189436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372985966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ERP)</a:t>
            </a:r>
          </a:p>
        </p:txBody>
      </p:sp>
      <p:sp>
        <p:nvSpPr>
          <p:cNvPr id="816555067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878948589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494468003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947364229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435521228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2094884427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992254638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054502854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763401441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2128839351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br/>
          </a:p>
        </p:txBody>
      </p:sp>
      <p:sp>
        <p:nvSpPr>
          <p:cNvPr id="1628280367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10/06</a:t>
            </a:r>
            <a:br/>
            <a:br/>
          </a:p>
        </p:txBody>
      </p:sp>
      <p:sp>
        <p:nvSpPr>
          <p:cNvPr id="214196631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[CO] 구분회계기준 비용의 1차원가요소 data 산출 프로그램 생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성 (ZCPR1050)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[CO] PP(Polypropylene) 제품별 원가내역 조회 Report 개발 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청(ZPCOR2030)</a:t>
            </a:r>
          </a:p>
        </p:txBody>
      </p:sp>
      <p:sp>
        <p:nvSpPr>
          <p:cNvPr id="1067178680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FI/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CO/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TR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강민경</a:t>
            </a:r>
          </a:p>
        </p:txBody>
      </p:sp>
      <p:sp>
        <p:nvSpPr>
          <p:cNvPr id="1561264582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FI/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CO/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TR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강민경</a:t>
            </a:r>
          </a:p>
        </p:txBody>
      </p:sp>
      <p:sp>
        <p:nvSpPr>
          <p:cNvPr id="1354647718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[CO] 수불리포트 데이터 분석(ZCOR6332)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[FI] 자산거래요청 결재요청 이슈 원인 분석 및 해결(ZFIR903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1N)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[FI] 결재요청 증빙 첨부 누락 관련 원인 분석 및 해결(ZEAM80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00)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[TR] 어음 결산 프로그램 성능 및 유지보수 (ZTRR1810, ZTRR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1830)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[FI] 20241분기 전표 데이터 다운로드</a:t>
            </a:r>
          </a:p>
        </p:txBody>
      </p:sp>
      <p:sp>
        <p:nvSpPr>
          <p:cNvPr id="2136556543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04/17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04/18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04/19</a:t>
            </a:r>
            <a:br/>
          </a:p>
        </p:txBody>
      </p:sp>
      <p:sp>
        <p:nvSpPr>
          <p:cNvPr id="511051958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04/17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04/18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04/19</a:t>
            </a:r>
            <a:br/>
          </a:p>
        </p:txBody>
      </p:sp>
      <p:sp>
        <p:nvSpPr>
          <p:cNvPr id="1003629455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04/17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04/18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04/19</a:t>
            </a:r>
            <a:br/>
          </a:p>
        </p:txBody>
      </p:sp>
      <p:sp>
        <p:nvSpPr>
          <p:cNvPr id="420196139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746082638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40230863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</a:p>
        </p:txBody>
      </p:sp>
      <p:sp>
        <p:nvSpPr>
          <p:cNvPr id="675349087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03/07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04/02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04/16</a:t>
            </a:r>
            <a:br/>
          </a:p>
        </p:txBody>
      </p:sp>
      <p:sp>
        <p:nvSpPr>
          <p:cNvPr id="1819775627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영업시설지원 시스템 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원유 구입 물품대 및 선박 관련 비용문서 Report 보완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SAP상 지급전표번호별 대상 수입신고번호 조회 리스트 조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회 기능 생성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HKMC 공급용 윤활유 완제품 재고 조회 관련</a:t>
            </a:r>
          </a:p>
        </p:txBody>
      </p:sp>
      <p:sp>
        <p:nvSpPr>
          <p:cNvPr id="40590442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MM/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TD/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김원기</a:t>
            </a:r>
          </a:p>
        </p:txBody>
      </p:sp>
      <p:sp>
        <p:nvSpPr>
          <p:cNvPr id="786194511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MM/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TD/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김원기</a:t>
            </a:r>
          </a:p>
        </p:txBody>
      </p:sp>
      <p:sp>
        <p:nvSpPr>
          <p:cNvPr id="238013489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영업시설지원 시스템 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발주변경 품의 시 계약보증 정보 SAP 업데이트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원유 구입 물품대 및 선박 관련 비용문서 Report 보완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SAP상 지급전표번호별 대상 수입신고번호 조회 리스트 조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회 기능 생성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HKMC 공급용 윤활유 완제품 재고 조회 관련</a:t>
            </a:r>
          </a:p>
        </p:txBody>
      </p:sp>
      <p:sp>
        <p:nvSpPr>
          <p:cNvPr id="1587344565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</a:p>
        </p:txBody>
      </p:sp>
      <p:sp>
        <p:nvSpPr>
          <p:cNvPr id="105671424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60%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30%</a:t>
            </a:r>
            <a:br/>
          </a:p>
        </p:txBody>
      </p:sp>
      <p:sp>
        <p:nvSpPr>
          <p:cNvPr id="1264565662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03/07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04/02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04/16</a:t>
            </a:r>
            <a:br/>
          </a:p>
        </p:txBody>
      </p:sp>
      <p:sp>
        <p:nvSpPr>
          <p:cNvPr id="1004650112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48352277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9143586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360351507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740038159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807419784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56282478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ERP)</a:t>
            </a:r>
          </a:p>
        </p:txBody>
      </p:sp>
      <p:sp>
        <p:nvSpPr>
          <p:cNvPr id="1924594590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584112991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286552516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498835030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477770356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2084228618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318197784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253387954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888669305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525814527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04/29</a:t>
            </a:r>
            <a:br/>
          </a:p>
        </p:txBody>
      </p:sp>
      <p:sp>
        <p:nvSpPr>
          <p:cNvPr id="82741091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04/23</a:t>
            </a:r>
            <a:br/>
          </a:p>
        </p:txBody>
      </p:sp>
      <p:sp>
        <p:nvSpPr>
          <p:cNvPr id="1477266616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SAP 시스템 정기 모니터링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SAP 시스템 이관 / 변경</a:t>
            </a:r>
          </a:p>
        </p:txBody>
      </p:sp>
      <p:sp>
        <p:nvSpPr>
          <p:cNvPr id="1040888006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BC/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박남신</a:t>
            </a:r>
          </a:p>
        </p:txBody>
      </p:sp>
      <p:sp>
        <p:nvSpPr>
          <p:cNvPr id="1955925524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BC/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박남신</a:t>
            </a:r>
          </a:p>
        </p:txBody>
      </p:sp>
      <p:sp>
        <p:nvSpPr>
          <p:cNvPr id="70277754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SAP 시스템 정기 모니터링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SAP 시스템 이관 /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ERP운영 현재 릴리즈 되어 수행중인 배치잡 리스트 취합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및 전달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SAP 고도화 프로젝트 관련 BW개발자 업무지원(삼성SDS)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2024년 1분기 계정 유효성 검증 대상서버 확인정리 및 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23년 노후 서버 교체, VM 이관 작업에 따른 서비스 점검 및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업무지원 ((구)ERP 조회용)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ERP운영/QA테스트 astm 환산 프로그램 download 전달 및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업무지원</a:t>
            </a:r>
          </a:p>
        </p:txBody>
      </p:sp>
      <p:sp>
        <p:nvSpPr>
          <p:cNvPr id="921349832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04/17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04/18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04/19</a:t>
            </a:r>
            <a:br/>
            <a:br/>
          </a:p>
        </p:txBody>
      </p:sp>
      <p:sp>
        <p:nvSpPr>
          <p:cNvPr id="1561175123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04/17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04/18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04/19</a:t>
            </a:r>
            <a:br/>
            <a:br/>
          </a:p>
        </p:txBody>
      </p:sp>
      <p:sp>
        <p:nvSpPr>
          <p:cNvPr id="28632136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04/16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04/12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04/18</a:t>
            </a:r>
            <a:br/>
            <a:br/>
          </a:p>
        </p:txBody>
      </p:sp>
      <p:sp>
        <p:nvSpPr>
          <p:cNvPr id="122785166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689190210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420943544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04/26</a:t>
            </a:r>
            <a:br/>
          </a:p>
        </p:txBody>
      </p:sp>
      <p:sp>
        <p:nvSpPr>
          <p:cNvPr id="1921112258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04/22</a:t>
            </a:r>
            <a:br/>
          </a:p>
        </p:txBody>
      </p:sp>
      <p:sp>
        <p:nvSpPr>
          <p:cNvPr id="2033649377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[계정관리] ERP 계정관리</a:t>
            </a:r>
          </a:p>
        </p:txBody>
      </p:sp>
      <p:sp>
        <p:nvSpPr>
          <p:cNvPr id="1785770602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계정관리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서상희</a:t>
            </a:r>
          </a:p>
        </p:txBody>
      </p:sp>
      <p:sp>
        <p:nvSpPr>
          <p:cNvPr id="824126396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계정관리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서상희</a:t>
            </a:r>
          </a:p>
        </p:txBody>
      </p:sp>
      <p:sp>
        <p:nvSpPr>
          <p:cNvPr id="1302639253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[계정관리] ERP 계정관리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Do it! 자바 완전 정복:10장 공부하기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Do it! 자바 완전 정복:11장 공부하기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Do it! 자바 완전 정복:12장 공부하기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Do it! 자바 완전 정복:13장 공부하기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Do it! 자바 완전 정복:14장 공부하기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Do it! 자바 완전 정복:15장 공부하기</a:t>
            </a:r>
          </a:p>
        </p:txBody>
      </p:sp>
      <p:sp>
        <p:nvSpPr>
          <p:cNvPr id="207992270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04/23</a:t>
            </a:r>
            <a:br/>
          </a:p>
        </p:txBody>
      </p:sp>
      <p:sp>
        <p:nvSpPr>
          <p:cNvPr id="1667868106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20%</a:t>
            </a:r>
            <a:br/>
          </a:p>
        </p:txBody>
      </p:sp>
      <p:sp>
        <p:nvSpPr>
          <p:cNvPr id="727916752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04/19</a:t>
            </a:r>
            <a:br/>
          </a:p>
        </p:txBody>
      </p:sp>
      <p:sp>
        <p:nvSpPr>
          <p:cNvPr id="1127943987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649477983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6471860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264722348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14270345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66814494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393604804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ERP)</a:t>
            </a:r>
          </a:p>
        </p:txBody>
      </p:sp>
      <p:sp>
        <p:nvSpPr>
          <p:cNvPr id="1717567293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502255767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113279046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341511249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224702448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852616099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996346194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982020184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314266582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431093143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  <a:br/>
          </a:p>
        </p:txBody>
      </p:sp>
      <p:sp>
        <p:nvSpPr>
          <p:cNvPr id="30327472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12/14</a:t>
            </a:r>
            <a:br/>
            <a:br/>
          </a:p>
        </p:txBody>
      </p:sp>
      <p:sp>
        <p:nvSpPr>
          <p:cNvPr id="2017290337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자산취득 장기 미정산 누락 방지를 위한 시스템 개선* WBS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요소 약정 관리를 위한 PR생성, 삭제 RFC Function 개발</a:t>
            </a:r>
          </a:p>
        </p:txBody>
      </p:sp>
      <p:sp>
        <p:nvSpPr>
          <p:cNvPr id="810590547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MM/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공장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오승룡</a:t>
            </a:r>
          </a:p>
        </p:txBody>
      </p:sp>
      <p:sp>
        <p:nvSpPr>
          <p:cNvPr id="643561347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MM/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공장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오승룡</a:t>
            </a:r>
          </a:p>
        </p:txBody>
      </p:sp>
      <p:sp>
        <p:nvSpPr>
          <p:cNvPr id="1366780602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자산취득 장기 미정산 누락 방지를 위한 시스템 개선* WBS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요소 약정 관리를 위한 PR생성, 삭제 RFC Function 개발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ZMMR4061 - 서비스 입력시트 -&gt; 서비스라인별 기성실적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상세 통지 조회 기능* W/O에 대한 통지, 이력통지 조회 기능 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가 </a:t>
            </a:r>
          </a:p>
        </p:txBody>
      </p:sp>
      <p:sp>
        <p:nvSpPr>
          <p:cNvPr id="1117417109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br/>
            <a:br/>
          </a:p>
        </p:txBody>
      </p:sp>
      <p:sp>
        <p:nvSpPr>
          <p:cNvPr id="2004157868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04/17</a:t>
            </a:r>
            <a:br/>
            <a:br/>
            <a:br/>
          </a:p>
        </p:txBody>
      </p:sp>
      <p:sp>
        <p:nvSpPr>
          <p:cNvPr id="241898286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12/14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04/11</a:t>
            </a:r>
            <a:br/>
            <a:br/>
            <a:br/>
          </a:p>
        </p:txBody>
      </p:sp>
      <p:sp>
        <p:nvSpPr>
          <p:cNvPr id="1680050915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969008180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710643030" name="Text">
    </p:cNvPr>
          <p:cNvSpPr>
            <a:spLocks noGrp="1"/>
          </p:cNvSpPr>
          <p:nvPr/>
        </p:nvSpPr>
        <p:spPr>
          <a:xfrm rot="0">
            <a:off x="9702800" y="3771900"/>
            <a:ext cx="3683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br/>
          </a:p>
        </p:txBody>
      </p:sp>
      <p:sp>
        <p:nvSpPr>
          <p:cNvPr id="2097088848" name="Text">
    </p:cNvPr>
          <p:cNvSpPr>
            <a:spLocks noGrp="1"/>
          </p:cNvSpPr>
          <p:nvPr/>
        </p:nvSpPr>
        <p:spPr>
          <a:xfrm rot="0">
            <a:off x="9334500" y="3771900"/>
            <a:ext cx="3683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04/22</a:t>
            </a:r>
            <a:br/>
            <a:br/>
          </a:p>
        </p:txBody>
      </p:sp>
      <p:sp>
        <p:nvSpPr>
          <p:cNvPr id="83095742" name="Text">
    </p:cNvPr>
          <p:cNvSpPr>
            <a:spLocks noGrp="1"/>
          </p:cNvSpPr>
          <p:nvPr/>
        </p:nvSpPr>
        <p:spPr>
          <a:xfrm rot="0">
            <a:off x="5930900" y="3771900"/>
            <a:ext cx="3403600" cy="24257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 출입관리시스템(안면인식)기록 자동 연동 구축 적용(5/1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)</a:t>
            </a:r>
          </a:p>
        </p:txBody>
      </p:sp>
      <p:sp>
        <p:nvSpPr>
          <p:cNvPr id="349094682" name="Text">
    </p:cNvPr>
          <p:cNvSpPr>
            <a:spLocks noGrp="1"/>
          </p:cNvSpPr>
          <p:nvPr/>
        </p:nvSpPr>
        <p:spPr>
          <a:xfrm rot="0">
            <a:off x="5308600" y="3771900"/>
            <a:ext cx="5715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HR/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Fiori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이상엽</a:t>
            </a:r>
          </a:p>
        </p:txBody>
      </p:sp>
      <p:sp>
        <p:nvSpPr>
          <p:cNvPr id="1653202408" name="Text">
    </p:cNvPr>
          <p:cNvSpPr>
            <a:spLocks noGrp="1"/>
          </p:cNvSpPr>
          <p:nvPr/>
        </p:nvSpPr>
        <p:spPr>
          <a:xfrm rot="0">
            <a:off x="88900" y="3771900"/>
            <a:ext cx="5715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HR/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Fiori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이상엽</a:t>
            </a:r>
          </a:p>
        </p:txBody>
      </p:sp>
      <p:sp>
        <p:nvSpPr>
          <p:cNvPr id="1715010912" name="Text">
    </p:cNvPr>
          <p:cNvSpPr>
            <a:spLocks noGrp="1"/>
          </p:cNvSpPr>
          <p:nvPr/>
        </p:nvSpPr>
        <p:spPr>
          <a:xfrm rot="0">
            <a:off x="711200" y="3771900"/>
            <a:ext cx="3403600" cy="24257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 경조금신청서의 기본급란 승호월 표기 기준 확인- 법적선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임자 위험물안전관리자 대리자 지정 관련 안내 메일 대상자 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외관련 로직 분석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 조직한계처리 문의 대응- 결재직위관리 코드 출력순서변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경관련 수작업 전송- [ITSM-107997]특근 과다 발생 예외 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용 메뉴 개발 및 최종 테스트- 생활안정자금 급여반영 누락 원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인조사 및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 [ITSM-110346] HCM - 발령 : 파견조직 오류 수정- [IT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SM-110326] 해외 출장비 신청서 내 출장기간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 [대주주감사 recommendation] SAP HCM alerting 설정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혹은 approval 설정 관련 시스템 분석 및 협의- 병가휴가 기간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수정 외 3건 데이터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 건강보험 연말정산 결과 업로드시 오류 문의- 주택자금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상환 및 생활자금 상환 입력기간 예외 문의 등 급여작업 지원 </a:t>
            </a:r>
          </a:p>
        </p:txBody>
      </p:sp>
      <p:sp>
        <p:nvSpPr>
          <p:cNvPr id="2102761241" name="Text">
    </p:cNvPr>
          <p:cNvSpPr>
            <a:spLocks noGrp="1"/>
          </p:cNvSpPr>
          <p:nvPr/>
        </p:nvSpPr>
        <p:spPr>
          <a:xfrm rot="0">
            <a:off x="4483100" y="3771900"/>
            <a:ext cx="3683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04/15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04/16</a:t>
            </a:r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04/17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04/18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04/19</a:t>
            </a:r>
            <a:br/>
            <a:br/>
          </a:p>
        </p:txBody>
      </p:sp>
      <p:sp>
        <p:nvSpPr>
          <p:cNvPr id="526470586" name="Text">
    </p:cNvPr>
          <p:cNvSpPr>
            <a:spLocks noGrp="1"/>
          </p:cNvSpPr>
          <p:nvPr/>
        </p:nvSpPr>
        <p:spPr>
          <a:xfrm rot="0">
            <a:off x="4851400" y="3771900"/>
            <a:ext cx="3683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04/15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04/16</a:t>
            </a:r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04/17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04/18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04/19</a:t>
            </a:r>
            <a:br/>
            <a:br/>
          </a:p>
        </p:txBody>
      </p:sp>
      <p:sp>
        <p:nvSpPr>
          <p:cNvPr id="866891043" name="Text">
    </p:cNvPr>
          <p:cNvSpPr>
            <a:spLocks noGrp="1"/>
          </p:cNvSpPr>
          <p:nvPr/>
        </p:nvSpPr>
        <p:spPr>
          <a:xfrm rot="0">
            <a:off x="4114800" y="3771900"/>
            <a:ext cx="3683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04/15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04/16</a:t>
            </a:r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04/17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04/18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04/19</a:t>
            </a:r>
            <a:br/>
            <a:br/>
          </a:p>
        </p:txBody>
      </p:sp>
      <p:sp>
        <p:nvSpPr>
          <p:cNvPr id="307858891" name="Text">
    </p:cNvPr>
          <p:cNvSpPr>
            <a:spLocks noGrp="1"/>
          </p:cNvSpPr>
          <p:nvPr/>
        </p:nvSpPr>
        <p:spPr>
          <a:xfrm rot="0">
            <a:off x="660400" y="3771900"/>
            <a:ext cx="34544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139092934" name="Text">
    </p:cNvPr>
          <p:cNvSpPr>
            <a:spLocks noGrp="1"/>
          </p:cNvSpPr>
          <p:nvPr/>
        </p:nvSpPr>
        <p:spPr>
          <a:xfrm rot="0">
            <a:off x="5880100" y="3771900"/>
            <a:ext cx="34544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9397789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940577228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719268560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202927812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072950166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ERP)</a:t>
            </a:r>
          </a:p>
        </p:txBody>
      </p:sp>
      <p:sp>
        <p:nvSpPr>
          <p:cNvPr id="131404757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782481547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635945941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091396904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860799847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564280785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673502598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44749199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537589256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356281943" name="Text">
    </p:cNvPr>
          <p:cNvSpPr>
            <a:spLocks noGrp="1"/>
          </p:cNvSpPr>
          <p:nvPr/>
        </p:nvSpPr>
        <p:spPr>
          <a:xfrm rot="0">
            <a:off x="9702800" y="1511300"/>
            <a:ext cx="3683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</a:p>
        </p:txBody>
      </p:sp>
      <p:sp>
        <p:nvSpPr>
          <p:cNvPr id="465179027" name="Text">
    </p:cNvPr>
          <p:cNvSpPr>
            <a:spLocks noGrp="1"/>
          </p:cNvSpPr>
          <p:nvPr/>
        </p:nvSpPr>
        <p:spPr>
          <a:xfrm rot="0">
            <a:off x="9334500" y="1511300"/>
            <a:ext cx="3683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04/18</a:t>
            </a:r>
            <a:br/>
          </a:p>
        </p:txBody>
      </p:sp>
      <p:sp>
        <p:nvSpPr>
          <p:cNvPr id="1330154946" name="Text">
    </p:cNvPr>
          <p:cNvSpPr>
            <a:spLocks noGrp="1"/>
          </p:cNvSpPr>
          <p:nvPr/>
        </p:nvSpPr>
        <p:spPr>
          <a:xfrm rot="0">
            <a:off x="5930900" y="1511300"/>
            <a:ext cx="3403600" cy="22733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HCM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HCM 급여 문의 응대 70%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생산직 주간과장 직책수당 관련 요청</a:t>
            </a:r>
          </a:p>
        </p:txBody>
      </p:sp>
      <p:sp>
        <p:nvSpPr>
          <p:cNvPr id="939886741" name="Text">
    </p:cNvPr>
          <p:cNvSpPr>
            <a:spLocks noGrp="1"/>
          </p:cNvSpPr>
          <p:nvPr/>
        </p:nvSpPr>
        <p:spPr>
          <a:xfrm rot="0">
            <a:off x="5308600" y="1511300"/>
            <a:ext cx="5715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HR/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최연화</a:t>
            </a:r>
          </a:p>
        </p:txBody>
      </p:sp>
      <p:sp>
        <p:nvSpPr>
          <p:cNvPr id="1312622356" name="Text">
    </p:cNvPr>
          <p:cNvSpPr>
            <a:spLocks noGrp="1"/>
          </p:cNvSpPr>
          <p:nvPr/>
        </p:nvSpPr>
        <p:spPr>
          <a:xfrm rot="0">
            <a:off x="88900" y="1511300"/>
            <a:ext cx="5715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HR/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최연화</a:t>
            </a:r>
          </a:p>
        </p:txBody>
      </p:sp>
      <p:sp>
        <p:nvSpPr>
          <p:cNvPr id="88121801" name="Text">
    </p:cNvPr>
          <p:cNvSpPr>
            <a:spLocks noGrp="1"/>
          </p:cNvSpPr>
          <p:nvPr/>
        </p:nvSpPr>
        <p:spPr>
          <a:xfrm rot="0">
            <a:off x="711200" y="1511300"/>
            <a:ext cx="3403600" cy="22733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복리후생 중식비 예외신청메뉴 - 프로젝트(공장) 추가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퇴직월급여명세서 내 과세소득총액 표기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휴먼에러 방지 위해 직위 표기란에 직위/직책 함께 표기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 법적선임자 위험물안전관리자 대리자 지정 관련 안내 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일 대상자 제외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 발령품의 관리 관련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권한 분리에 따른 오류 조치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생산직 주간과장 직책수당 관련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HCM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HCM 급여 문의 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 국내출장비 신청서 Cost Center 변경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특근확인서 및 특근명령서 내역 삭제 요청</a:t>
            </a:r>
          </a:p>
        </p:txBody>
      </p:sp>
      <p:sp>
        <p:nvSpPr>
          <p:cNvPr id="242027070" name="Text">
    </p:cNvPr>
          <p:cNvSpPr>
            <a:spLocks noGrp="1"/>
          </p:cNvSpPr>
          <p:nvPr/>
        </p:nvSpPr>
        <p:spPr>
          <a:xfrm rot="0">
            <a:off x="4483100" y="1511300"/>
            <a:ext cx="3683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</a:p>
        </p:txBody>
      </p:sp>
      <p:sp>
        <p:nvSpPr>
          <p:cNvPr id="448297542" name="Text">
    </p:cNvPr>
          <p:cNvSpPr>
            <a:spLocks noGrp="1"/>
          </p:cNvSpPr>
          <p:nvPr/>
        </p:nvSpPr>
        <p:spPr>
          <a:xfrm rot="0">
            <a:off x="4851400" y="1511300"/>
            <a:ext cx="3683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4/18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4/15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4/19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4/15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4/15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4/15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4/19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70%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4/18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4/15</a:t>
            </a:r>
            <a:br/>
          </a:p>
        </p:txBody>
      </p:sp>
      <p:sp>
        <p:nvSpPr>
          <p:cNvPr id="1016847266" name="Text">
    </p:cNvPr>
          <p:cNvSpPr>
            <a:spLocks noGrp="1"/>
          </p:cNvSpPr>
          <p:nvPr/>
        </p:nvSpPr>
        <p:spPr>
          <a:xfrm rot="0">
            <a:off x="4114800" y="1511300"/>
            <a:ext cx="3683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04/03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04/09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04/15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04/15</a:t>
            </a:r>
            <a:br/>
          </a:p>
        </p:txBody>
      </p:sp>
      <p:sp>
        <p:nvSpPr>
          <p:cNvPr id="1012235025" name="Text">
    </p:cNvPr>
          <p:cNvSpPr>
            <a:spLocks noGrp="1"/>
          </p:cNvSpPr>
          <p:nvPr/>
        </p:nvSpPr>
        <p:spPr>
          <a:xfrm rot="0">
            <a:off x="660400" y="1511300"/>
            <a:ext cx="34544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519364703" name="Text">
    </p:cNvPr>
          <p:cNvSpPr>
            <a:spLocks noGrp="1"/>
          </p:cNvSpPr>
          <p:nvPr/>
        </p:nvSpPr>
        <p:spPr>
          <a:xfrm rot="0">
            <a:off x="5880100" y="1511300"/>
            <a:ext cx="34544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54296834" name="Text">
    </p:cNvPr>
          <p:cNvSpPr>
            <a:spLocks noGrp="1"/>
          </p:cNvSpPr>
          <p:nvPr/>
        </p:nvSpPr>
        <p:spPr>
          <a:xfrm rot="0">
            <a:off x="9702800" y="37846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br/>
          </a:p>
        </p:txBody>
      </p:sp>
      <p:sp>
        <p:nvSpPr>
          <p:cNvPr id="1637358604" name="Text">
    </p:cNvPr>
          <p:cNvSpPr>
            <a:spLocks noGrp="1"/>
          </p:cNvSpPr>
          <p:nvPr/>
        </p:nvSpPr>
        <p:spPr>
          <a:xfrm rot="0">
            <a:off x="9334500" y="37846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02/19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04/15</a:t>
            </a:r>
            <a:br/>
            <a:br/>
          </a:p>
        </p:txBody>
      </p:sp>
      <p:sp>
        <p:nvSpPr>
          <p:cNvPr id="1979870941" name="Text">
    </p:cNvPr>
          <p:cNvSpPr>
            <a:spLocks noGrp="1"/>
          </p:cNvSpPr>
          <p:nvPr/>
        </p:nvSpPr>
        <p:spPr>
          <a:xfrm rot="0">
            <a:off x="5930900" y="37846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ITSM-107407자영대리점 거래처 관리업무 간소화 추진(1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차)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ITSM-110195ZSDR 9301 승인시 반복적인 사번 및 비밀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번호 재입력 생략 요청</a:t>
            </a:r>
          </a:p>
        </p:txBody>
      </p:sp>
      <p:sp>
        <p:nvSpPr>
          <p:cNvPr id="1375268624" name="Text">
    </p:cNvPr>
          <p:cNvSpPr>
            <a:spLocks noGrp="1"/>
          </p:cNvSpPr>
          <p:nvPr/>
        </p:nvSpPr>
        <p:spPr>
          <a:xfrm rot="0">
            <a:off x="5308600" y="37846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TD/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SD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최진우</a:t>
            </a:r>
          </a:p>
        </p:txBody>
      </p:sp>
      <p:sp>
        <p:nvSpPr>
          <p:cNvPr id="917192892" name="Text">
    </p:cNvPr>
          <p:cNvSpPr>
            <a:spLocks noGrp="1"/>
          </p:cNvSpPr>
          <p:nvPr/>
        </p:nvSpPr>
        <p:spPr>
          <a:xfrm rot="0">
            <a:off x="88900" y="37846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TD/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SD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최진우</a:t>
            </a:r>
          </a:p>
        </p:txBody>
      </p:sp>
      <p:sp>
        <p:nvSpPr>
          <p:cNvPr id="393363993" name="Text">
    </p:cNvPr>
          <p:cNvSpPr>
            <a:spLocks noGrp="1"/>
          </p:cNvSpPr>
          <p:nvPr/>
        </p:nvSpPr>
        <p:spPr>
          <a:xfrm rot="0">
            <a:off x="711200" y="37846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ITSM-107407자영대리점 거래처 관리업무 간소화 추진(1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차)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ITSM-110195ZSDR 9301 승인시 반복적인 사번 및 비밀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번호 재입력 생략 요청</a:t>
            </a:r>
          </a:p>
        </p:txBody>
      </p:sp>
      <p:sp>
        <p:nvSpPr>
          <p:cNvPr id="1919132332" name="Text">
    </p:cNvPr>
          <p:cNvSpPr>
            <a:spLocks noGrp="1"/>
          </p:cNvSpPr>
          <p:nvPr/>
        </p:nvSpPr>
        <p:spPr>
          <a:xfrm rot="0">
            <a:off x="4483100" y="37846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br/>
          </a:p>
        </p:txBody>
      </p:sp>
      <p:sp>
        <p:nvSpPr>
          <p:cNvPr id="1685410719" name="Text">
    </p:cNvPr>
          <p:cNvSpPr>
            <a:spLocks noGrp="1"/>
          </p:cNvSpPr>
          <p:nvPr/>
        </p:nvSpPr>
        <p:spPr>
          <a:xfrm rot="0">
            <a:off x="4851400" y="37846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</a:p>
        </p:txBody>
      </p:sp>
      <p:sp>
        <p:nvSpPr>
          <p:cNvPr id="146231565" name="Text">
    </p:cNvPr>
          <p:cNvSpPr>
            <a:spLocks noGrp="1"/>
          </p:cNvSpPr>
          <p:nvPr/>
        </p:nvSpPr>
        <p:spPr>
          <a:xfrm rot="0">
            <a:off x="4114800" y="37846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02/19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04/15</a:t>
            </a:r>
            <a:br/>
            <a:br/>
          </a:p>
        </p:txBody>
      </p:sp>
      <p:sp>
        <p:nvSpPr>
          <p:cNvPr id="231782536" name="Text">
    </p:cNvPr>
          <p:cNvSpPr>
            <a:spLocks noGrp="1"/>
          </p:cNvSpPr>
          <p:nvPr/>
        </p:nvSpPr>
        <p:spPr>
          <a:xfrm rot="0">
            <a:off x="660400" y="37846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648954716" name="Text">
    </p:cNvPr>
          <p:cNvSpPr>
            <a:spLocks noGrp="1"/>
          </p:cNvSpPr>
          <p:nvPr/>
        </p:nvSpPr>
        <p:spPr>
          <a:xfrm rot="0">
            <a:off x="5880100" y="37846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BF0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>
  <Application>JasperReports Library version 6.20.0-2bc7ab61c56f459e8176eb05c7705e145cd400ad</Application>
</Properties>
</file>

<file path=docProps/core.xml><?xml version="1.0" encoding="utf-8"?>
<coreProperties xmlns="http://schemas.openxmlformats.org/package/2006/metadata/core-properties" xmlns:cp="http://schemas.openxmlformats.org/package/2006/metadata/core-properties" xmlns:dc="http://purl.org/dc/elements/1.1/" xmlns:dcterms="http://purl.org/dc/terms/" xmlns:xsi="http://www.w3.org/2001/XMLSchema-instance">
</coreProperties>
</file>