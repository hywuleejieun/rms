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[2024.04.16 ~ 2024.04.22]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4월 3주차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