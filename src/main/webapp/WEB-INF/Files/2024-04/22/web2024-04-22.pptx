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66984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788641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26528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607968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329807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591454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215639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818108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37155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2225509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299231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08660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223827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285036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537406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96201378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152410921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ITSM-110191 e-Biz CI 시설관리(협력사용) 검수요청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회수 버튼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ITSM-110437 e-Biz 가격등록 메뉴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ITSM-110481 법인카드(임원 체력단련비) 정산 관련,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원복요청</a:t>
            </a:r>
          </a:p>
        </p:txBody>
      </p:sp>
      <p:sp>
        <p:nvSpPr>
          <p:cNvPr id="33675665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8047775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7172946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ITSM-109651 e-Biz 접속화면에 에쓰오일 사보 게재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ITSM-110081 e-Biz 주문등록 메뉴 담당자 조회필터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ITSM-110191 e-Biz CI 시설관리(협력사용) 검수요청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회수 버튼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ITSM-110437 e-Biz 가격등록 메뉴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ITSM-110481 법인카드(임원 체력단련비) 정산 관련,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원복요청</a:t>
            </a:r>
          </a:p>
        </p:txBody>
      </p:sp>
      <p:sp>
        <p:nvSpPr>
          <p:cNvPr id="21126050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20127879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88117847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67098691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232943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595554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31038558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18692665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</a:p>
        </p:txBody>
      </p:sp>
      <p:sp>
        <p:nvSpPr>
          <p:cNvPr id="15842265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8268840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4340923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Comment 리스트 작업</a:t>
            </a:r>
          </a:p>
        </p:txBody>
      </p:sp>
      <p:sp>
        <p:nvSpPr>
          <p:cNvPr id="100811206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06272834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67831630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141487436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804613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3340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9135156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68957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299095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016381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158161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55125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62756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261683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361750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619414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7397645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7054420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1570432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9551684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33265454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15702365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122883780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31937422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52696558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183406095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474143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512030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3490577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445323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481683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25045224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42749062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29849221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9427113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456836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ITSM-105389 상태 변경ITSM-110269 데이터작업서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ITSM-110160 견적서 삭제ITSM-110103 배포 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IOS key 및 profile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ITSM-87269 변경요청서 삭제ITSM-102699 견적서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제ITSM-97993 변경요청서 삭제</a:t>
            </a:r>
          </a:p>
        </p:txBody>
      </p:sp>
      <p:sp>
        <p:nvSpPr>
          <p:cNvPr id="122303302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77574095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77938002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195690807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70736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9281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3998247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286437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9629615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8008158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871864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65246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2441350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87466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193205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05268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209728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9895074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9008853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47834714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376387045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1252731659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1606717403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98748030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144929894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'CCS 사전점검' 재수행 및 정상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ZEAM8200 자료 중 첫 루프 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시하는 로직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외화지급계좌' 작업 SAP 작성 데이터 로그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및 해당 결재이미지 저장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IAM 서버 유효성검증 접속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'#1 회계지급전표' 작업 건 1개일 경우 스크립트 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러 발생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'rpa01' 계정 패스워드 만료 예외자 처리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담당자 복직. RPA 작업 프로세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 재안내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'#2 회계지급계좌' 작업 추가수행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'LPG팀-자가수송비 정산' 작업 업무 프로세스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인터뷰 및 시현 영상 재확인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IIB7환경 설정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작업 모니터링</a:t>
            </a:r>
          </a:p>
        </p:txBody>
      </p:sp>
      <p:sp>
        <p:nvSpPr>
          <p:cNvPr id="1474209433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740250094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561876215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759551036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4141527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5404509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64941529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872990944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</a:p>
        </p:txBody>
      </p:sp>
      <p:sp>
        <p:nvSpPr>
          <p:cNvPr id="1698674284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14071761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013724085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휴먼에러 방지 위해 직위 표기란에 직위/직책 함께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표기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</a:p>
        </p:txBody>
      </p:sp>
      <p:sp>
        <p:nvSpPr>
          <p:cNvPr id="197215431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324345605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214360143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</a:p>
        </p:txBody>
      </p:sp>
      <p:sp>
        <p:nvSpPr>
          <p:cNvPr id="1138904887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7614960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24288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444312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973874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986401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727690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060562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596643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6549961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7810180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052986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086867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73277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9668081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751006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0596164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67877689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2639748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메뉴(작업계획서)		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</a:p>
        </p:txBody>
      </p:sp>
      <p:sp>
        <p:nvSpPr>
          <p:cNvPr id="115845511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3684918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7390619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		-&gt; 프로시저 수정,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ITSM-110097작업 정산서 팝업 창 전체 화면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ITSM-110156, ITSM-110292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ITSM-110176, ITSM-110042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ITSM-110349, ITSM-110353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ITSM-110416, ITSM-110333, ITSM-110413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ITSM-110436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ITSM-110438, ITSM-110097, ITSM-110467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ITSM-110489, ITSM-110482</a:t>
            </a:r>
          </a:p>
        </p:txBody>
      </p:sp>
      <p:sp>
        <p:nvSpPr>
          <p:cNvPr id="152317215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207398541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8519212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</a:p>
        </p:txBody>
      </p:sp>
      <p:sp>
        <p:nvSpPr>
          <p:cNvPr id="14127440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10887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2564377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206587295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05/15</a:t>
            </a:r>
            <a:br/>
          </a:p>
        </p:txBody>
      </p:sp>
      <p:sp>
        <p:nvSpPr>
          <p:cNvPr id="892793818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ITSM-110343 ERM 시스템 기능 추가 요청</a:t>
            </a:r>
          </a:p>
        </p:txBody>
      </p:sp>
      <p:sp>
        <p:nvSpPr>
          <p:cNvPr id="1976609096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343541234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335670168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부서지침서 '회전기계 PM 지침(MET-M-0101)' 개정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및 재개정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SOM-2-100과 SOM-2-090의 첨부서식을 수정. 문서번호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순서대로 정렬 요청.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정기적검토-개정대상 첨부파일 미등록으로 인해 CP 연계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오류 발생 확인 및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프로젝트QA2팀 WBS 코드 업데이트 및 전표생성 재처리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관련 리스크 오너 변경 사항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ERS_CP 개정오류 확인 및 재처리, CP 공지 사항 게시 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도록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SHE DB 연계 RI 배치관련 오류 확인 및 수동 스케줄러 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행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profile 변경에 따른 RA 반영 요청 </a:t>
            </a:r>
          </a:p>
        </p:txBody>
      </p:sp>
      <p:sp>
        <p:nvSpPr>
          <p:cNvPr id="1295394706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037847957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270967939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641755158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7914632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6763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716260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775860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6668958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321805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253873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586027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51524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35889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6759611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69334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6433077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0578109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7262870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6505943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  <a:br/>
            <a:br/>
          </a:p>
        </p:txBody>
      </p:sp>
      <p:sp>
        <p:nvSpPr>
          <p:cNvPr id="2117963432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</a:p>
        </p:txBody>
      </p:sp>
      <p:sp>
        <p:nvSpPr>
          <p:cNvPr id="86458410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</a:p>
        </p:txBody>
      </p:sp>
      <p:sp>
        <p:nvSpPr>
          <p:cNvPr id="1728550486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76553494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91491445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대구지사 요청 :  회수 ERP 연계 데이터 취소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멤버십 요청 : 제휴처 회수 데이터 관련 제휴처 코드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내부 감사 개선 내역 中- GCMS 사외 보관 재고를 구분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할 수 있게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개발서버 (HQWMSDEV01) SSL 적용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삼성 SDS 인력 VDI 개발 서버 접근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HQWMSDBN1/2 서버 교체 이관 작업 관련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Controller 검토 품의서 관련 시나리오 정상데이터 시나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리오 추출 오류 관련 확인 요청</a:t>
            </a:r>
          </a:p>
        </p:txBody>
      </p:sp>
      <p:sp>
        <p:nvSpPr>
          <p:cNvPr id="1835615505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</a:p>
        </p:txBody>
      </p:sp>
      <p:sp>
        <p:nvSpPr>
          <p:cNvPr id="914869196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04/16</a:t>
            </a:r>
            <a:br/>
            <a:br/>
          </a:p>
        </p:txBody>
      </p:sp>
      <p:sp>
        <p:nvSpPr>
          <p:cNvPr id="553818205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br/>
          </a:p>
        </p:txBody>
      </p:sp>
      <p:sp>
        <p:nvSpPr>
          <p:cNvPr id="1894282969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0593688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00101534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789540184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</a:p>
        </p:txBody>
      </p:sp>
      <p:sp>
        <p:nvSpPr>
          <p:cNvPr id="1497877098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품질성적서 내 컬럼 필터 미적용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쿼리문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(2) VOC 목록 내 종료일 추가 &amp; '종료일' 검색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모의해킹 취약점 조치 개선 (XSS)</a:t>
            </a:r>
          </a:p>
        </p:txBody>
      </p:sp>
      <p:sp>
        <p:nvSpPr>
          <p:cNvPr id="2034879358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23651493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35450704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품질성적서 내 컬럼 필터 미적용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(1) 처리 및 관리 페이지 내 고객정보 Like 쿼리문 제거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(2) VOC 목록 내 종료일 추가 &amp; '종료일' 검색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모의해킹 취약점 조치 개선 (XSS)</a:t>
            </a:r>
          </a:p>
        </p:txBody>
      </p:sp>
      <p:sp>
        <p:nvSpPr>
          <p:cNvPr id="101281167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824988683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672623536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</a:p>
        </p:txBody>
      </p:sp>
      <p:sp>
        <p:nvSpPr>
          <p:cNvPr id="1426376425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3973715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2286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830341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76843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3803757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0649122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795279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3255736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88867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935743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640829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0928599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677707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706587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0342710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416307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</a:p>
        </p:txBody>
      </p:sp>
      <p:sp>
        <p:nvSpPr>
          <p:cNvPr id="155157348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</a:p>
        </p:txBody>
      </p:sp>
      <p:sp>
        <p:nvSpPr>
          <p:cNvPr id="11755113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인수인계</a:t>
            </a:r>
          </a:p>
        </p:txBody>
      </p:sp>
      <p:sp>
        <p:nvSpPr>
          <p:cNvPr id="54543042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6729551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019631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인수인계</a:t>
            </a:r>
          </a:p>
        </p:txBody>
      </p:sp>
      <p:sp>
        <p:nvSpPr>
          <p:cNvPr id="130561763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203372978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90361998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</a:p>
        </p:txBody>
      </p:sp>
      <p:sp>
        <p:nvSpPr>
          <p:cNvPr id="195675179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002579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