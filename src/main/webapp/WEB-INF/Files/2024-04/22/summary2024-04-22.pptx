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539032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754125630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0256002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6040326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9327310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65185908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1727806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799216014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138410427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65944105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21724180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919810770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696098790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02996239" name="Frame"/>
          <p:cNvSpPr>
            <a:spLocks noGrp="1"/>
          </p:cNvSpPr>
          <p:nvPr/>
        </p:nvSpPr>
        <p:spPr>
          <a:xfrm>
            <a:off x="25400" y="52197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191868792" name="Text">
    </p:cNvPr>
          <p:cNvSpPr>
            <a:spLocks noGrp="1"/>
          </p:cNvSpPr>
          <p:nvPr/>
        </p:nvSpPr>
        <p:spPr>
          <a:xfrm rot="0">
            <a:off x="152400" y="5245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751156457" name="Text">
    </p:cNvPr>
          <p:cNvSpPr>
            <a:spLocks noGrp="1"/>
          </p:cNvSpPr>
          <p:nvPr/>
        </p:nvSpPr>
        <p:spPr>
          <a:xfrm rot="0">
            <a:off x="6451600" y="5778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18163802" name="Text">
    </p:cNvPr>
          <p:cNvSpPr>
            <a:spLocks noGrp="1"/>
          </p:cNvSpPr>
          <p:nvPr/>
        </p:nvSpPr>
        <p:spPr>
          <a:xfrm rot="0">
            <a:off x="2057400" y="5778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7651170" name="Text">
    </p:cNvPr>
          <p:cNvSpPr>
            <a:spLocks noGrp="1"/>
          </p:cNvSpPr>
          <p:nvPr/>
        </p:nvSpPr>
        <p:spPr>
          <a:xfrm rot="0">
            <a:off x="101600" y="5778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29699675" name="Text">
    </p:cNvPr>
          <p:cNvSpPr>
            <a:spLocks noGrp="1"/>
          </p:cNvSpPr>
          <p:nvPr/>
        </p:nvSpPr>
        <p:spPr>
          <a:xfrm rot="0">
            <a:off x="101600" y="5537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932073358" name="Text">
    </p:cNvPr>
          <p:cNvSpPr>
            <a:spLocks noGrp="1"/>
          </p:cNvSpPr>
          <p:nvPr/>
        </p:nvSpPr>
        <p:spPr>
          <a:xfrm rot="0">
            <a:off x="2057400" y="5537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835742196" name="Text">
    </p:cNvPr>
          <p:cNvSpPr>
            <a:spLocks noGrp="1"/>
          </p:cNvSpPr>
          <p:nvPr/>
        </p:nvSpPr>
        <p:spPr>
          <a:xfrm rot="0">
            <a:off x="6451600" y="5537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91493846" name="Text">
    </p:cNvPr>
          <p:cNvSpPr>
            <a:spLocks noGrp="1"/>
          </p:cNvSpPr>
          <p:nvPr/>
        </p:nvSpPr>
        <p:spPr>
          <a:xfrm rot="0">
            <a:off x="101600" y="6070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42697832" name="Text">
    </p:cNvPr>
          <p:cNvSpPr>
            <a:spLocks noGrp="1"/>
          </p:cNvSpPr>
          <p:nvPr/>
        </p:nvSpPr>
        <p:spPr>
          <a:xfrm rot="0">
            <a:off x="6451600" y="6070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0324161" name="Text">
    </p:cNvPr>
          <p:cNvSpPr>
            <a:spLocks noGrp="1"/>
          </p:cNvSpPr>
          <p:nvPr/>
        </p:nvSpPr>
        <p:spPr>
          <a:xfrm rot="0">
            <a:off x="2057400" y="6070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7742537" name="Text">
    </p:cNvPr>
          <p:cNvSpPr>
            <a:spLocks noGrp="1"/>
          </p:cNvSpPr>
          <p:nvPr/>
        </p:nvSpPr>
        <p:spPr>
          <a:xfrm rot="0">
            <a:off x="1244600" y="6070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6937434" name="Text">
    </p:cNvPr>
          <p:cNvSpPr>
            <a:spLocks noGrp="1"/>
          </p:cNvSpPr>
          <p:nvPr/>
        </p:nvSpPr>
        <p:spPr>
          <a:xfrm rot="0">
            <a:off x="1244600" y="5778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8249835" name="Text">
    </p:cNvPr>
          <p:cNvSpPr>
            <a:spLocks noGrp="1"/>
          </p:cNvSpPr>
          <p:nvPr/>
        </p:nvSpPr>
        <p:spPr>
          <a:xfrm rot="0">
            <a:off x="1244600" y="5537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828917288" name="Text">
    </p:cNvPr>
          <p:cNvSpPr>
            <a:spLocks noGrp="1"/>
          </p:cNvSpPr>
          <p:nvPr/>
        </p:nvSpPr>
        <p:spPr>
          <a:xfrm rot="0">
            <a:off x="8102600" y="6070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16623506" name="Text">
    </p:cNvPr>
          <p:cNvSpPr>
            <a:spLocks noGrp="1"/>
          </p:cNvSpPr>
          <p:nvPr/>
        </p:nvSpPr>
        <p:spPr>
          <a:xfrm rot="0">
            <a:off x="8102600" y="5537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861827107" name="Text">
    </p:cNvPr>
          <p:cNvSpPr>
            <a:spLocks noGrp="1"/>
          </p:cNvSpPr>
          <p:nvPr/>
        </p:nvSpPr>
        <p:spPr>
          <a:xfrm rot="0">
            <a:off x="8102600" y="5778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4119129" name="Frame"/>
          <p:cNvSpPr>
            <a:spLocks noGrp="1"/>
          </p:cNvSpPr>
          <p:nvPr/>
        </p:nvSpPr>
        <p:spPr>
          <a:xfrm>
            <a:off x="101600" y="3111500"/>
            <a:ext cx="9779000" cy="194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34543520" name="Text">
    </p:cNvPr>
          <p:cNvSpPr>
            <a:spLocks noGrp="1"/>
          </p:cNvSpPr>
          <p:nvPr/>
        </p:nvSpPr>
        <p:spPr>
          <a:xfrm rot="0">
            <a:off x="165100" y="31750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22601481" name="Text">
    </p:cNvPr>
          <p:cNvSpPr>
            <a:spLocks noGrp="1"/>
          </p:cNvSpPr>
          <p:nvPr/>
        </p:nvSpPr>
        <p:spPr>
          <a:xfrm rot="0">
            <a:off x="152400" y="31369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403336485" name="Text">
    </p:cNvPr>
          <p:cNvSpPr>
            <a:spLocks noGrp="1"/>
          </p:cNvSpPr>
          <p:nvPr/>
        </p:nvSpPr>
        <p:spPr>
          <a:xfrm rot="0">
            <a:off x="165100" y="33909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134484036" name="Text">
    </p:cNvPr>
          <p:cNvSpPr>
            <a:spLocks noGrp="1"/>
          </p:cNvSpPr>
          <p:nvPr/>
        </p:nvSpPr>
        <p:spPr>
          <a:xfrm rot="0">
            <a:off x="901700" y="33909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10139726" name="Text">
    </p:cNvPr>
          <p:cNvSpPr>
            <a:spLocks noGrp="1"/>
          </p:cNvSpPr>
          <p:nvPr/>
        </p:nvSpPr>
        <p:spPr>
          <a:xfrm rot="0">
            <a:off x="5549900" y="33909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604308867" name="Text">
    </p:cNvPr>
          <p:cNvSpPr>
            <a:spLocks noGrp="1"/>
          </p:cNvSpPr>
          <p:nvPr/>
        </p:nvSpPr>
        <p:spPr>
          <a:xfrm rot="0">
            <a:off x="6121400" y="33909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637126474" name="Frame"/>
          <p:cNvSpPr>
            <a:spLocks noGrp="1"/>
          </p:cNvSpPr>
          <p:nvPr/>
        </p:nvSpPr>
        <p:spPr>
          <a:xfrm>
            <a:off x="165100" y="44323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68465483" name="Text">
    </p:cNvPr>
          <p:cNvSpPr>
            <a:spLocks noGrp="1"/>
          </p:cNvSpPr>
          <p:nvPr/>
        </p:nvSpPr>
        <p:spPr>
          <a:xfrm rot="0">
            <a:off x="165100" y="4406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429505353" name="Text">
    </p:cNvPr>
          <p:cNvSpPr>
            <a:spLocks noGrp="1"/>
          </p:cNvSpPr>
          <p:nvPr/>
        </p:nvSpPr>
        <p:spPr>
          <a:xfrm rot="0">
            <a:off x="965200" y="44577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[ERM] ITSM-110343 ERM 시스템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</a:p>
        </p:txBody>
      </p:sp>
      <p:sp>
        <p:nvSpPr>
          <p:cNvPr id="953916462" name="Text">
    </p:cNvPr>
          <p:cNvSpPr>
            <a:spLocks noGrp="1"/>
          </p:cNvSpPr>
          <p:nvPr/>
        </p:nvSpPr>
        <p:spPr>
          <a:xfrm rot="0">
            <a:off x="7239000" y="44577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08487400" name="Text">
    </p:cNvPr>
          <p:cNvSpPr>
            <a:spLocks noGrp="1"/>
          </p:cNvSpPr>
          <p:nvPr/>
        </p:nvSpPr>
        <p:spPr>
          <a:xfrm rot="0">
            <a:off x="5549900" y="44577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</a:p>
        </p:txBody>
      </p:sp>
      <p:sp>
        <p:nvSpPr>
          <p:cNvPr id="1087001328" name="Text">
    </p:cNvPr>
          <p:cNvSpPr>
            <a:spLocks noGrp="1"/>
          </p:cNvSpPr>
          <p:nvPr/>
        </p:nvSpPr>
        <p:spPr>
          <a:xfrm rot="0">
            <a:off x="901700" y="4406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0087763" name="Text">
    </p:cNvPr>
          <p:cNvSpPr>
            <a:spLocks noGrp="1"/>
          </p:cNvSpPr>
          <p:nvPr/>
        </p:nvSpPr>
        <p:spPr>
          <a:xfrm rot="0">
            <a:off x="6121400" y="4406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9260682" name="Text">
    </p:cNvPr>
          <p:cNvSpPr>
            <a:spLocks noGrp="1"/>
          </p:cNvSpPr>
          <p:nvPr/>
        </p:nvSpPr>
        <p:spPr>
          <a:xfrm rot="0">
            <a:off x="5549900" y="4406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36133229" name="Frame"/>
          <p:cNvSpPr>
            <a:spLocks noGrp="1"/>
          </p:cNvSpPr>
          <p:nvPr/>
        </p:nvSpPr>
        <p:spPr>
          <a:xfrm>
            <a:off x="165100" y="37338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797817847" name="Text">
    </p:cNvPr>
          <p:cNvSpPr>
            <a:spLocks noGrp="1"/>
          </p:cNvSpPr>
          <p:nvPr/>
        </p:nvSpPr>
        <p:spPr>
          <a:xfrm rot="0">
            <a:off x="165100" y="37338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425625895" name="Text">
    </p:cNvPr>
          <p:cNvSpPr>
            <a:spLocks noGrp="1"/>
          </p:cNvSpPr>
          <p:nvPr/>
        </p:nvSpPr>
        <p:spPr>
          <a:xfrm rot="0">
            <a:off x="965200" y="38100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PP(Polypropylene) 제품별 원가내역 조회 Report 개발 요청(ZPCOR2030)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ITSM-107407 자영대리점 거래처 관리업무 간소화 추진(1차)</a:t>
            </a:r>
          </a:p>
        </p:txBody>
      </p:sp>
      <p:sp>
        <p:nvSpPr>
          <p:cNvPr id="1038337244" name="Text">
    </p:cNvPr>
          <p:cNvSpPr>
            <a:spLocks noGrp="1"/>
          </p:cNvSpPr>
          <p:nvPr/>
        </p:nvSpPr>
        <p:spPr>
          <a:xfrm rot="0">
            <a:off x="7239000" y="38100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95059782" name="Text">
    </p:cNvPr>
          <p:cNvSpPr>
            <a:spLocks noGrp="1"/>
          </p:cNvSpPr>
          <p:nvPr/>
        </p:nvSpPr>
        <p:spPr>
          <a:xfrm rot="0">
            <a:off x="5549900" y="38100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</a:p>
        </p:txBody>
      </p:sp>
      <p:sp>
        <p:nvSpPr>
          <p:cNvPr id="1392906880" name="Text">
    </p:cNvPr>
          <p:cNvSpPr>
            <a:spLocks noGrp="1"/>
          </p:cNvSpPr>
          <p:nvPr/>
        </p:nvSpPr>
        <p:spPr>
          <a:xfrm rot="0">
            <a:off x="901700" y="37338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08099500" name="Text">
    </p:cNvPr>
          <p:cNvSpPr>
            <a:spLocks noGrp="1"/>
          </p:cNvSpPr>
          <p:nvPr/>
        </p:nvSpPr>
        <p:spPr>
          <a:xfrm rot="0">
            <a:off x="6121400" y="37338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5908843" name="Text">
    </p:cNvPr>
          <p:cNvSpPr>
            <a:spLocks noGrp="1"/>
          </p:cNvSpPr>
          <p:nvPr/>
        </p:nvSpPr>
        <p:spPr>
          <a:xfrm rot="0">
            <a:off x="5549900" y="37338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02403855" name="Frame"/>
          <p:cNvSpPr>
            <a:spLocks noGrp="1"/>
          </p:cNvSpPr>
          <p:nvPr/>
        </p:nvSpPr>
        <p:spPr>
          <a:xfrm>
            <a:off x="127000" y="1384300"/>
            <a:ext cx="9779000" cy="1587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785420841" name="Frame"/>
          <p:cNvSpPr>
            <a:spLocks noGrp="1"/>
          </p:cNvSpPr>
          <p:nvPr/>
        </p:nvSpPr>
        <p:spPr>
          <a:xfrm>
            <a:off x="152400" y="23495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599261500" name="Text">
    </p:cNvPr>
          <p:cNvSpPr>
            <a:spLocks noGrp="1"/>
          </p:cNvSpPr>
          <p:nvPr/>
        </p:nvSpPr>
        <p:spPr>
          <a:xfrm rot="0">
            <a:off x="152400" y="23241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979400467" name="Text">
    </p:cNvPr>
          <p:cNvSpPr>
            <a:spLocks noGrp="1"/>
          </p:cNvSpPr>
          <p:nvPr/>
        </p:nvSpPr>
        <p:spPr>
          <a:xfrm rot="0">
            <a:off x="952500" y="23749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ITSM-109651 e-Biz 접속화면에 에쓰오일 사보 게재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휴먼에러 방지 위해 직위 표기란에 직위/직책 함께 표기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[ERM] ERM IT 시스템 profile 변경에 따른 RA 반영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2024.2월 결산의 EIS, Yellow Book 반영</a:t>
            </a:r>
          </a:p>
        </p:txBody>
      </p:sp>
      <p:sp>
        <p:nvSpPr>
          <p:cNvPr id="2136762931" name="Text">
    </p:cNvPr>
          <p:cNvSpPr>
            <a:spLocks noGrp="1"/>
          </p:cNvSpPr>
          <p:nvPr/>
        </p:nvSpPr>
        <p:spPr>
          <a:xfrm rot="0">
            <a:off x="7226300" y="23749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29732907" name="Text">
    </p:cNvPr>
          <p:cNvSpPr>
            <a:spLocks noGrp="1"/>
          </p:cNvSpPr>
          <p:nvPr/>
        </p:nvSpPr>
        <p:spPr>
          <a:xfrm rot="0">
            <a:off x="6108700" y="23241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912630864" name="Text">
    </p:cNvPr>
          <p:cNvSpPr>
            <a:spLocks noGrp="1"/>
          </p:cNvSpPr>
          <p:nvPr/>
        </p:nvSpPr>
        <p:spPr>
          <a:xfrm rot="0">
            <a:off x="5537200" y="23749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</a:p>
        </p:txBody>
      </p:sp>
      <p:sp>
        <p:nvSpPr>
          <p:cNvPr id="260343136" name="Text">
    </p:cNvPr>
          <p:cNvSpPr>
            <a:spLocks noGrp="1"/>
          </p:cNvSpPr>
          <p:nvPr/>
        </p:nvSpPr>
        <p:spPr>
          <a:xfrm rot="0">
            <a:off x="889000" y="23241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0170833" name="Text">
    </p:cNvPr>
          <p:cNvSpPr>
            <a:spLocks noGrp="1"/>
          </p:cNvSpPr>
          <p:nvPr/>
        </p:nvSpPr>
        <p:spPr>
          <a:xfrm rot="0">
            <a:off x="7124700" y="23241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3781182" name="Text">
    </p:cNvPr>
          <p:cNvSpPr>
            <a:spLocks noGrp="1"/>
          </p:cNvSpPr>
          <p:nvPr/>
        </p:nvSpPr>
        <p:spPr>
          <a:xfrm rot="0">
            <a:off x="5537200" y="23241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59205101" name="Rectangle"/>
          <p:cNvSpPr>
            <a:spLocks noGrp="1"/>
          </p:cNvSpPr>
          <p:nvPr/>
        </p:nvSpPr>
        <p:spPr>
          <a:xfrm>
            <a:off x="6870700" y="23241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9503700" name="Frame"/>
          <p:cNvSpPr>
            <a:spLocks noGrp="1"/>
          </p:cNvSpPr>
          <p:nvPr/>
        </p:nvSpPr>
        <p:spPr>
          <a:xfrm>
            <a:off x="152400" y="1371600"/>
            <a:ext cx="9639300" cy="952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897326298" name="Text">
    </p:cNvPr>
          <p:cNvSpPr>
            <a:spLocks noGrp="1"/>
          </p:cNvSpPr>
          <p:nvPr/>
        </p:nvSpPr>
        <p:spPr>
          <a:xfrm rot="0">
            <a:off x="152400" y="1371600"/>
            <a:ext cx="7366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079207359" name="Text">
    </p:cNvPr>
          <p:cNvSpPr>
            <a:spLocks noGrp="1"/>
          </p:cNvSpPr>
          <p:nvPr/>
        </p:nvSpPr>
        <p:spPr>
          <a:xfrm rot="0">
            <a:off x="939800" y="1422400"/>
            <a:ext cx="46101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자산거래요청 결재요청 이슈 원인 분석 및 해결(ZFIR9031N)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어음 결산 프로그램 성능 및 유지보수(ZTRR1810, ZTRR1830)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ZMMR4061 - 서비스 입력시트 -&gt; 서비스라인별 기성실적 상세 통지 조회 기능 *W/O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에 대한 통지, 이력통지 조회 기능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[HCM] [ITSM-110346] HCM - 발령 : 파견조직 오류 수정</a:t>
            </a:r>
          </a:p>
        </p:txBody>
      </p:sp>
      <p:sp>
        <p:nvSpPr>
          <p:cNvPr id="156252741" name="Text">
    </p:cNvPr>
          <p:cNvSpPr>
            <a:spLocks noGrp="1"/>
          </p:cNvSpPr>
          <p:nvPr/>
        </p:nvSpPr>
        <p:spPr>
          <a:xfrm rot="0">
            <a:off x="7226300" y="1447800"/>
            <a:ext cx="2552700" cy="876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256764360" name="Text">
    </p:cNvPr>
          <p:cNvSpPr>
            <a:spLocks noGrp="1"/>
          </p:cNvSpPr>
          <p:nvPr/>
        </p:nvSpPr>
        <p:spPr>
          <a:xfrm rot="0">
            <a:off x="6108700" y="1371600"/>
            <a:ext cx="7620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02292345" name="Text">
    </p:cNvPr>
          <p:cNvSpPr>
            <a:spLocks noGrp="1"/>
          </p:cNvSpPr>
          <p:nvPr/>
        </p:nvSpPr>
        <p:spPr>
          <a:xfrm rot="0">
            <a:off x="5537200" y="1447800"/>
            <a:ext cx="571500" cy="876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</a:p>
        </p:txBody>
      </p:sp>
      <p:sp>
        <p:nvSpPr>
          <p:cNvPr id="1470848730" name="Text">
    </p:cNvPr>
          <p:cNvSpPr>
            <a:spLocks noGrp="1"/>
          </p:cNvSpPr>
          <p:nvPr/>
        </p:nvSpPr>
        <p:spPr>
          <a:xfrm rot="0">
            <a:off x="889000" y="1371600"/>
            <a:ext cx="46482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04441208" name="Text">
    </p:cNvPr>
          <p:cNvSpPr>
            <a:spLocks noGrp="1"/>
          </p:cNvSpPr>
          <p:nvPr/>
        </p:nvSpPr>
        <p:spPr>
          <a:xfrm rot="0">
            <a:off x="7124700" y="1371600"/>
            <a:ext cx="26543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47967671" name="Text">
    </p:cNvPr>
          <p:cNvSpPr>
            <a:spLocks noGrp="1"/>
          </p:cNvSpPr>
          <p:nvPr/>
        </p:nvSpPr>
        <p:spPr>
          <a:xfrm rot="0">
            <a:off x="5537200" y="1371600"/>
            <a:ext cx="5715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1290929" name="Rectangle"/>
          <p:cNvSpPr>
            <a:spLocks noGrp="1"/>
          </p:cNvSpPr>
          <p:nvPr/>
        </p:nvSpPr>
        <p:spPr>
          <a:xfrm>
            <a:off x="6870700" y="1371600"/>
            <a:ext cx="254000" cy="9525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