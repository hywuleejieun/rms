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tiff" ContentType="image/tiff"/>
  <Default Extension="rels" ContentType="application/vnd.openxmlformats-package.relationships+xml"/>
  <Default Extension="xml" ContentType="application/xml"/>
  <Default Extension="ttf" ContentType="application/x-font-ttf"/>
  <Default Extension="otf" ContentType="application/x-font-ttf"/>
  <Default Extension="eot" ContentType="application/x-fontdata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entation.xml" ContentType="application/vnd.openxmlformats-officedocument.presentationml.presentation.main+xml"/>
  <Override PartName="/docProps/app.xml" ContentType="application/vnd.openxmlformats-officedocument.extended-properties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 standalone="yes"?>
<Relationships xmlns="http://schemas.openxmlformats.org/package/2006/relationships">
<Relationship Id="rId1" Type="http://schemas.openxmlformats.org/officeDocument/2006/relationships/officeDocument" Target="ppt/presentation.xml"/>
<Relationship Id="rId2" Type="http://schemas.openxmlformats.org/officeDocument/2006/relationships/extended-properties" Target="docProps/app.xml"/>
<Relationship Id="rId3" Type="http://schemas.openxmlformats.org/package/2006/relationships/metadata/core-properties" Target="docProps/core.xml"/>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Sm"/>
  </p:sldMasterIdLst>
  <p:sldIdLst>
    <p:sldId id="2561" r:id="rId1"/>
    <p:sldId id="2562" r:id="rId2"/>
    <p:sldId id="2563" r:id="rId3"/>
    <p:sldId id="2564" r:id="rId4"/>
    <p:sldId id="2565" r:id="rId5"/>
  </p:sldIdLst>
  <p:sldSz cx="10160000" cy="7429500" type="custom"/>
  <p:notesSz cx="6858000" cy="9144000"/>
  <p:embeddedFontLst>
</p:embeddedFontLst>
</p:presentation>
</file>

<file path=ppt/_rels/presentation.xml.rels><?xml version="1.0" encoding="UTF-8" standalone="yes"?>
<Relationships xmlns="http://schemas.openxmlformats.org/package/2006/relationships">
<Relationship Id="rIdTh" Type="http://schemas.openxmlformats.org/officeDocument/2006/relationships/theme" Target="theme/theme1.xml"/>
<Relationship Id="rIdSm" Type="http://schemas.openxmlformats.org/officeDocument/2006/relationships/slideMaster" Target="slideMasters/slideMaster1.xml"/>
<Relationship Id="rId1" Type="http://schemas.openxmlformats.org/officeDocument/2006/relationships/slide" Target="slides/slide1.xml"/>
<Relationship Id="rId2" Type="http://schemas.openxmlformats.org/officeDocument/2006/relationships/slide" Target="slides/slide2.xml"/>
<Relationship Id="rId3" Type="http://schemas.openxmlformats.org/officeDocument/2006/relationships/slide" Target="slides/slide3.xml"/>
<Relationship Id="rId4" Type="http://schemas.openxmlformats.org/officeDocument/2006/relationships/slide" Target="slides/slide4.xml"/>
<Relationship Id="rId5" Type="http://schemas.openxmlformats.org/officeDocument/2006/relationships/slide" Target="slides/slide5.xml"/>
</Relationships>

</file>

<file path=ppt/slideLayouts/_rels/slideLayout1.xml.rels><?xml version="1.0" encoding="UTF-8" standalone="yes"?>
<Relationships xmlns="http://schemas.openxmlformats.org/package/2006/relationships">
<Relationship Id="rIdSm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Th" Type="http://schemas.openxmlformats.org/officeDocument/2006/relationships/theme" Target="../theme/theme1.xml"/>
<Relationship Id="rIdSl" Type="http://schemas.openxmlformats.org/officeDocument/2006/relationships/slideLayout" Target="../slideLayouts/slideLayout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Sl"/>
  </p:sldLayoutIdLst>
</p:sldMaster>
</file>

<file path=ppt/slides/_rels/slide1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5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220616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049102337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45743241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819752841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046975875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1079073358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920949848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696011562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742626694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756546073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061416375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646268720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006401181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707260740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171053598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04/15</a:t>
            </a:r>
            <a:br/>
          </a:p>
        </p:txBody>
      </p:sp>
      <p:sp>
        <p:nvSpPr>
          <p:cNvPr id="663223302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</a:p>
        </p:txBody>
      </p:sp>
      <p:sp>
        <p:nvSpPr>
          <p:cNvPr id="1792656323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구분회계기준 비용의 1차원가요소 data 산출 프로그램 생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성 (ZCPR1050)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PP(Polypropylene) 제품별 원가내역 조회 Report 개발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청(ZPCOR2030)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[TR] 특관자 거래내역 수정요청 추가수정(ZTRR7000)</a:t>
            </a:r>
          </a:p>
        </p:txBody>
      </p:sp>
      <p:sp>
        <p:nvSpPr>
          <p:cNvPr id="439442759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FI/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CO/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강민경</a:t>
            </a:r>
          </a:p>
        </p:txBody>
      </p:sp>
      <p:sp>
        <p:nvSpPr>
          <p:cNvPr id="968777267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FI/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CO/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강민경</a:t>
            </a:r>
          </a:p>
        </p:txBody>
      </p:sp>
      <p:sp>
        <p:nvSpPr>
          <p:cNvPr id="566354638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시험장비 교정계획서 CP 전송취소 후 재전송 시 오류 발생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건(ZFIR9900)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자산거래요청 CP 요청후 취소 플래그 오류(ZFIR9030)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구매처 생성시 사번오류 원인 분석 및 해결(ZFIR9057)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전자결재 첨부 증빙내역 누락 원인 분석(ZEAM8000, ZEA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M8010)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[TR] 양덕주유소(2016412) 대여금 연체이자 마이너스 표기 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인 분석(ZFIR1070, ZFIR1010)</a:t>
            </a:r>
          </a:p>
        </p:txBody>
      </p:sp>
      <p:sp>
        <p:nvSpPr>
          <p:cNvPr id="86174446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04/05</a:t>
            </a:r>
            <a:br/>
            <a:br/>
          </a:p>
        </p:txBody>
      </p:sp>
      <p:sp>
        <p:nvSpPr>
          <p:cNvPr id="359220328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04/05</a:t>
            </a:r>
            <a:br/>
            <a:br/>
          </a:p>
        </p:txBody>
      </p:sp>
      <p:sp>
        <p:nvSpPr>
          <p:cNvPr id="1584254768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04/04</a:t>
            </a:r>
            <a:br/>
            <a:br/>
          </a:p>
        </p:txBody>
      </p:sp>
      <p:sp>
        <p:nvSpPr>
          <p:cNvPr id="1880392097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60121303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38496485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</a:p>
        </p:txBody>
      </p:sp>
      <p:sp>
        <p:nvSpPr>
          <p:cNvPr id="230845990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04/02</a:t>
            </a:r>
            <a:br/>
            <a:br/>
          </a:p>
        </p:txBody>
      </p:sp>
      <p:sp>
        <p:nvSpPr>
          <p:cNvPr id="1502609334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영업시설지원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발주변경 품의 시 계약보증 정보 SAP 업데이트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원유 구입 물품대 및 선박 관련 비용문서 Report 보완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SAP상 지급전표번호별 대상 수입신고번호 조회 리스트 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회 기능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ZIM650R (제품 구입 물품대 및 비용문서 조회) 상 필드 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가</a:t>
            </a:r>
          </a:p>
        </p:txBody>
      </p:sp>
      <p:sp>
        <p:nvSpPr>
          <p:cNvPr id="537086360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김원기</a:t>
            </a:r>
          </a:p>
        </p:txBody>
      </p:sp>
      <p:sp>
        <p:nvSpPr>
          <p:cNvPr id="746468967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김원기</a:t>
            </a:r>
          </a:p>
        </p:txBody>
      </p:sp>
      <p:sp>
        <p:nvSpPr>
          <p:cNvPr id="852741776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영업시설지원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발주변경 품의 시 계약보증 정보 SAP 업데이트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원유 구입 물품대 및 선박 관련 비용문서 Report 보완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기 PR완료 건에 대한 공급업체 코드 변경요청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SAP상 지급전표번호별 대상 수입신고번호 조회 리스트 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회 기능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ZIM650R (제품 구입 물품대 및 비용문서 조회) 상 필드 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가</a:t>
            </a:r>
          </a:p>
        </p:txBody>
      </p:sp>
      <p:sp>
        <p:nvSpPr>
          <p:cNvPr id="344450355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</a:p>
        </p:txBody>
      </p:sp>
      <p:sp>
        <p:nvSpPr>
          <p:cNvPr id="779235762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br/>
          </a:p>
        </p:txBody>
      </p:sp>
      <p:sp>
        <p:nvSpPr>
          <p:cNvPr id="1944254229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04/02</a:t>
            </a:r>
            <a:br/>
            <a:br/>
          </a:p>
        </p:txBody>
      </p:sp>
      <p:sp>
        <p:nvSpPr>
          <p:cNvPr id="1600721079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953286164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1209738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789742757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954844504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710379065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84943649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1050454154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210673412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582909558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515479479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2497935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37057256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381386784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864041113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411591879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108204185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04/15</a:t>
            </a:r>
            <a:br/>
          </a:p>
        </p:txBody>
      </p:sp>
      <p:sp>
        <p:nvSpPr>
          <p:cNvPr id="936935820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04/09</a:t>
            </a:r>
            <a:br/>
          </a:p>
        </p:txBody>
      </p:sp>
      <p:sp>
        <p:nvSpPr>
          <p:cNvPr id="14696996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정기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이관 / 변경</a:t>
            </a:r>
          </a:p>
        </p:txBody>
      </p:sp>
      <p:sp>
        <p:nvSpPr>
          <p:cNvPr id="1299710441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BC/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박남신</a:t>
            </a:r>
          </a:p>
        </p:txBody>
      </p:sp>
      <p:sp>
        <p:nvSpPr>
          <p:cNvPr id="1967978675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BC/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박남신</a:t>
            </a:r>
          </a:p>
        </p:txBody>
      </p:sp>
      <p:sp>
        <p:nvSpPr>
          <p:cNvPr id="107725687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정기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이관 /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ERP운영 마감업무 지원작업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ERP운영 기존 Batch Job 재수행 작업 (ZSD_BILLING_1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000_1A)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(구)조회용 ERP시스템 접속 사용자 확인 취합 및 전달(‘24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년01월~’24년04월)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ERP운영 Transaction Profile 관련 Standard 내역 취합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및 전달(1년치)(삼성SDS)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HCM운영 S-imoms Integration 시스템 RFC통신 확인을 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한 점검작업 업무지원</a:t>
            </a:r>
          </a:p>
        </p:txBody>
      </p:sp>
      <p:sp>
        <p:nvSpPr>
          <p:cNvPr id="77086972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04/05</a:t>
            </a:r>
            <a:br/>
            <a:br/>
          </a:p>
        </p:txBody>
      </p:sp>
      <p:sp>
        <p:nvSpPr>
          <p:cNvPr id="165834447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04/05</a:t>
            </a:r>
            <a:br/>
            <a:br/>
          </a:p>
        </p:txBody>
      </p:sp>
      <p:sp>
        <p:nvSpPr>
          <p:cNvPr id="460953120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04/04</a:t>
            </a:r>
            <a:br/>
            <a:br/>
          </a:p>
        </p:txBody>
      </p:sp>
      <p:sp>
        <p:nvSpPr>
          <p:cNvPr id="1137806915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4457829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20502045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04/12</a:t>
            </a:r>
            <a:br/>
          </a:p>
        </p:txBody>
      </p:sp>
      <p:sp>
        <p:nvSpPr>
          <p:cNvPr id="1218016843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04/08</a:t>
            </a:r>
            <a:br/>
          </a:p>
        </p:txBody>
      </p:sp>
      <p:sp>
        <p:nvSpPr>
          <p:cNvPr id="133520013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[계정관리] ERP 계정관리</a:t>
            </a:r>
          </a:p>
        </p:txBody>
      </p:sp>
      <p:sp>
        <p:nvSpPr>
          <p:cNvPr id="1198917767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서상희</a:t>
            </a:r>
          </a:p>
        </p:txBody>
      </p:sp>
      <p:sp>
        <p:nvSpPr>
          <p:cNvPr id="1762004391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서상희</a:t>
            </a:r>
          </a:p>
        </p:txBody>
      </p:sp>
      <p:sp>
        <p:nvSpPr>
          <p:cNvPr id="1781405154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[계정관리] ERP 계정관리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Do it! 자바 완전 정복:4장 공부하기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Do it! 자바 완전 정복:5장 공부하기</a:t>
            </a:r>
          </a:p>
        </p:txBody>
      </p:sp>
      <p:sp>
        <p:nvSpPr>
          <p:cNvPr id="1201806104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04/05</a:t>
            </a:r>
            <a:br/>
          </a:p>
        </p:txBody>
      </p:sp>
      <p:sp>
        <p:nvSpPr>
          <p:cNvPr id="812061019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04/05</a:t>
            </a:r>
            <a:br/>
          </a:p>
        </p:txBody>
      </p:sp>
      <p:sp>
        <p:nvSpPr>
          <p:cNvPr id="1775589829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04/03</a:t>
            </a:r>
            <a:br/>
          </a:p>
        </p:txBody>
      </p:sp>
      <p:sp>
        <p:nvSpPr>
          <p:cNvPr id="1942933528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18885026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8179307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437900772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272037825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427468867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349851041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1709226849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544907733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585662195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418558407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024352267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20743874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235770692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155113279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972445917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984615669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br/>
          </a:p>
        </p:txBody>
      </p:sp>
      <p:sp>
        <p:nvSpPr>
          <p:cNvPr id="838410906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</a:p>
        </p:txBody>
      </p:sp>
      <p:sp>
        <p:nvSpPr>
          <p:cNvPr id="950058435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자산취득 장기 미정산 누락 방지를 위한 시스템 개선* WBS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요소 약정 관리를 위한 PR생성, 삭제 RFC Function 개발</a:t>
            </a:r>
          </a:p>
        </p:txBody>
      </p:sp>
      <p:sp>
        <p:nvSpPr>
          <p:cNvPr id="1146877888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오승룡</a:t>
            </a:r>
          </a:p>
        </p:txBody>
      </p:sp>
      <p:sp>
        <p:nvSpPr>
          <p:cNvPr id="2122758684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오승룡</a:t>
            </a:r>
          </a:p>
        </p:txBody>
      </p:sp>
      <p:sp>
        <p:nvSpPr>
          <p:cNvPr id="101952164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자산취득 장기 미정산 누락 방지를 위한 시스템 개선* WBS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요소 약정 관리를 위한 PR생성, 삭제 RFC Function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PM01~03 중 CAPEX 작업에 대한 자재 예약 시 이동 유형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오류 개선 요청* ZPMM0830(정비부서 작업리스트) 자재 예약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로직 보완</a:t>
            </a:r>
          </a:p>
        </p:txBody>
      </p:sp>
      <p:sp>
        <p:nvSpPr>
          <p:cNvPr id="996163840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04/05</a:t>
            </a:r>
            <a:br/>
            <a:br/>
            <a:br/>
          </a:p>
        </p:txBody>
      </p:sp>
      <p:sp>
        <p:nvSpPr>
          <p:cNvPr id="538858587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04/01</a:t>
            </a:r>
            <a:br/>
            <a:br/>
            <a:br/>
          </a:p>
        </p:txBody>
      </p:sp>
      <p:sp>
        <p:nvSpPr>
          <p:cNvPr id="1795378206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03/28</a:t>
            </a:r>
            <a:br/>
            <a:br/>
            <a:br/>
          </a:p>
        </p:txBody>
      </p:sp>
      <p:sp>
        <p:nvSpPr>
          <p:cNvPr id="1893637456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34156042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59375596" name="Text">
    </p:cNvPr>
          <p:cNvSpPr>
            <a:spLocks noGrp="1"/>
          </p:cNvSpPr>
          <p:nvPr/>
        </p:nvSpPr>
        <p:spPr>
          <a:xfrm rot="0">
            <a:off x="9702800" y="37719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04/12</a:t>
            </a:r>
            <a:br/>
            <a:br/>
          </a:p>
        </p:txBody>
      </p:sp>
      <p:sp>
        <p:nvSpPr>
          <p:cNvPr id="1794334498" name="Text">
    </p:cNvPr>
          <p:cNvSpPr>
            <a:spLocks noGrp="1"/>
          </p:cNvSpPr>
          <p:nvPr/>
        </p:nvSpPr>
        <p:spPr>
          <a:xfrm rot="0">
            <a:off x="9334500" y="37719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04/08</a:t>
            </a:r>
            <a:br/>
            <a:br/>
          </a:p>
        </p:txBody>
      </p:sp>
      <p:sp>
        <p:nvSpPr>
          <p:cNvPr id="1849912113" name="Text">
    </p:cNvPr>
          <p:cNvSpPr>
            <a:spLocks noGrp="1"/>
          </p:cNvSpPr>
          <p:nvPr/>
        </p:nvSpPr>
        <p:spPr>
          <a:xfrm rot="0">
            <a:off x="5930900" y="3771900"/>
            <a:ext cx="3403600" cy="2273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공장 중식비예외 신청 기능 추가 적용- 근태확인서 메일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발송시 메뉴링크추가 적용</a:t>
            </a:r>
          </a:p>
        </p:txBody>
      </p:sp>
      <p:sp>
        <p:nvSpPr>
          <p:cNvPr id="1512624921" name="Text">
    </p:cNvPr>
          <p:cNvSpPr>
            <a:spLocks noGrp="1"/>
          </p:cNvSpPr>
          <p:nvPr/>
        </p:nvSpPr>
        <p:spPr>
          <a:xfrm rot="0">
            <a:off x="5308600" y="3771900"/>
            <a:ext cx="5715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Fiori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이상엽</a:t>
            </a:r>
          </a:p>
        </p:txBody>
      </p:sp>
      <p:sp>
        <p:nvSpPr>
          <p:cNvPr id="1296123219" name="Text">
    </p:cNvPr>
          <p:cNvSpPr>
            <a:spLocks noGrp="1"/>
          </p:cNvSpPr>
          <p:nvPr/>
        </p:nvSpPr>
        <p:spPr>
          <a:xfrm rot="0">
            <a:off x="88900" y="3771900"/>
            <a:ext cx="5715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Fiori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이상엽</a:t>
            </a:r>
          </a:p>
        </p:txBody>
      </p:sp>
      <p:sp>
        <p:nvSpPr>
          <p:cNvPr id="1027279254" name="Text">
    </p:cNvPr>
          <p:cNvSpPr>
            <a:spLocks noGrp="1"/>
          </p:cNvSpPr>
          <p:nvPr/>
        </p:nvSpPr>
        <p:spPr>
          <a:xfrm rot="0">
            <a:off x="711200" y="3771900"/>
            <a:ext cx="3403600" cy="2273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퇴직자 기본급 및 상여금 소급관련 문의 대응- 근태평가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중 쿼터정리 오류 원인조사- 특근확인서 퇴근시간 팝업조건 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경관련 분석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연차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병가신청서 내용수정 관련 문의 대응(삭제 후 재신청 안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내)- 근태기록부 조회 관련 문의 대응(ZHRR2450에서 해당월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조회대상여부 체크 안내)- 특근확인서 최종결재시 오류(데이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터 수정 안내)- 생휴쿼터 발생 로직 보완(ZHRR2700)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ITSM-109830 고정변동공제신청-항목 양식 변경 및 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금처 최신건 1건 만 표기- 공장 중식비예외 신청 기능 추가관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련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공장 중식비예외 신청 기능 추가관련 테스트- 근태확인서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메일발송시 메뉴링크추가관련 분석</a:t>
            </a:r>
          </a:p>
        </p:txBody>
      </p:sp>
      <p:sp>
        <p:nvSpPr>
          <p:cNvPr id="1213528035" name="Text">
    </p:cNvPr>
          <p:cNvSpPr>
            <a:spLocks noGrp="1"/>
          </p:cNvSpPr>
          <p:nvPr/>
        </p:nvSpPr>
        <p:spPr>
          <a:xfrm rot="0">
            <a:off x="4483100" y="37719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04/01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04/03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04/04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04/05</a:t>
            </a:r>
            <a:br/>
            <a:br/>
          </a:p>
        </p:txBody>
      </p:sp>
      <p:sp>
        <p:nvSpPr>
          <p:cNvPr id="1425561067" name="Text">
    </p:cNvPr>
          <p:cNvSpPr>
            <a:spLocks noGrp="1"/>
          </p:cNvSpPr>
          <p:nvPr/>
        </p:nvSpPr>
        <p:spPr>
          <a:xfrm rot="0">
            <a:off x="4851400" y="37719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04/01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04/03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04/04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04/05</a:t>
            </a:r>
            <a:br/>
            <a:br/>
          </a:p>
        </p:txBody>
      </p:sp>
      <p:sp>
        <p:nvSpPr>
          <p:cNvPr id="332720634" name="Text">
    </p:cNvPr>
          <p:cNvSpPr>
            <a:spLocks noGrp="1"/>
          </p:cNvSpPr>
          <p:nvPr/>
        </p:nvSpPr>
        <p:spPr>
          <a:xfrm rot="0">
            <a:off x="4114800" y="37719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04/01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04/03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04/04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04/05</a:t>
            </a:r>
            <a:br/>
            <a:br/>
          </a:p>
        </p:txBody>
      </p:sp>
      <p:sp>
        <p:nvSpPr>
          <p:cNvPr id="1984308655" name="Text">
    </p:cNvPr>
          <p:cNvSpPr>
            <a:spLocks noGrp="1"/>
          </p:cNvSpPr>
          <p:nvPr/>
        </p:nvSpPr>
        <p:spPr>
          <a:xfrm rot="0">
            <a:off x="660400" y="3771900"/>
            <a:ext cx="34544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23772011" name="Text">
    </p:cNvPr>
          <p:cNvSpPr>
            <a:spLocks noGrp="1"/>
          </p:cNvSpPr>
          <p:nvPr/>
        </p:nvSpPr>
        <p:spPr>
          <a:xfrm rot="0">
            <a:off x="5880100" y="3771900"/>
            <a:ext cx="34544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269733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001182614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080433169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957766557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620296672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1036954113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175839173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005955415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166536970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23462681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680021183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921692797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50934663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84902028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012154045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06/26</a:t>
            </a:r>
            <a:br/>
          </a:p>
        </p:txBody>
      </p:sp>
      <p:sp>
        <p:nvSpPr>
          <p:cNvPr id="1356948321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04/03</a:t>
            </a:r>
            <a:br/>
          </a:p>
        </p:txBody>
      </p:sp>
      <p:sp>
        <p:nvSpPr>
          <p:cNvPr id="541724374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HCM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복리후생 중식비 예외신청메뉴 - 프로젝트(공장) 추가 50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공제자료 급여 전송시 급여반영된 자료(사번,직책, 직군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등)와 인사정보 일치 되도록 반영 요청 70%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퇴직월급여명세서 내 과세소득총액 표기 요청 80%</a:t>
            </a:r>
          </a:p>
        </p:txBody>
      </p:sp>
      <p:sp>
        <p:nvSpPr>
          <p:cNvPr id="14877266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최연화</a:t>
            </a:r>
          </a:p>
        </p:txBody>
      </p:sp>
      <p:sp>
        <p:nvSpPr>
          <p:cNvPr id="264656915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최연화</a:t>
            </a:r>
          </a:p>
        </p:txBody>
      </p:sp>
      <p:sp>
        <p:nvSpPr>
          <p:cNvPr id="1424476385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HCM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복리후생 중식비 예외신청메뉴 - 프로젝트(공장)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퇴직월급여명세서 내 과세소득총액 표기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뉴펜션 부담금 데이터 반영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자녀학자금 금액 변경 건</a:t>
            </a:r>
          </a:p>
        </p:txBody>
      </p:sp>
      <p:sp>
        <p:nvSpPr>
          <p:cNvPr id="615206933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</a:p>
        </p:txBody>
      </p:sp>
      <p:sp>
        <p:nvSpPr>
          <p:cNvPr id="1019356992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4/5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4/4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4/3</a:t>
            </a:r>
            <a:br/>
          </a:p>
        </p:txBody>
      </p:sp>
      <p:sp>
        <p:nvSpPr>
          <p:cNvPr id="33154571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04/01</a:t>
            </a:r>
            <a:br/>
          </a:p>
        </p:txBody>
      </p:sp>
      <p:sp>
        <p:nvSpPr>
          <p:cNvPr id="1806927381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59024782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293253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991566822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0993547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642079893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49867941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1395827401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346459306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550588355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422857519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607898666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00167548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963042305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36738353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773937819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796468575" name="Text">
    </p:cNvPr>
          <p:cNvSpPr>
            <a:spLocks noGrp="1"/>
          </p:cNvSpPr>
          <p:nvPr/>
        </p:nvSpPr>
        <p:spPr>
          <a:xfrm rot="0">
            <a:off x="9702800" y="1511300"/>
            <a:ext cx="368300" cy="3949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br/>
            <a:br/>
            <a:br/>
            <a:br/>
            <a:br/>
            <a:br/>
            <a:br/>
            <a:br/>
            <a:br/>
          </a:p>
        </p:txBody>
      </p:sp>
      <p:sp>
        <p:nvSpPr>
          <p:cNvPr id="544240229" name="Text">
    </p:cNvPr>
          <p:cNvSpPr>
            <a:spLocks noGrp="1"/>
          </p:cNvSpPr>
          <p:nvPr/>
        </p:nvSpPr>
        <p:spPr>
          <a:xfrm rot="0">
            <a:off x="9334500" y="1511300"/>
            <a:ext cx="368300" cy="3949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02/19</a:t>
            </a:r>
            <a:br/>
            <a:br/>
            <a:br/>
            <a:br/>
            <a:br/>
            <a:br/>
            <a:br/>
            <a:br/>
            <a:br/>
            <a:br/>
          </a:p>
        </p:txBody>
      </p:sp>
      <p:sp>
        <p:nvSpPr>
          <p:cNvPr id="653255239" name="Text">
    </p:cNvPr>
          <p:cNvSpPr>
            <a:spLocks noGrp="1"/>
          </p:cNvSpPr>
          <p:nvPr/>
        </p:nvSpPr>
        <p:spPr>
          <a:xfrm rot="0">
            <a:off x="5930900" y="1511300"/>
            <a:ext cx="3403600" cy="39497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ITSM-107407자영대리점 거래처 관리업무 간소화 추진(1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차)02/201. ZSDR1040/ZSDR1040N/ZSDR1041 라디오버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튼 추가 및 SELECT 후 KRX필터링 로직추가2. ZSDR5212/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ZSDR5212N/ZSDR5213 용도 선택조건 추가 및 용도가 KRX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인경우 빌링취소차단 (남해화학만 예외)3. ZSDR5680/ZSDR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5680A/ZSDR5682/ZSDR5682 ABRVW필드 이미 있어 사용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-&gt;용도로 이름변경4. 확인하였으나 하드코딩되어있는 부분은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ZSDR1230 C_VTWEG '30' 이외에 없음02/211. ZSD_RFC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_EWEB_SO_EXECUTE KRX 하드코딩 주석처리2. ZSDR123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0_TOP VTWEG 30-&gt;20 변경</a:t>
            </a:r>
          </a:p>
        </p:txBody>
      </p:sp>
      <p:sp>
        <p:nvSpPr>
          <p:cNvPr id="788501245" name="Text">
    </p:cNvPr>
          <p:cNvSpPr>
            <a:spLocks noGrp="1"/>
          </p:cNvSpPr>
          <p:nvPr/>
        </p:nvSpPr>
        <p:spPr>
          <a:xfrm rot="0">
            <a:off x="5308600" y="1511300"/>
            <a:ext cx="571500" cy="3949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최진우</a:t>
            </a:r>
          </a:p>
        </p:txBody>
      </p:sp>
      <p:sp>
        <p:nvSpPr>
          <p:cNvPr id="1212815776" name="Text">
    </p:cNvPr>
          <p:cNvSpPr>
            <a:spLocks noGrp="1"/>
          </p:cNvSpPr>
          <p:nvPr/>
        </p:nvSpPr>
        <p:spPr>
          <a:xfrm rot="0">
            <a:off x="88900" y="1511300"/>
            <a:ext cx="571500" cy="3949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최진우</a:t>
            </a:r>
          </a:p>
        </p:txBody>
      </p:sp>
      <p:sp>
        <p:nvSpPr>
          <p:cNvPr id="1804253590" name="Text">
    </p:cNvPr>
          <p:cNvSpPr>
            <a:spLocks noGrp="1"/>
          </p:cNvSpPr>
          <p:nvPr/>
        </p:nvSpPr>
        <p:spPr>
          <a:xfrm rot="0">
            <a:off x="711200" y="1511300"/>
            <a:ext cx="3403600" cy="39497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ITSM-107407자영대리점 거래처 관리업무 간소화 추진(1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차)02.201. ZSDR1040/ZSDR1040N/ZSDR1041 라디오버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튼 추가 및 SELECT 후 KRX필터링 로직추가2. ZSDR5212/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ZSDR5212N/ZSDR5213 용도 선택조건 추가 및 용도가 KRX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인경우 빌링취소차단 (남해화학만 예외)3. ZSDR5680/ZSDR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5680A/ZSDR5682/ZSDR5682 ABRVW필드 이미 있어 사용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-&gt;용도로 이름변경4. 확인하였으나 하드코딩되어있는 부분은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ZSDR1230 C_VTWEG '30' 이외에 없음2024.02.211. 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SD_RFC_EWEB_SO_EXECUTE KRX 하드코딩 주석처리2. ZS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DR1230_TOP VTWEG 30-&gt;20 변경03/051. EXIT 에서 구분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유형 KRX일경우 특정로직 타지 않도록 조건 추가03/071. K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RX일경우 가격결정그룹 하드코딩2024.03.11 1. ABRVW로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용도 필드 통일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[ITSM-109194][SD]2024.03.26거래처 신용정보 승인요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청시 다음 결재자에게 알림창 표시2024.03.26 1. 다음 결재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자 코드 SELECT 조건 변경 2. 표시 메시지 내용 변경 2024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.04.05 ZSDR3140 COPY 수정 1. 결재정보 초기화 2.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일 입력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[ITSM-109739][SD]2024.04.02 미화 결제 건 특별환율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적용 요청 (한화임팩트) 2024.04.02 1. 예외 거래처 코드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 [ITSM-109907][SD]2024.04.04 e-Biz/Flow 국내영업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용 주문 알림 중복 오류 수정 2024.04.04 1. 카카오톡 메시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지 중복전송 방지 로직 추가</a:t>
            </a:r>
          </a:p>
        </p:txBody>
      </p:sp>
      <p:sp>
        <p:nvSpPr>
          <p:cNvPr id="850297722" name="Text">
    </p:cNvPr>
          <p:cNvSpPr>
            <a:spLocks noGrp="1"/>
          </p:cNvSpPr>
          <p:nvPr/>
        </p:nvSpPr>
        <p:spPr>
          <a:xfrm rot="0">
            <a:off x="4483100" y="1511300"/>
            <a:ext cx="368300" cy="3949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br/>
            <a:br/>
            <a:br/>
            <a:br/>
            <a:br/>
            <a:br/>
            <a:br/>
            <a:br/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  <a:br/>
          </a:p>
        </p:txBody>
      </p:sp>
      <p:sp>
        <p:nvSpPr>
          <p:cNvPr id="1611962280" name="Text">
    </p:cNvPr>
          <p:cNvSpPr>
            <a:spLocks noGrp="1"/>
          </p:cNvSpPr>
          <p:nvPr/>
        </p:nvSpPr>
        <p:spPr>
          <a:xfrm rot="0">
            <a:off x="4851400" y="1511300"/>
            <a:ext cx="368300" cy="3949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br/>
            <a:br/>
            <a:br/>
            <a:br/>
            <a:br/>
            <a:br/>
            <a:br/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04/05</a:t>
            </a:r>
            <a:br/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04/02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04/04</a:t>
            </a:r>
            <a:br/>
            <a:br/>
            <a:br/>
          </a:p>
        </p:txBody>
      </p:sp>
      <p:sp>
        <p:nvSpPr>
          <p:cNvPr id="2013992211" name="Text">
    </p:cNvPr>
          <p:cNvSpPr>
            <a:spLocks noGrp="1"/>
          </p:cNvSpPr>
          <p:nvPr/>
        </p:nvSpPr>
        <p:spPr>
          <a:xfrm rot="0">
            <a:off x="4114800" y="1511300"/>
            <a:ext cx="368300" cy="3949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02/19</a:t>
            </a:r>
            <a:br/>
            <a:br/>
            <a:br/>
            <a:br/>
            <a:br/>
            <a:br/>
            <a:br/>
            <a:br/>
            <a:br/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03/26</a:t>
            </a:r>
            <a:br/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04/02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04/04</a:t>
            </a:r>
            <a:br/>
            <a:br/>
            <a:br/>
          </a:p>
        </p:txBody>
      </p:sp>
      <p:sp>
        <p:nvSpPr>
          <p:cNvPr id="1190352269" name="Text">
    </p:cNvPr>
          <p:cNvSpPr>
            <a:spLocks noGrp="1"/>
          </p:cNvSpPr>
          <p:nvPr/>
        </p:nvSpPr>
        <p:spPr>
          <a:xfrm rot="0">
            <a:off x="660400" y="1511300"/>
            <a:ext cx="3454400" cy="3949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3898" name="Text">
    </p:cNvPr>
          <p:cNvSpPr>
            <a:spLocks noGrp="1"/>
          </p:cNvSpPr>
          <p:nvPr/>
        </p:nvSpPr>
        <p:spPr>
          <a:xfrm rot="0">
            <a:off x="5880100" y="1511300"/>
            <a:ext cx="3454400" cy="3949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BF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JasperReports Library version 6.20.0-2bc7ab61c56f459e8176eb05c7705e145cd400ad</Application>
</Properties>
</file>

<file path=docProps/core.xml><?xml version="1.0" encoding="utf-8"?>
<coreProperties xmlns="http://schemas.openxmlformats.org/package/2006/metadata/core-properties" xmlns:cp="http://schemas.openxmlformats.org/package/2006/metadata/core-properties" xmlns:dc="http://purl.org/dc/elements/1.1/" xmlns:dcterms="http://purl.org/dc/terms/" xmlns:xsi="http://www.w3.org/2001/XMLSchema-instance">
</coreProperties>
</file>