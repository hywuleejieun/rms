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165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741014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585219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14646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77895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5731077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207522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39220680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3312957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271334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6679849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8828613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975457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7491907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19347978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63246444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4877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4428219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4999724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75302770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78793960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989048472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6020202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113583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671704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030476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50525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7859734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369660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4361217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992100" name="Frame"/>
          <p:cNvSpPr>
            <a:spLocks noGrp="1"/>
          </p:cNvSpPr>
          <p:nvPr/>
        </p:nvSpPr>
        <p:spPr>
          <a:xfrm>
            <a:off x="101600" y="29845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3488539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2635999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83383490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78969192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30640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43810293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04080285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8233057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58341138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611398848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230884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204211835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89469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68717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9019685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71522538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39240558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특관자 거래내역 수정요청 추가수정(ZTRR7000)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377482863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06518395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135387303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9453319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9564629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72760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64332073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489000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13423694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지방세 체납관리를 위한 PRM 거래처정보 조회권한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'생산조정팀 - 전표처리' 작업 에러확인 및 SAP 화면 변경,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시스템와의 data 송/수신관련 SHE 시스템 data 확인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(SAP PM) 작업요청 시 작업환경위험도 입력 및 PSORMS Interface Attribute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1593016372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9075139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0063851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</a:p>
        </p:txBody>
      </p:sp>
      <p:sp>
        <p:nvSpPr>
          <p:cNvPr id="1589720021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5616153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374044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5815968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7472751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5007698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5264066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 생성시 사번오류 원인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 PR완료 건에 대한 공급업체 코드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PM01~03 중 CAPEX 작업에 대한 자재 예약 시 이동 유형 오류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 [ITSM-109907]2024.04.04 e-Biz/Flow 국내영업용 주문 알림 중복 오류 수정</a:t>
            </a:r>
          </a:p>
        </p:txBody>
      </p:sp>
      <p:sp>
        <p:nvSpPr>
          <p:cNvPr id="168091129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9771812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6326351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</a:p>
        </p:txBody>
      </p:sp>
      <p:sp>
        <p:nvSpPr>
          <p:cNvPr id="565858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170783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79604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24310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