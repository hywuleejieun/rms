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0149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13466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682153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0320340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755281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513544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443015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815636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912532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248659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3100532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39692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1319391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83323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0794820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40013200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</a:p>
        </p:txBody>
      </p:sp>
      <p:sp>
        <p:nvSpPr>
          <p:cNvPr id="127822164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</a:p>
        </p:txBody>
      </p:sp>
      <p:sp>
        <p:nvSpPr>
          <p:cNvPr id="115851725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9411965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8776660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ITSM-109651 e-Biz 접속화면에 에쓰오일 사보 게재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ITSM-109713 e-Biz. 사용자 관리 페이지 추가 수정</a:t>
            </a:r>
          </a:p>
        </p:txBody>
      </p:sp>
      <p:sp>
        <p:nvSpPr>
          <p:cNvPr id="30551903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99834578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</a:p>
        </p:txBody>
      </p:sp>
      <p:sp>
        <p:nvSpPr>
          <p:cNvPr id="159897161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</a:p>
        </p:txBody>
      </p:sp>
      <p:sp>
        <p:nvSpPr>
          <p:cNvPr id="44478907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05194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636446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01531838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8305955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</a:p>
        </p:txBody>
      </p:sp>
      <p:sp>
        <p:nvSpPr>
          <p:cNvPr id="65095244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99570307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9550056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Comment 리스트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[ITSM-106474]2023년 Tank 일별 재고추이 현황자료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Download 요청</a:t>
            </a:r>
          </a:p>
        </p:txBody>
      </p:sp>
      <p:sp>
        <p:nvSpPr>
          <p:cNvPr id="49176474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</a:p>
        </p:txBody>
      </p:sp>
      <p:sp>
        <p:nvSpPr>
          <p:cNvPr id="158071452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</a:p>
        </p:txBody>
      </p:sp>
      <p:sp>
        <p:nvSpPr>
          <p:cNvPr id="74373965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207285984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5733892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52005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3051359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5540582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9310240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398333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9951816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08268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764349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7301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10185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468872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547211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201903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990494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87023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9142393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</a:p>
        </p:txBody>
      </p:sp>
      <p:sp>
        <p:nvSpPr>
          <p:cNvPr id="12485033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</a:p>
        </p:txBody>
      </p:sp>
      <p:sp>
        <p:nvSpPr>
          <p:cNvPr id="17718932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0683582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25976655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지방세 체납관리를 위한 PRM 거래처정보 조회권한 부여</a:t>
            </a:r>
          </a:p>
        </p:txBody>
      </p:sp>
      <p:sp>
        <p:nvSpPr>
          <p:cNvPr id="141479072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58962866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</a:p>
        </p:txBody>
      </p:sp>
      <p:sp>
        <p:nvSpPr>
          <p:cNvPr id="25784099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</a:p>
        </p:txBody>
      </p:sp>
      <p:sp>
        <p:nvSpPr>
          <p:cNvPr id="18905200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27956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1872983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29738118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116897093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43304949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576329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3579000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ITSM-109698 작업자 변경ITSM-109330 작업유형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경ITSM-109672 작업자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전자문서 별 JIRA 재연동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44384 70659 52453 76771 80826 8986448076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64731 84467작업공수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ITSM-109410 긴급도 수정ITSM-109409 긴급도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ebiz push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ITSM-109889 견적 정보 재작성ITSM-109885 견적 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보 재작성ITSM-109942 견적서 삭제ITSM-107346 재배포</a:t>
            </a:r>
          </a:p>
        </p:txBody>
      </p:sp>
      <p:sp>
        <p:nvSpPr>
          <p:cNvPr id="108727274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09745373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43450241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72625989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354146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357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603098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5003569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154769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35073123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492974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3466984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176234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531180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910819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78256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6781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406320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694793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42480045" name="Text">
    </p:cNvPr>
          <p:cNvSpPr>
            <a:spLocks noGrp="1"/>
          </p:cNvSpPr>
          <p:nvPr/>
        </p:nvSpPr>
        <p:spPr>
          <a:xfrm rot="0">
            <a:off x="9702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595442096" name="Text">
    </p:cNvPr>
          <p:cNvSpPr>
            <a:spLocks noGrp="1"/>
          </p:cNvSpPr>
          <p:nvPr/>
        </p:nvSpPr>
        <p:spPr>
          <a:xfrm rot="0">
            <a:off x="93345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</a:p>
        </p:txBody>
      </p:sp>
      <p:sp>
        <p:nvSpPr>
          <p:cNvPr id="565540025" name="Text">
    </p:cNvPr>
          <p:cNvSpPr>
            <a:spLocks noGrp="1"/>
          </p:cNvSpPr>
          <p:nvPr/>
        </p:nvSpPr>
        <p:spPr>
          <a:xfrm rot="0">
            <a:off x="59309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</a:p>
        </p:txBody>
      </p:sp>
      <p:sp>
        <p:nvSpPr>
          <p:cNvPr id="244124291" name="Text">
    </p:cNvPr>
          <p:cNvSpPr>
            <a:spLocks noGrp="1"/>
          </p:cNvSpPr>
          <p:nvPr/>
        </p:nvSpPr>
        <p:spPr>
          <a:xfrm rot="0">
            <a:off x="53086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53385463" name="Text">
    </p:cNvPr>
          <p:cNvSpPr>
            <a:spLocks noGrp="1"/>
          </p:cNvSpPr>
          <p:nvPr/>
        </p:nvSpPr>
        <p:spPr>
          <a:xfrm rot="0">
            <a:off x="88900" y="1511300"/>
            <a:ext cx="5715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417228202" name="Text">
    </p:cNvPr>
          <p:cNvSpPr>
            <a:spLocks noGrp="1"/>
          </p:cNvSpPr>
          <p:nvPr/>
        </p:nvSpPr>
        <p:spPr>
          <a:xfrm rot="0">
            <a:off x="711200" y="1511300"/>
            <a:ext cx="3403600" cy="3035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'자금운영팀 - #4 외화송금대사' 작업 메일 발송 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부파일 경로 변수 -&gt; 클립보드로 변경 (영문입력 불가 현상)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'생산조정팀 - 전표처리' 작업 에러확인 및 SAP 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면 변경,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'법인영업팀-항공사 매출입력' 작업 수행 및 담당자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요청으로 삭제했던 로직 복구 (사용자 여신 제외로직)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IIB10 제거 및 WMS7 설치 후 IIB10 재설치, WMS7 시스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템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메일 발송 첨부파일 경로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클립보드 -&gt; ct+v 로 변경 (영문입력 불가 현상)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자금운영팀 작업 수신자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I/F정의서 정리 엑셀 최신화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작업 정상수행여부 재확인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로그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폴더 생성 오류 -&gt; 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재부팅 후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외화송금대사' 작업 프로세스 변경으로 인한 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셀 함수 재설정</a:t>
            </a:r>
          </a:p>
        </p:txBody>
      </p:sp>
      <p:sp>
        <p:nvSpPr>
          <p:cNvPr id="306502324" name="Text">
    </p:cNvPr>
          <p:cNvSpPr>
            <a:spLocks noGrp="1"/>
          </p:cNvSpPr>
          <p:nvPr/>
        </p:nvSpPr>
        <p:spPr>
          <a:xfrm rot="0">
            <a:off x="44831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954222957" name="Text">
    </p:cNvPr>
          <p:cNvSpPr>
            <a:spLocks noGrp="1"/>
          </p:cNvSpPr>
          <p:nvPr/>
        </p:nvSpPr>
        <p:spPr>
          <a:xfrm rot="0">
            <a:off x="48514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633193547" name="Text">
    </p:cNvPr>
          <p:cNvSpPr>
            <a:spLocks noGrp="1"/>
          </p:cNvSpPr>
          <p:nvPr/>
        </p:nvSpPr>
        <p:spPr>
          <a:xfrm rot="0">
            <a:off x="4114800" y="1511300"/>
            <a:ext cx="3683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311053411" name="Text">
    </p:cNvPr>
          <p:cNvSpPr>
            <a:spLocks noGrp="1"/>
          </p:cNvSpPr>
          <p:nvPr/>
        </p:nvSpPr>
        <p:spPr>
          <a:xfrm rot="0">
            <a:off x="6604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55267433" name="Text">
    </p:cNvPr>
          <p:cNvSpPr>
            <a:spLocks noGrp="1"/>
          </p:cNvSpPr>
          <p:nvPr/>
        </p:nvSpPr>
        <p:spPr>
          <a:xfrm rot="0">
            <a:off x="5880100" y="1511300"/>
            <a:ext cx="3454400" cy="3035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8459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9653176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788641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26528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607968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329807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5914542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1215639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81810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501183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17605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37155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225509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629923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7086601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6223827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58285036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90537406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6201378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52410921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[전자결재 신규 신청서 개발] 팀리더 경조금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소프트 스킬 관련 LMS 시스템 개선 외</a:t>
            </a:r>
          </a:p>
        </p:txBody>
      </p:sp>
      <p:sp>
        <p:nvSpPr>
          <p:cNvPr id="3367566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38047775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37172946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03/28</a:t>
            </a:r>
            <a:br/>
          </a:p>
        </p:txBody>
      </p:sp>
      <p:sp>
        <p:nvSpPr>
          <p:cNvPr id="21126050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27879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81178472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670986914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</a:p>
        </p:txBody>
      </p:sp>
      <p:sp>
        <p:nvSpPr>
          <p:cNvPr id="402329432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메뉴(작업계획서)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</a:p>
        </p:txBody>
      </p:sp>
      <p:sp>
        <p:nvSpPr>
          <p:cNvPr id="1725955548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10385582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186926654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		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프론트 화면 정리중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장비사용 신청서 -&gt; 전자결재 첨부파일 경로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ITSM-109584, ITSM-109605 , ITSM-109627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ITSM-109646, ITSM-109657, ITSM-109668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ITSM-109660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ITSM-109683, ITSM-109645, ITSM-109754,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ITSM-109774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ITSM-109346, ITSM-109854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ITSM-109842, ITSM-109834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ITSM-109888, ITSM-109878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ITSM-109877, ITSM-109913, ITSM-109906,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ITSM-109948</a:t>
            </a:r>
            <a:br/>
          </a:p>
        </p:txBody>
      </p:sp>
      <p:sp>
        <p:nvSpPr>
          <p:cNvPr id="158422654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282688401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43409231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008112067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2728345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3163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148743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4804613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23340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135156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4689571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2990950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163818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58161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551254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362756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3261683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361750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361941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397645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370544209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615704325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495516841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332654546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57023657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사이버보안 컴플라이언스 점검 결과 프로그램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ITSM-108551 소프트 스킬 관련 LMS 시스템 개선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VIEW_ERS_CP_NOTICE 뷰 TITLE 부분 로직 예외처리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수정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시스템와의 data 송/수신관련 SHE 시스템 data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(RI-268) 화재/폭발 사고 건수 데이터 연계관련, SHE Vi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ew에서 제공되는 내용 중 Tier3 화재/폭발 건이 누락되어 Vie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w 로직 수정, ERM 시스템에 데이터 수정 반영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결재완료된 ODATDA 신청서 첨부파일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직제규정(영문) 개정 파일 , 재개정 및  ARO21-P-0034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Risk owner 변경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 검색 INDEX 배치 실행시간을 기존 새벽 1시에서 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벽 3시30분으로 변경 후 재실행</a:t>
            </a:r>
          </a:p>
        </p:txBody>
      </p:sp>
      <p:sp>
        <p:nvSpPr>
          <p:cNvPr id="1228837803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319374225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526965589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834060958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7414356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203079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04/18</a:t>
            </a:r>
            <a:br/>
            <a:br/>
          </a:p>
        </p:txBody>
      </p:sp>
      <p:sp>
        <p:nvSpPr>
          <p:cNvPr id="1349057793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04/09</a:t>
            </a:r>
            <a:br/>
            <a:br/>
          </a:p>
        </p:txBody>
      </p:sp>
      <p:sp>
        <p:nvSpPr>
          <p:cNvPr id="834453230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</a:p>
        </p:txBody>
      </p:sp>
      <p:sp>
        <p:nvSpPr>
          <p:cNvPr id="504816836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50452244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427490621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中- 세션타임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30분으로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판매등록 결재구분, 거래처코드, 용도 데이터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모바일상품권교환회수 테스트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롯데쇼핑 모바일 상품권 데이터 GCMS 데이터와 불일치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할당 취소 불가 품목 취소 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감사팀 안상열 책임 PC WMS 접속 오류 원격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투자예산 장기 미집행 시나리오 미처리 데이터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불가 원인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과도한 상품권 대금 결제시나리오 매출대비회수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율 5% 이상 데이터 관련 확인 요청</a:t>
            </a:r>
          </a:p>
        </p:txBody>
      </p:sp>
      <p:sp>
        <p:nvSpPr>
          <p:cNvPr id="1298492210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</a:p>
        </p:txBody>
      </p:sp>
      <p:sp>
        <p:nvSpPr>
          <p:cNvPr id="1694271134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</a:p>
        </p:txBody>
      </p:sp>
      <p:sp>
        <p:nvSpPr>
          <p:cNvPr id="104568364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223033027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75740950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38002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69080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37073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5292814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3998247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0286437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9629615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00815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871864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652462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44135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687466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6193205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93052681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520972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</a:p>
        </p:txBody>
      </p:sp>
      <p:sp>
        <p:nvSpPr>
          <p:cNvPr id="149895074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</a:p>
        </p:txBody>
      </p:sp>
      <p:sp>
        <p:nvSpPr>
          <p:cNvPr id="3900885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판정현황 내 (1)리스트 (2) 세부사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항 변경 [ ITSM-109540 ]</a:t>
            </a:r>
          </a:p>
        </p:txBody>
      </p:sp>
      <p:sp>
        <p:nvSpPr>
          <p:cNvPr id="17478347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7638704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25273165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ITSM-109350 PRM 품질성적서 제공 시스템 추가 보완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(품질규격 마스터 및 메일링 서비스)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품질성적서 &gt; 거래처별 판정현황 내 (1)리스트 (2) 세부사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항 변경 [ ITSM-109540 ]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'이관관리 &gt; 해상이관오더관리' 내 '군산저유소(3102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 - '0.3~5% B-C'(5204,5) 데이터 확인 (배치 및 테이블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[TT_STOCK_SIM]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Data Services (192.168.30.109) 접속 불가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배치 미가동 확인 ('남경우' 책임님께 점검 요청 / 재기동 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배치 확인)</a:t>
            </a:r>
          </a:p>
        </p:txBody>
      </p:sp>
      <p:sp>
        <p:nvSpPr>
          <p:cNvPr id="160671740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149874803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114492989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br/>
          </a:p>
        </p:txBody>
      </p:sp>
      <p:sp>
        <p:nvSpPr>
          <p:cNvPr id="147420943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25009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618762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175955103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24414152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3월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48540450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6494152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87299094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3월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2024.3월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(SAP PM) 작업요청 시 작업환경위험도 입력 및 PSO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RMS Interface Attribute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[전자결재 신규 신청서 개발] 팀리더 경조금 신청서</a:t>
            </a:r>
          </a:p>
        </p:txBody>
      </p:sp>
      <p:sp>
        <p:nvSpPr>
          <p:cNvPr id="169867428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</a:p>
        </p:txBody>
      </p:sp>
      <p:sp>
        <p:nvSpPr>
          <p:cNvPr id="21407176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1372408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</a:p>
        </p:txBody>
      </p:sp>
      <p:sp>
        <p:nvSpPr>
          <p:cNvPr id="19721543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434560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