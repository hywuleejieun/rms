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86149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88092801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59125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335863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596117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25045824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443568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0892755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0761786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142384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3605300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55829464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0609982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15828451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88041648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99153474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8324747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7495825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0491497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91230992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292947636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94564671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6326813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714197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1048920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0394136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3606241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96839116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8698168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64004269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2687692" name="Frame"/>
          <p:cNvSpPr>
            <a:spLocks noGrp="1"/>
          </p:cNvSpPr>
          <p:nvPr/>
        </p:nvSpPr>
        <p:spPr>
          <a:xfrm>
            <a:off x="101600" y="2984500"/>
            <a:ext cx="9779000" cy="179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08005189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4397446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8505046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5905127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9541742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934278210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67686010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27393449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128934766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484455518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9420938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322277929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3267622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1090976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2193913" name="Frame"/>
          <p:cNvSpPr>
            <a:spLocks noGrp="1"/>
          </p:cNvSpPr>
          <p:nvPr/>
        </p:nvSpPr>
        <p:spPr>
          <a:xfrm>
            <a:off x="165100" y="36068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29221196" name="Text">
    </p:cNvPr>
          <p:cNvSpPr>
            <a:spLocks noGrp="1"/>
          </p:cNvSpPr>
          <p:nvPr/>
        </p:nvSpPr>
        <p:spPr>
          <a:xfrm rot="0">
            <a:off x="165100" y="36068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61312311" name="Text">
    </p:cNvPr>
          <p:cNvSpPr>
            <a:spLocks noGrp="1"/>
          </p:cNvSpPr>
          <p:nvPr/>
        </p:nvSpPr>
        <p:spPr>
          <a:xfrm rot="0">
            <a:off x="965200" y="3683000"/>
            <a:ext cx="4584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046870497" name="Text">
    </p:cNvPr>
          <p:cNvSpPr>
            <a:spLocks noGrp="1"/>
          </p:cNvSpPr>
          <p:nvPr/>
        </p:nvSpPr>
        <p:spPr>
          <a:xfrm rot="0">
            <a:off x="7239000" y="36830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39091399" name="Text">
    </p:cNvPr>
          <p:cNvSpPr>
            <a:spLocks noGrp="1"/>
          </p:cNvSpPr>
          <p:nvPr/>
        </p:nvSpPr>
        <p:spPr>
          <a:xfrm rot="0">
            <a:off x="5549900" y="36830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524589325" name="Text">
    </p:cNvPr>
          <p:cNvSpPr>
            <a:spLocks noGrp="1"/>
          </p:cNvSpPr>
          <p:nvPr/>
        </p:nvSpPr>
        <p:spPr>
          <a:xfrm rot="0">
            <a:off x="901700" y="36068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6360549" name="Text">
    </p:cNvPr>
          <p:cNvSpPr>
            <a:spLocks noGrp="1"/>
          </p:cNvSpPr>
          <p:nvPr/>
        </p:nvSpPr>
        <p:spPr>
          <a:xfrm rot="0">
            <a:off x="6121400" y="3606800"/>
            <a:ext cx="36449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7965351" name="Text">
    </p:cNvPr>
          <p:cNvSpPr>
            <a:spLocks noGrp="1"/>
          </p:cNvSpPr>
          <p:nvPr/>
        </p:nvSpPr>
        <p:spPr>
          <a:xfrm rot="0">
            <a:off x="5549900" y="36068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1652413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07143300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89652824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077115484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유외사업 관리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RPA CP&amp;ERP 계정 약 10여개 PW 동기화 및 Credential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S-MSDS-2322 문서 열기시 느린현상 확인 및 PDF 파일 리사이징 후 수정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2024.1월 결산의 EIS, Yellow Book 반영</a:t>
            </a:r>
          </a:p>
        </p:txBody>
      </p:sp>
      <p:sp>
        <p:nvSpPr>
          <p:cNvPr id="1019104681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25459613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69581109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720372768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989789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8789367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1675940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241579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8631666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96622727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팀리더 경조금 전표생성 및 약정 취소 확정 신규생성(ZFI_RFC_RECEIVE_POSTING,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ZCO_BUD_COMT, ZFIR9022)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특관자 거래내역 수정요청(ZTRR7000)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조달청 배달할인 관련 티코드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T/T 수송거리 테이블 조회 기능 추가</a:t>
            </a:r>
          </a:p>
        </p:txBody>
      </p:sp>
      <p:sp>
        <p:nvSpPr>
          <p:cNvPr id="1054884452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6058287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341861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</a:p>
        </p:txBody>
      </p:sp>
      <p:sp>
        <p:nvSpPr>
          <p:cNvPr id="1503690775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0168613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1748740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631949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