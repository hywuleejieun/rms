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  <p:sldId id="2563" r:id="rId3"/>
    <p:sldId id="2564" r:id="rId4"/>
    <p:sldId id="2565" r:id="rId5"/>
  </p:sldIdLst>
  <p:sldSz cx="10160000" cy="7429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24796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1274573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4900708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43059984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0587271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81636004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6873722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7041699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72712096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3526336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1366133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82030662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89654993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360263364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08663984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</a:p>
        </p:txBody>
      </p:sp>
      <p:sp>
        <p:nvSpPr>
          <p:cNvPr id="1497044014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</a:p>
        </p:txBody>
      </p:sp>
      <p:sp>
        <p:nvSpPr>
          <p:cNvPr id="1860006408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구분회계기준 비용의 1차원가요소 data 산출 프로그램 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성 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PP(Polypropylene) 제품별 원가내역 조회 Report 개발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청(ZPCOR2030)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[TR] 특관자 거래내역 수정요청 추가수정(ZTRR7000)</a:t>
            </a:r>
          </a:p>
        </p:txBody>
      </p:sp>
      <p:sp>
        <p:nvSpPr>
          <p:cNvPr id="848199193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383197532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390909388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[TR] 특관자 거래내역 수정요청(ZTRR7000)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팀리더 경조금 전표생성 및 약정 취소 확정 신규생성(ZFI_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RFC_RECEIVE_POSTING, ZCO_BUD_COMT, ZFIR9022)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투자예산에 대한 실제원가 개별항목 조회 일부 데이터 제외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권한 원인 분석(ZCOR7110, CJI3)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[TR] 특관자 거래내역 수정요청 추가수정(ZTRR7000)</a:t>
            </a:r>
          </a:p>
        </p:txBody>
      </p:sp>
      <p:sp>
        <p:nvSpPr>
          <p:cNvPr id="310681631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</a:p>
        </p:txBody>
      </p:sp>
      <p:sp>
        <p:nvSpPr>
          <p:cNvPr id="1404791520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</a:p>
        </p:txBody>
      </p:sp>
      <p:sp>
        <p:nvSpPr>
          <p:cNvPr id="2085190666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</a:p>
        </p:txBody>
      </p:sp>
      <p:sp>
        <p:nvSpPr>
          <p:cNvPr id="228261090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75778070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43948249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97723318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</a:p>
        </p:txBody>
      </p:sp>
      <p:sp>
        <p:nvSpPr>
          <p:cNvPr id="1609871874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발주변경 품의 시 계약보증 정보 SAP 업데이트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원유 구입 물품대 및 선박 관련 비용문서 Report 보완 요청</a:t>
            </a:r>
          </a:p>
        </p:txBody>
      </p:sp>
      <p:sp>
        <p:nvSpPr>
          <p:cNvPr id="749115755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941090126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877011485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전표 자동승인(회계팀)시 전표의 증빙일과 계산서 발행일 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크로직 추가요청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발주변경 품의 시 계약보증 정보 SAP 업데이트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원유 구입 물품대 및 선박 관련 비용문서 Report 보완 요청</a:t>
            </a:r>
          </a:p>
        </p:txBody>
      </p:sp>
      <p:sp>
        <p:nvSpPr>
          <p:cNvPr id="360589121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227252548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</a:p>
        </p:txBody>
      </p:sp>
      <p:sp>
        <p:nvSpPr>
          <p:cNvPr id="1797623652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</a:p>
        </p:txBody>
      </p:sp>
      <p:sp>
        <p:nvSpPr>
          <p:cNvPr id="63768089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43613198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589454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1079580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4370020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38559966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27638491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51708869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381091906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89712016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83971927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04000849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33390380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163199673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524915504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221222864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23920119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</a:p>
        </p:txBody>
      </p:sp>
      <p:sp>
        <p:nvSpPr>
          <p:cNvPr id="28016148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</a:p>
        </p:txBody>
      </p:sp>
      <p:sp>
        <p:nvSpPr>
          <p:cNvPr id="1378401538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마감업무 지원작업</a:t>
            </a:r>
          </a:p>
        </p:txBody>
      </p:sp>
      <p:sp>
        <p:nvSpPr>
          <p:cNvPr id="1240961654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333718984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1239790206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HCM운영 HANA DB Log FileSystem 문제로 야간작업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고도화 프로젝트 BC담당자 업무지원(삼성SDS)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 QA테스트서버 System Copy(데이터 동기화)작업 후 마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무리 설정작업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HCM개발 Client별 SAP GUI 접속시 느려짐 현상 확인/해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결작업 업무지원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접속 사용자 SAP GUI 접속 문제로 원격 업무지원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(정유1팀)</a:t>
            </a:r>
          </a:p>
        </p:txBody>
      </p:sp>
      <p:sp>
        <p:nvSpPr>
          <p:cNvPr id="1580386029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</a:p>
        </p:txBody>
      </p:sp>
      <p:sp>
        <p:nvSpPr>
          <p:cNvPr id="732142463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</a:p>
        </p:txBody>
      </p:sp>
      <p:sp>
        <p:nvSpPr>
          <p:cNvPr id="433795494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</a:p>
        </p:txBody>
      </p:sp>
      <p:sp>
        <p:nvSpPr>
          <p:cNvPr id="2101941921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89500235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8514679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</a:p>
        </p:txBody>
      </p:sp>
      <p:sp>
        <p:nvSpPr>
          <p:cNvPr id="1113454617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</a:p>
        </p:txBody>
      </p:sp>
      <p:sp>
        <p:nvSpPr>
          <p:cNvPr id="2006192877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ERP 계정관리</a:t>
            </a:r>
          </a:p>
        </p:txBody>
      </p:sp>
      <p:sp>
        <p:nvSpPr>
          <p:cNvPr id="1729257662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947474364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357164442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 업무 수행(보조 : 이지은 사원)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Do it! 자바 완전 정복:1장 공부하기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Do it! 자바 완전 정복:2장 공부하기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쉽게 배우는 JSP 웹 프로그래밍:CH2_JSP기본문법 공부하기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Do it! 자바 완전 정복:3장 공부하기</a:t>
            </a:r>
          </a:p>
        </p:txBody>
      </p:sp>
      <p:sp>
        <p:nvSpPr>
          <p:cNvPr id="1117621924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</a:p>
        </p:txBody>
      </p:sp>
      <p:sp>
        <p:nvSpPr>
          <p:cNvPr id="914227673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</a:p>
        </p:txBody>
      </p:sp>
      <p:sp>
        <p:nvSpPr>
          <p:cNvPr id="1149811717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03/28</a:t>
            </a:r>
            <a:br/>
          </a:p>
        </p:txBody>
      </p:sp>
      <p:sp>
        <p:nvSpPr>
          <p:cNvPr id="506979387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12757495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4368361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9956804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4453435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801069935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623136427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636480963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3470960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2596195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21296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51692149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046923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58295506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82329402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946205191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45448622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br/>
            <a:br/>
          </a:p>
        </p:txBody>
      </p:sp>
      <p:sp>
        <p:nvSpPr>
          <p:cNvPr id="682167491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03/28</a:t>
            </a:r>
            <a:br/>
            <a:br/>
            <a:br/>
          </a:p>
        </p:txBody>
      </p:sp>
      <p:sp>
        <p:nvSpPr>
          <p:cNvPr id="182163907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PM01~03 중 CAPEX 작업에 대한 자재 예약 시 이동 유형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오류 개선 요청* ZPMM0830(정비부서 작업리스트) 자재 예약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로직 보완</a:t>
            </a:r>
          </a:p>
        </p:txBody>
      </p:sp>
      <p:sp>
        <p:nvSpPr>
          <p:cNvPr id="490317653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1673078689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60219393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PM01~03 중 CAPEX 작업에 대한 자재 예약 시 이동 유형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오류 개선 요청* ZPMM0830(정비부서 작업리스트) 자재 예약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로직 보완</a:t>
            </a:r>
          </a:p>
        </p:txBody>
      </p:sp>
      <p:sp>
        <p:nvSpPr>
          <p:cNvPr id="1431663665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br/>
            <a:br/>
          </a:p>
        </p:txBody>
      </p:sp>
      <p:sp>
        <p:nvSpPr>
          <p:cNvPr id="92693185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br/>
          </a:p>
        </p:txBody>
      </p:sp>
      <p:sp>
        <p:nvSpPr>
          <p:cNvPr id="791202303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03/28</a:t>
            </a:r>
            <a:br/>
            <a:br/>
            <a:br/>
          </a:p>
        </p:txBody>
      </p:sp>
      <p:sp>
        <p:nvSpPr>
          <p:cNvPr id="453686003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02930783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95019588" name="Text">
    </p:cNvPr>
          <p:cNvSpPr>
            <a:spLocks noGrp="1"/>
          </p:cNvSpPr>
          <p:nvPr/>
        </p:nvSpPr>
        <p:spPr>
          <a:xfrm rot="0">
            <a:off x="97028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</a:p>
        </p:txBody>
      </p:sp>
      <p:sp>
        <p:nvSpPr>
          <p:cNvPr id="975700974" name="Text">
    </p:cNvPr>
          <p:cNvSpPr>
            <a:spLocks noGrp="1"/>
          </p:cNvSpPr>
          <p:nvPr/>
        </p:nvSpPr>
        <p:spPr>
          <a:xfrm rot="0">
            <a:off x="93345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</a:p>
        </p:txBody>
      </p:sp>
      <p:sp>
        <p:nvSpPr>
          <p:cNvPr id="1954259826" name="Text">
    </p:cNvPr>
          <p:cNvSpPr>
            <a:spLocks noGrp="1"/>
          </p:cNvSpPr>
          <p:nvPr/>
        </p:nvSpPr>
        <p:spPr>
          <a:xfrm rot="0">
            <a:off x="5930900" y="3771900"/>
            <a:ext cx="3403600" cy="2730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[ITSM-96411]인사정보 요청서 개발 요청 건 분석</a:t>
            </a:r>
          </a:p>
        </p:txBody>
      </p:sp>
      <p:sp>
        <p:nvSpPr>
          <p:cNvPr id="340866803" name="Text">
    </p:cNvPr>
          <p:cNvSpPr>
            <a:spLocks noGrp="1"/>
          </p:cNvSpPr>
          <p:nvPr/>
        </p:nvSpPr>
        <p:spPr>
          <a:xfrm rot="0">
            <a:off x="5308600" y="37719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1978406738" name="Text">
    </p:cNvPr>
          <p:cNvSpPr>
            <a:spLocks noGrp="1"/>
          </p:cNvSpPr>
          <p:nvPr/>
        </p:nvSpPr>
        <p:spPr>
          <a:xfrm rot="0">
            <a:off x="88900" y="37719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253844850" name="Text">
    </p:cNvPr>
          <p:cNvSpPr>
            <a:spLocks noGrp="1"/>
          </p:cNvSpPr>
          <p:nvPr/>
        </p:nvSpPr>
        <p:spPr>
          <a:xfrm rot="0">
            <a:off x="711200" y="3771900"/>
            <a:ext cx="3403600" cy="2730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근무시간 예외신청 결재오류 외 문의대응- ITSM-10921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4 학력정보 삭제 처리- 중식비 예외자 등록에 공장 인원추가에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대한 업무분석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[ITSM-109214] ZHRC1140 (학력사항 일괄업로드) 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업한 "학력정보" 삭제- [ITSM-109186] 특근명령서 결재선 안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내 팝업 추가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특근계획과 연동된 PC ON/OFF 문의 대응- 사외이사 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사일자 변경 문의대응- 특근과다 예외조직적용 로직 수정- 특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근확인서 결재선 분리에 대한 문의 대응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s-imoms 시스템 연계 데이터 전송 오류 분석- 신규입사자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에 대한 입사일자 변경관련 안내 및 데이터 확인- 1년차 미만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직원의 연차쿼터 점검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특근과다 예외조직 적용   : 순수특근 30시간 및 150%&amp;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50시간 각각 메일 발송예외 및 과다특근정보 예외처리- New P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ension 소급금액 원인조사- 당월급여지급후, 퇴직급여 관련 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의 대응</a:t>
            </a:r>
          </a:p>
        </p:txBody>
      </p:sp>
      <p:sp>
        <p:nvSpPr>
          <p:cNvPr id="652746711" name="Text">
    </p:cNvPr>
          <p:cNvSpPr>
            <a:spLocks noGrp="1"/>
          </p:cNvSpPr>
          <p:nvPr/>
        </p:nvSpPr>
        <p:spPr>
          <a:xfrm rot="0">
            <a:off x="44831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03/26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03/27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03/28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br/>
            <a:br/>
          </a:p>
        </p:txBody>
      </p:sp>
      <p:sp>
        <p:nvSpPr>
          <p:cNvPr id="991122263" name="Text">
    </p:cNvPr>
          <p:cNvSpPr>
            <a:spLocks noGrp="1"/>
          </p:cNvSpPr>
          <p:nvPr/>
        </p:nvSpPr>
        <p:spPr>
          <a:xfrm rot="0">
            <a:off x="48514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03/26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03/27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03/28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br/>
            <a:br/>
          </a:p>
        </p:txBody>
      </p:sp>
      <p:sp>
        <p:nvSpPr>
          <p:cNvPr id="777029088" name="Text">
    </p:cNvPr>
          <p:cNvSpPr>
            <a:spLocks noGrp="1"/>
          </p:cNvSpPr>
          <p:nvPr/>
        </p:nvSpPr>
        <p:spPr>
          <a:xfrm rot="0">
            <a:off x="41148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03/26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03/27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03/28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br/>
            <a:br/>
          </a:p>
        </p:txBody>
      </p:sp>
      <p:sp>
        <p:nvSpPr>
          <p:cNvPr id="723486613" name="Text">
    </p:cNvPr>
          <p:cNvSpPr>
            <a:spLocks noGrp="1"/>
          </p:cNvSpPr>
          <p:nvPr/>
        </p:nvSpPr>
        <p:spPr>
          <a:xfrm rot="0">
            <a:off x="660400" y="37719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99129222" name="Text">
    </p:cNvPr>
          <p:cNvSpPr>
            <a:spLocks noGrp="1"/>
          </p:cNvSpPr>
          <p:nvPr/>
        </p:nvSpPr>
        <p:spPr>
          <a:xfrm rot="0">
            <a:off x="5880100" y="37719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661506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8401829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0033384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62297132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945415272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541996563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1012515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9818190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4277104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7825917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2896613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45008262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347081957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321619831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61532615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</a:p>
        </p:txBody>
      </p:sp>
      <p:sp>
        <p:nvSpPr>
          <p:cNvPr id="383471284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03/27</a:t>
            </a:r>
            <a:br/>
            <a:br/>
          </a:p>
        </p:txBody>
      </p:sp>
      <p:sp>
        <p:nvSpPr>
          <p:cNvPr id="270557044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복리후생 중식비 예외신청메뉴 - 프로젝트(공장) 추가 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공제자료 급여 전송시 급여반영된 자료(사번,직책, 직군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등)와 인사정보 일치 되도록 반영 요청 70%</a:t>
            </a:r>
          </a:p>
        </p:txBody>
      </p:sp>
      <p:sp>
        <p:nvSpPr>
          <p:cNvPr id="1602183736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592734169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1874207721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생리휴가 매월 쿼터 자동 발생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복리후생 중식비 예외신청메뉴 - 프로젝트(공장)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퇴직연금 운용방식 변경 신청서 개발-PDF 문구 변경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공제자료 급여 전송시 급여반영된 자료(사번,직책, 직군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등)와 인사정보 일치 되도록 반영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뉴펜션 부담금 데이터 반영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전담당자(퇴직자 심재은)에게 신청된 문서 현 담당자(성은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아)에게 문서 이관 신청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2023년 원천징수영수증 업로드</a:t>
            </a:r>
          </a:p>
        </p:txBody>
      </p:sp>
      <p:sp>
        <p:nvSpPr>
          <p:cNvPr id="2113866388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</a:p>
        </p:txBody>
      </p:sp>
      <p:sp>
        <p:nvSpPr>
          <p:cNvPr id="1505089969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3/28</a:t>
            </a:r>
            <a:br/>
          </a:p>
        </p:txBody>
      </p:sp>
      <p:sp>
        <p:nvSpPr>
          <p:cNvPr id="1499400177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03/28</a:t>
            </a:r>
            <a:br/>
          </a:p>
        </p:txBody>
      </p:sp>
      <p:sp>
        <p:nvSpPr>
          <p:cNvPr id="120114776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2393475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1971635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14010876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66168355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55560777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455025843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26818761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942038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1785332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5211349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2361471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2155511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26288666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3327948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775342256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07441427" name="Text">
    </p:cNvPr>
          <p:cNvSpPr>
            <a:spLocks noGrp="1"/>
          </p:cNvSpPr>
          <p:nvPr/>
        </p:nvSpPr>
        <p:spPr>
          <a:xfrm rot="0">
            <a:off x="9702800" y="1511300"/>
            <a:ext cx="368300" cy="4406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br/>
            <a:br/>
            <a:br/>
            <a:br/>
            <a:br/>
            <a:br/>
            <a:br/>
            <a:br/>
          </a:p>
        </p:txBody>
      </p:sp>
      <p:sp>
        <p:nvSpPr>
          <p:cNvPr id="7721341" name="Text">
    </p:cNvPr>
          <p:cNvSpPr>
            <a:spLocks noGrp="1"/>
          </p:cNvSpPr>
          <p:nvPr/>
        </p:nvSpPr>
        <p:spPr>
          <a:xfrm rot="0">
            <a:off x="9334500" y="1511300"/>
            <a:ext cx="368300" cy="4406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  <a:br/>
            <a:br/>
            <a:br/>
            <a:br/>
            <a:br/>
            <a:br/>
            <a:br/>
            <a:br/>
          </a:p>
        </p:txBody>
      </p:sp>
      <p:sp>
        <p:nvSpPr>
          <p:cNvPr id="216342671" name="Text">
    </p:cNvPr>
          <p:cNvSpPr>
            <a:spLocks noGrp="1"/>
          </p:cNvSpPr>
          <p:nvPr/>
        </p:nvSpPr>
        <p:spPr>
          <a:xfrm rot="0">
            <a:off x="5930900" y="1511300"/>
            <a:ext cx="3403600" cy="440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ITSM-107407자영대리점 거래처 관리업무 간소화 추진(1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차)02/201. ZSDR1040/ZSDR1040N/ZSDR1041 라디오버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튼 추가 및 SELECT 후 KRX필터링 로직추가2. ZSDR5212/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ZSDR5212N/ZSDR5213 용도 선택조건 추가 및 용도가 KRX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인경우 빌링취소차단 (남해화학만 예외)3. ZSDR5680/ZSDR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5680A/ZSDR5682/ZSDR5682 ABRVW필드 이미 있어 사용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-&gt;용도로 이름변경4. 확인하였으나 하드코딩되어있는 부분은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ZSDR1230 C_VTWEG '30' 이외에 없음02/211. ZSD_RFC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_EWEB_SO_EXECUTE KRX 하드코딩 주석처리2. ZSDR123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0_TOP VTWEG 30-&gt;20 변경</a:t>
            </a:r>
          </a:p>
        </p:txBody>
      </p:sp>
      <p:sp>
        <p:nvSpPr>
          <p:cNvPr id="344857323" name="Text">
    </p:cNvPr>
          <p:cNvSpPr>
            <a:spLocks noGrp="1"/>
          </p:cNvSpPr>
          <p:nvPr/>
        </p:nvSpPr>
        <p:spPr>
          <a:xfrm rot="0">
            <a:off x="5308600" y="1511300"/>
            <a:ext cx="571500" cy="4406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691856028" name="Text">
    </p:cNvPr>
          <p:cNvSpPr>
            <a:spLocks noGrp="1"/>
          </p:cNvSpPr>
          <p:nvPr/>
        </p:nvSpPr>
        <p:spPr>
          <a:xfrm rot="0">
            <a:off x="88900" y="1511300"/>
            <a:ext cx="571500" cy="4406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32919551" name="Text">
    </p:cNvPr>
          <p:cNvSpPr>
            <a:spLocks noGrp="1"/>
          </p:cNvSpPr>
          <p:nvPr/>
        </p:nvSpPr>
        <p:spPr>
          <a:xfrm rot="0">
            <a:off x="711200" y="1511300"/>
            <a:ext cx="3403600" cy="440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ITSM-107407자영대리점 거래처 관리업무 간소화 추진(1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차)02.201. ZSDR1040/ZSDR1040N/ZSDR1041 라디오버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튼 추가 및 SELECT 후 KRX필터링 로직추가2. ZSDR5212/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ZSDR5212N/ZSDR5213 용도 선택조건 추가 및 용도가 KRX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인경우 빌링취소차단 (남해화학만 예외)3. ZSDR5680/ZSDR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5680A/ZSDR5682/ZSDR5682 ABRVW필드 이미 있어 사용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-&gt;용도로 이름변경4. 확인하였으나 하드코딩되어있는 부분은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ZSDR1230 C_VTWEG '30' 이외에 없음2024.02.211. 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SD_RFC_EWEB_SO_EXECUTE KRX 하드코딩 주석처리2. ZS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DR1230_TOP VTWEG 30-&gt;20 변경03/051. EXIT 에서 구분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유형 KRX일경우 특정로직 타지 않도록 조건 추가03/071. K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RX일경우 가격결정그룹 하드코딩2024.03.11 1. ABRVW로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용도 필드 통일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[ITSM-108444][SD]조달청 배달할인 관련 티코드 개선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청2024.03.11 1. 기준일을 기준월 말일로 자동조정 되도록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로직 추가  2. 기준일을 현재일로 변경하는 로직 주석처리20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24.03.12 1. 기준일 ALV 표시하도록 변경 2. 거래처명 납품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처명 로드되도록 로직 추가2024.03.18 1. 전표 중복생성 방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지 로직 추기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[ITSM-109194][SD]2024.03.26거래처 신용정보 승인요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청시 다음 결재자에게 알림창 표시2024.03.26 1. 다음 결재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자 코드 SELECT 조건 변경 2. 표시 메시지 내용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ITSM-109433T/T 수송거리 테이블 조회 기능 추가 2024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.03.28 1. 조회화면에 날짜오류 라디오버튼 추가 2. 출하지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-납품처 간 유효기간 갭이 있는 데이터 추출로직 추가 3. 화면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표시 데이터 ROW 최대 자릿수 변경 5-&gt;7 4. 데이터 조회시 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하지 전체데이터 기호(*) 사용 가능하도록 변경</a:t>
            </a:r>
          </a:p>
        </p:txBody>
      </p:sp>
      <p:sp>
        <p:nvSpPr>
          <p:cNvPr id="573086165" name="Text">
    </p:cNvPr>
          <p:cNvSpPr>
            <a:spLocks noGrp="1"/>
          </p:cNvSpPr>
          <p:nvPr/>
        </p:nvSpPr>
        <p:spPr>
          <a:xfrm rot="0">
            <a:off x="4483100" y="1511300"/>
            <a:ext cx="368300" cy="4406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br/>
            <a:br/>
            <a:br/>
            <a:br/>
            <a:br/>
            <a:br/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04/28</a:t>
            </a:r>
            <a:br/>
            <a:br/>
            <a:br/>
            <a:br/>
            <a:br/>
          </a:p>
        </p:txBody>
      </p:sp>
      <p:sp>
        <p:nvSpPr>
          <p:cNvPr id="1175819833" name="Text">
    </p:cNvPr>
          <p:cNvSpPr>
            <a:spLocks noGrp="1"/>
          </p:cNvSpPr>
          <p:nvPr/>
        </p:nvSpPr>
        <p:spPr>
          <a:xfrm rot="0">
            <a:off x="4851400" y="1511300"/>
            <a:ext cx="368300" cy="4406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br/>
            <a:br/>
            <a:br/>
            <a:br/>
            <a:br/>
            <a:br/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03/26</a:t>
            </a:r>
            <a:br/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03/28</a:t>
            </a:r>
            <a:br/>
            <a:br/>
            <a:br/>
            <a:br/>
            <a:br/>
          </a:p>
        </p:txBody>
      </p:sp>
      <p:sp>
        <p:nvSpPr>
          <p:cNvPr id="141796453" name="Text">
    </p:cNvPr>
          <p:cNvSpPr>
            <a:spLocks noGrp="1"/>
          </p:cNvSpPr>
          <p:nvPr/>
        </p:nvSpPr>
        <p:spPr>
          <a:xfrm rot="0">
            <a:off x="4114800" y="1511300"/>
            <a:ext cx="368300" cy="4406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  <a:br/>
            <a:br/>
            <a:br/>
            <a:br/>
            <a:br/>
            <a:br/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03/01</a:t>
            </a:r>
            <a:br/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03/26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03/28</a:t>
            </a:r>
            <a:br/>
            <a:br/>
            <a:br/>
            <a:br/>
            <a:br/>
          </a:p>
        </p:txBody>
      </p:sp>
      <p:sp>
        <p:nvSpPr>
          <p:cNvPr id="1862145628" name="Text">
    </p:cNvPr>
          <p:cNvSpPr>
            <a:spLocks noGrp="1"/>
          </p:cNvSpPr>
          <p:nvPr/>
        </p:nvSpPr>
        <p:spPr>
          <a:xfrm rot="0">
            <a:off x="660400" y="1511300"/>
            <a:ext cx="3454400" cy="4406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0916199" name="Text">
    </p:cNvPr>
          <p:cNvSpPr>
            <a:spLocks noGrp="1"/>
          </p:cNvSpPr>
          <p:nvPr/>
        </p:nvSpPr>
        <p:spPr>
          <a:xfrm rot="0">
            <a:off x="5880100" y="1511300"/>
            <a:ext cx="3454400" cy="4406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