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[2024.04.23 ~ 2024.04.29]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4월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31661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02458095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3831245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12800490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5756925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10503431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706575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6820313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7547468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048157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50262700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484323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7066047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282263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19304743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19011961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909080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180110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25676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074343438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706442879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75434557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2342060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6584463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9065891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4560875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0363699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642603953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0904091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92470028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34252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39841849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8289447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962694515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91069853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612815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9661869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93465614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00876915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60945714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1842993178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9762159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041848294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8142780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9897771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8926386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76665478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23183906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772514161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05555671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277083484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3034822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6585302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3410287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5207591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8787363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3472939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IOS 만료된 Profile 변경 후 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'CCS 사전점검'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관리자&gt;soft skill 사외평가-미평가 시에도PASS,FAIL 수정 가능하도록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품질성적서 &gt; 거래처별 품질성적서 내 컬럼 필터 미적용 개선</a:t>
            </a:r>
          </a:p>
        </p:txBody>
      </p:sp>
      <p:sp>
        <p:nvSpPr>
          <p:cNvPr id="49773734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5055832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79940545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</a:p>
        </p:txBody>
      </p:sp>
      <p:sp>
        <p:nvSpPr>
          <p:cNvPr id="76338112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2467839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8441355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06211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603833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69449242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83903679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구매처코드 생성 오류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신규개발(ZCOR9040)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기술검수 테이블에 검수부서 공백이면 세무팀 넣는 로직 제거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2024.04.24 프리미엄 단위 환산계수 적용 - 소숫점단위 오차 정정로직 추가</a:t>
            </a:r>
          </a:p>
        </p:txBody>
      </p:sp>
      <p:sp>
        <p:nvSpPr>
          <p:cNvPr id="94201738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101718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8591273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</a:p>
        </p:txBody>
      </p:sp>
      <p:sp>
        <p:nvSpPr>
          <p:cNvPr id="689491886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924484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593903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1288217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225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3688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917343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233410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557973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224749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1877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34177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92885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44060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11332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42896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33802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3173103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22747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238340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</a:p>
        </p:txBody>
      </p:sp>
      <p:sp>
        <p:nvSpPr>
          <p:cNvPr id="7001577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</a:p>
        </p:txBody>
      </p:sp>
      <p:sp>
        <p:nvSpPr>
          <p:cNvPr id="50539114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7696138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7348483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재처리시 최종승인 5가 나왔을때 전표생성이 안됨(ZFIR9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047)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어음 결산 프로그램 성능 및 유지보수(ZTRR1810, ZTRR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1830)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신규개발(ZCOR9040)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생성 오류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자산승인요청 중 특정 자산 승인 불가 프로세스 분석 및 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결(ZFIR9031N)</a:t>
            </a:r>
          </a:p>
        </p:txBody>
      </p:sp>
      <p:sp>
        <p:nvSpPr>
          <p:cNvPr id="17107726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052456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093494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1192178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32794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21966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3804142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69590161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21009894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295580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877063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 테이블에 검수부서 공백이면 세무팀 넣는 로직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43530138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8063718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2664618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83841823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54538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0075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92274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26511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222953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25713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69532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60611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69640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518300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18309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462947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87881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51901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554470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907420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6487641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</a:p>
        </p:txBody>
      </p:sp>
      <p:sp>
        <p:nvSpPr>
          <p:cNvPr id="1880411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5295118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33310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6690250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File System 가용공간 부족에 따른 오래된 감사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로그 삭제작업(2020년 로그삭제)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'24년도 1분기 용인센터/온산공장 NT서버 보안패치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해당 SAP 시스템 서비스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S-imoms Integration 시스템 RFC 통신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4190728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9199904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5832654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13267175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1580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30581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6501088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8197258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79860136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5726167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315023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정복:15장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정복:16장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정복:17장 공부하기</a:t>
            </a:r>
          </a:p>
        </p:txBody>
      </p:sp>
      <p:sp>
        <p:nvSpPr>
          <p:cNvPr id="3681656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57456641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6715792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25300173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24453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846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10533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24392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256102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816132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831253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32576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754606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77198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5428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270952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80948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26859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881927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06786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845250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14257389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7392525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2209923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837767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14241388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2014606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21036827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5509289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39719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65406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184607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</a:p>
        </p:txBody>
      </p:sp>
      <p:sp>
        <p:nvSpPr>
          <p:cNvPr id="132241438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출입관리시스템(안면인식)기록 자동 연동 구축 적용(5/1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</a:p>
        </p:txBody>
      </p:sp>
      <p:sp>
        <p:nvSpPr>
          <p:cNvPr id="2105189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7233557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14237214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분석(화면/db설계,메뉴등록 등)- [ITSM-110598] HCM Cloud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연동 교육이력 일자오류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[ITSM-103052] 출입관리시스템(안면인식)기록자동연동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소스수정- [ITSM-110588] 국내출장비 신청서의 동행자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메뉴 비활성화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개발(web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list화면 20%)- 휴가신청시 사용가능한 휴가코드 조정 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개발(web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list화면 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[ITSM-110737] 근태기록부확인(부서장)상 검색 자료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회오류 수정- 노조전임 해촉이후 연차의무사용일수 로직 점검</a:t>
            </a:r>
          </a:p>
        </p:txBody>
      </p:sp>
      <p:sp>
        <p:nvSpPr>
          <p:cNvPr id="4205745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0036954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9907032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18902180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66815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5640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87520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43137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50145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60657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25584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25838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62058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14440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32800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61448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37559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0757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84419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014936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55345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9200084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HCM alert 메일 송부 10%</a:t>
            </a:r>
          </a:p>
        </p:txBody>
      </p:sp>
      <p:sp>
        <p:nvSpPr>
          <p:cNvPr id="164449977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1074880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296461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급여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건강보험 연말정산 결과 업로드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연동 정보 - picklist 날짜 형식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HCM alert 메일 송부</a:t>
            </a:r>
          </a:p>
        </p:txBody>
      </p:sp>
      <p:sp>
        <p:nvSpPr>
          <p:cNvPr id="12750677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794302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2955471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9971895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8132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220268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5912487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7074382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5237095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406297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3563197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[ITSM-102996][SD]2024.04.24 프리미엄 단위 환산계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적용 - 소숫점단위 오차 정정로직 추가</a:t>
            </a:r>
          </a:p>
        </p:txBody>
      </p:sp>
      <p:sp>
        <p:nvSpPr>
          <p:cNvPr id="50915483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95086053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0785524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</a:p>
        </p:txBody>
      </p:sp>
      <p:sp>
        <p:nvSpPr>
          <p:cNvPr id="35631212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430934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0115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20792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02125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4044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591671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297085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12163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49952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74634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7296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2604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40923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00100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36501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57087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618614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19081022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ITSM-110623	유니폼 제어로직 수정</a:t>
            </a:r>
          </a:p>
        </p:txBody>
      </p:sp>
      <p:sp>
        <p:nvSpPr>
          <p:cNvPr id="12342832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474410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687287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ITSM-110191 e-Biz CI 시설관리(협력사용) 검수요청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 버튼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ITSM-110437 e-Biz 가격등록 메뉴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ITSM-110481 법인카드(임원 체력단련비) 정산 관련,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원복요청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ITSM-110623	유니폼 제어로직 수정</a:t>
            </a:r>
          </a:p>
        </p:txBody>
      </p:sp>
      <p:sp>
        <p:nvSpPr>
          <p:cNvPr id="10450341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20596657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5941648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40980481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75514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22554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432178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89291263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11824406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8854202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136390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소스코드 점검 처리</a:t>
            </a:r>
          </a:p>
        </p:txBody>
      </p:sp>
      <p:sp>
        <p:nvSpPr>
          <p:cNvPr id="116818850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46264207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51839131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1250846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25300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9791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38043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96501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942691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73188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793923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85036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48589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99042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12074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75415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16186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10784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559082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82874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5986261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294291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6146588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760385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587068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702821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517623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18355711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7220820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01715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41001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20619093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304658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0472088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9480781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881388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ITSM-110552 변경수행자 변경ITSM-110554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만료된 Profile 변경 후 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 mobile webview scroll 장애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Fortify 취약점 점검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GW_mobile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ITSM-110695 견적서 삭제ITSM-110818 데이터작업서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166418006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6924852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4406449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1902273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23576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5218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88402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7289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05027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72158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200880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6837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45312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87274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62980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67165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2838412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27391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44115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229165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5615547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6797895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SAP Test 및 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360 Migration</a:t>
            </a:r>
          </a:p>
        </p:txBody>
      </p:sp>
      <p:sp>
        <p:nvSpPr>
          <p:cNvPr id="20040001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848185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16081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 송금' 새벽 작업 작업 불가 결제 번호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및 녹화, 담당자 전달, vbs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작업 수행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 논의 및 삼성SDS 담당자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협의</a:t>
            </a:r>
          </a:p>
        </p:txBody>
      </p:sp>
      <p:sp>
        <p:nvSpPr>
          <p:cNvPr id="7860062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73349972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281864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3966849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3261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13101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2981516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0580804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2271912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1032640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062141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20600725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57610155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881270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4838616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166014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9909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5216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66917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08235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54918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662546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0649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9806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09481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128236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955994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0781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48535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94924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600190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0245120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59407247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ITSM-110729CP 결재 새문서 ［마곡］ 탭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추가 요청</a:t>
            </a:r>
          </a:p>
        </p:txBody>
      </p:sp>
      <p:sp>
        <p:nvSpPr>
          <p:cNvPr id="89984776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0178794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74641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ITSM-110580, ITSM-110594, ITSM-110639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ITSM-110654, ITSM-110683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ITSM-110704, ITSM-110700, ITSM-110714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ITSM-110726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ITSM-110745, ITSM-110753, ITSM-110801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ITSM-110816, ITSM-110825</a:t>
            </a:r>
          </a:p>
        </p:txBody>
      </p:sp>
      <p:sp>
        <p:nvSpPr>
          <p:cNvPr id="16537034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1345943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59083300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6428424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00144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1663182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387731880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915695082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ITSM-110793 LMS 관리자 시스템 개선</a:t>
            </a:r>
          </a:p>
        </p:txBody>
      </p:sp>
      <p:sp>
        <p:nvSpPr>
          <p:cNvPr id="1105139220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7329208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116518137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배치 실행시 현재 미사용중인 KRI들을(RI-43,RI-4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5,RI-46,RI-47,RI-60,RI-61,RI-93) 배치 실행시 제외처리.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ERS에 개정오류 확인 및 재개정 처리(RHDS3-P-3302)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프로그램 내역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관리자&gt;soft skill 사외평가-미평가 시에도PASS,FAIL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가능하도록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ERM-SHE ORACLE DB 데이터 연계시 SHEDB 서버 업그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레이드관련 데이터 조회 및 생성안되는 오류 확인 및 SHEDB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서버 패치 작업후 모니터링 및 데이터 연계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ITSM-110793 LMS 관리자 시스템 개선</a:t>
            </a:r>
          </a:p>
        </p:txBody>
      </p:sp>
      <p:sp>
        <p:nvSpPr>
          <p:cNvPr id="1804141026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390400817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090966675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5693133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528477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993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71603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32006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03460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526424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413256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65544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47961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0136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63607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85833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40287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72263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38056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73030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4121560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146419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 </a:t>
            </a:r>
          </a:p>
        </p:txBody>
      </p:sp>
      <p:sp>
        <p:nvSpPr>
          <p:cNvPr id="20799422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8480861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929316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제작번호 생성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구미지사 상품권 판매 PC 카드리더기 오류 원격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고객 Master 거래처 (무재해 달성) 할인율 0%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HQWMSDEV01 WMS 개발서버 servlet 접근 관련 기존 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-&gt; 도메인 형식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GCMS, WMS, EWS 보안패치 작업</a:t>
            </a:r>
          </a:p>
        </p:txBody>
      </p:sp>
      <p:sp>
        <p:nvSpPr>
          <p:cNvPr id="14071882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</a:p>
        </p:txBody>
      </p:sp>
      <p:sp>
        <p:nvSpPr>
          <p:cNvPr id="167171744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</a:p>
        </p:txBody>
      </p:sp>
      <p:sp>
        <p:nvSpPr>
          <p:cNvPr id="20681176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207476016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11602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0514952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260209302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644239714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컬럼 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락 추가 [ITSM-110813]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설치 및 가이드 (인수인계)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 ( + 24일,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발생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2024_ISMS(P)_CRM_2차 인터뷰_F/W 필요사항 작성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'제주저유소(3203)' / 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경유(4007)' - 삭제 실패 Error 점검</a:t>
            </a:r>
          </a:p>
        </p:txBody>
      </p:sp>
      <p:sp>
        <p:nvSpPr>
          <p:cNvPr id="899219008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47570034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00706438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미적용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개선 [ITSM-110556]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컬럼 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락 추가 [ITSM-110813]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2024. 03월분 정기점검서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감사팀 및 모의해킹 권한 회수 수행 [ITSM-110810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 ( + 24일,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발생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'제주저유소(3203)' / 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경유(4007)' - 삭제 실패 Error 점검</a:t>
            </a:r>
          </a:p>
        </p:txBody>
      </p:sp>
      <p:sp>
        <p:nvSpPr>
          <p:cNvPr id="1604282202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755492887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4851665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250424176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952205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8768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02133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03961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888952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190361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10776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59472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82510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356405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85173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15472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25399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00636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4992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90386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6874985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4167405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2139011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023853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3962405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인수인계</a:t>
            </a:r>
          </a:p>
        </p:txBody>
      </p:sp>
      <p:sp>
        <p:nvSpPr>
          <p:cNvPr id="20869645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2401801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7371874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</a:p>
        </p:txBody>
      </p:sp>
      <p:sp>
        <p:nvSpPr>
          <p:cNvPr id="19401093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749852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공현호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