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7106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14607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519561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7684467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968066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898486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680339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8359997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2752619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3878776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20160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46265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887415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6761991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1825681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1932565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4738700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특관자 거래내역 수정요청 추가수정(ZTRR7000)</a:t>
            </a:r>
          </a:p>
        </p:txBody>
      </p:sp>
      <p:sp>
        <p:nvSpPr>
          <p:cNvPr id="115417600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70418197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33438746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자산거래 요청 오류 원인 분석 및 해결(ZFIR9030)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휴가,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구매처코드 생성 오류 분석및해결(ZFIR9057)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수불 자재 관련 로직 수정(ZCOR6332)</a:t>
            </a:r>
          </a:p>
        </p:txBody>
      </p:sp>
      <p:sp>
        <p:nvSpPr>
          <p:cNvPr id="26655627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2950671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213425951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51075065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39646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410225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71178997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</a:p>
        </p:txBody>
      </p:sp>
      <p:sp>
        <p:nvSpPr>
          <p:cNvPr id="193136241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</a:p>
        </p:txBody>
      </p:sp>
      <p:sp>
        <p:nvSpPr>
          <p:cNvPr id="42058870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971697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57255392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ZIM650R (제품 구입 물품대 및 비용문서 조회) 상 필드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수급상황기록부 수출입관리 프로그램 업그레이드 요청</a:t>
            </a:r>
          </a:p>
        </p:txBody>
      </p:sp>
      <p:sp>
        <p:nvSpPr>
          <p:cNvPr id="154609326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22102406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7791381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22651268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405292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11986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7512748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02793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0033550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9287952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7596085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257848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613961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009352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989694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12295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960330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5179483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310490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5638381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102715096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14642071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23년 노후 서버 교체, VM 이관 작업에 따른 서비스 점검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 ((구)ERP 조회용)</a:t>
            </a:r>
          </a:p>
        </p:txBody>
      </p:sp>
      <p:sp>
        <p:nvSpPr>
          <p:cNvPr id="5258364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6224449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08487226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BW운영과 상품권(GIFTPRD)서버 시스템 간 Connection 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 발생으로 확인 및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Firori Web 멀티플 로그온 방지에 대한 SAP확인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내용전달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관련 BW개발자 업무지원(삼성SDS)</a:t>
            </a:r>
          </a:p>
        </p:txBody>
      </p:sp>
      <p:sp>
        <p:nvSpPr>
          <p:cNvPr id="46762499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95919071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84442705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</a:p>
        </p:txBody>
      </p:sp>
      <p:sp>
        <p:nvSpPr>
          <p:cNvPr id="88814649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652965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956314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49655542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69714682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6704899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92893226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68942376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정복:6장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정복:7장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정복:8장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정복:9장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정복:10장 공부하기</a:t>
            </a:r>
          </a:p>
        </p:txBody>
      </p:sp>
      <p:sp>
        <p:nvSpPr>
          <p:cNvPr id="182354094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12109201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203512166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86025365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90821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15445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77316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3800041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872274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793880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501066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6832418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8125381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72747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7844343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80161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2636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2718441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345235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7085886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</a:p>
        </p:txBody>
      </p:sp>
      <p:sp>
        <p:nvSpPr>
          <p:cNvPr id="8006676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br/>
          </a:p>
        </p:txBody>
      </p:sp>
      <p:sp>
        <p:nvSpPr>
          <p:cNvPr id="8259932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ZMMR4061 - 서비스 입력시트 -&gt; 서비스라인별 기성실적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상세 통지 조회 기능* W/O에 대한 통지, 이력통지 조회 기능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</a:t>
            </a:r>
          </a:p>
        </p:txBody>
      </p:sp>
      <p:sp>
        <p:nvSpPr>
          <p:cNvPr id="158042196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59316779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4931895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ZMMR4061 - 서비스 입력시트 -&gt; 서비스라인별 기성실적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상세 통지 조회 기능* W/O에 대한 통지, 이력통지 조회 기능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</a:t>
            </a:r>
          </a:p>
        </p:txBody>
      </p:sp>
      <p:sp>
        <p:nvSpPr>
          <p:cNvPr id="159303657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</a:p>
        </p:txBody>
      </p:sp>
      <p:sp>
        <p:nvSpPr>
          <p:cNvPr id="44658655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br/>
          </a:p>
        </p:txBody>
      </p:sp>
      <p:sp>
        <p:nvSpPr>
          <p:cNvPr id="179350175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br/>
          </a:p>
        </p:txBody>
      </p:sp>
      <p:sp>
        <p:nvSpPr>
          <p:cNvPr id="20348616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64439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907927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25016945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99243947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출입관리시스템(안면인식)기록 자동 연동 구축 적용(5/1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</a:p>
        </p:txBody>
      </p:sp>
      <p:sp>
        <p:nvSpPr>
          <p:cNvPr id="32555986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9205696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657471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근태확인서 메일발송시 메뉴링크추가 - 공장 중식비예외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급여반영일자 자동처리 테스트- 의료비지원 승인저장시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류(가족 주민번호 상이:PA0540)- 생활안정자금 최종대출금액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수정(PA9412:6건)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공장 중식비예외자 신청 운영시스템 반영(결재 분기 포함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)- 국내출장비 신청서의 동행자 입력메뉴 비활성화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공장 중식비예외자 사용방법 안내- 특별휴가 보상 오류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데이터 수정- 특근과다발생 예외(자)조직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정산완료된 해외출장비 재신청 가능토록 데이터 수정-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활안정자금 대출기간 차이에 대한 원인분석(기간 반올림)</a:t>
            </a:r>
          </a:p>
        </p:txBody>
      </p:sp>
      <p:sp>
        <p:nvSpPr>
          <p:cNvPr id="15409078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66842732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194279177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38738028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855281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47273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3938379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535038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3584883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26215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1934852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778860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77788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8627741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9358224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20776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511287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506935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6785020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633069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55441314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</a:p>
        </p:txBody>
      </p:sp>
      <p:sp>
        <p:nvSpPr>
          <p:cNvPr id="69230537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 80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공제자료 급여 전송시 급여반영된 자료(사번,직책, 직군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등)와 인사정보 일치 되도록 반영 요청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퇴직월급여명세서 내 과세소득총액 표기 요청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휴먼에러 방지 위해 직위 표기란에 직위/직책 함께 표기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70%</a:t>
            </a:r>
          </a:p>
        </p:txBody>
      </p:sp>
      <p:sp>
        <p:nvSpPr>
          <p:cNvPr id="14324790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32473468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09091127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퇴직월급여명세서 내 과세소득총액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휴먼에러 방지 위해 직위 표기란에 직위/직책 함께 표기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SAP HR 근태기록부확인(부서장) 메일 발송 시, 해당화면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링크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급여확인 메일 전송 문구 변경 요청</a:t>
            </a:r>
          </a:p>
        </p:txBody>
      </p:sp>
      <p:sp>
        <p:nvSpPr>
          <p:cNvPr id="12117076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3048585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4/5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4/9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4/9</a:t>
            </a:r>
            <a:br/>
          </a:p>
        </p:txBody>
      </p:sp>
      <p:sp>
        <p:nvSpPr>
          <p:cNvPr id="14982217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</a:p>
        </p:txBody>
      </p:sp>
      <p:sp>
        <p:nvSpPr>
          <p:cNvPr id="59809188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033497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002506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60688750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29502991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44392846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4277046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86368783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205881349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67487613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89576150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34846676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484601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