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804613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967838006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0897806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834574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4827086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533207701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97277394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974875741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301037960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5579744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375100058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2000907656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484583147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08710228" name="Frame"/>
          <p:cNvSpPr>
            <a:spLocks noGrp="1"/>
          </p:cNvSpPr>
          <p:nvPr/>
        </p:nvSpPr>
        <p:spPr>
          <a:xfrm>
            <a:off x="25400" y="49403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566967029" name="Text">
    </p:cNvPr>
          <p:cNvSpPr>
            <a:spLocks noGrp="1"/>
          </p:cNvSpPr>
          <p:nvPr/>
        </p:nvSpPr>
        <p:spPr>
          <a:xfrm rot="0">
            <a:off x="152400" y="49657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300769897" name="Text">
    </p:cNvPr>
          <p:cNvSpPr>
            <a:spLocks noGrp="1"/>
          </p:cNvSpPr>
          <p:nvPr/>
        </p:nvSpPr>
        <p:spPr>
          <a:xfrm rot="0">
            <a:off x="6451600" y="54991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17609627" name="Text">
    </p:cNvPr>
          <p:cNvSpPr>
            <a:spLocks noGrp="1"/>
          </p:cNvSpPr>
          <p:nvPr/>
        </p:nvSpPr>
        <p:spPr>
          <a:xfrm rot="0">
            <a:off x="2057400" y="54991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17083548" name="Text">
    </p:cNvPr>
          <p:cNvSpPr>
            <a:spLocks noGrp="1"/>
          </p:cNvSpPr>
          <p:nvPr/>
        </p:nvSpPr>
        <p:spPr>
          <a:xfrm rot="0">
            <a:off x="101600" y="54991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46746226" name="Text">
    </p:cNvPr>
          <p:cNvSpPr>
            <a:spLocks noGrp="1"/>
          </p:cNvSpPr>
          <p:nvPr/>
        </p:nvSpPr>
        <p:spPr>
          <a:xfrm rot="0">
            <a:off x="101600" y="52578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416112874" name="Text">
    </p:cNvPr>
          <p:cNvSpPr>
            <a:spLocks noGrp="1"/>
          </p:cNvSpPr>
          <p:nvPr/>
        </p:nvSpPr>
        <p:spPr>
          <a:xfrm rot="0">
            <a:off x="2057400" y="52578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53400790" name="Text">
    </p:cNvPr>
          <p:cNvSpPr>
            <a:spLocks noGrp="1"/>
          </p:cNvSpPr>
          <p:nvPr/>
        </p:nvSpPr>
        <p:spPr>
          <a:xfrm rot="0">
            <a:off x="6451600" y="52578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369201392" name="Text">
    </p:cNvPr>
          <p:cNvSpPr>
            <a:spLocks noGrp="1"/>
          </p:cNvSpPr>
          <p:nvPr/>
        </p:nvSpPr>
        <p:spPr>
          <a:xfrm rot="0">
            <a:off x="101600" y="57912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34664511" name="Text">
    </p:cNvPr>
          <p:cNvSpPr>
            <a:spLocks noGrp="1"/>
          </p:cNvSpPr>
          <p:nvPr/>
        </p:nvSpPr>
        <p:spPr>
          <a:xfrm rot="0">
            <a:off x="6451600" y="57912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49780821" name="Text">
    </p:cNvPr>
          <p:cNvSpPr>
            <a:spLocks noGrp="1"/>
          </p:cNvSpPr>
          <p:nvPr/>
        </p:nvSpPr>
        <p:spPr>
          <a:xfrm rot="0">
            <a:off x="2057400" y="57912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9629009" name="Text">
    </p:cNvPr>
          <p:cNvSpPr>
            <a:spLocks noGrp="1"/>
          </p:cNvSpPr>
          <p:nvPr/>
        </p:nvSpPr>
        <p:spPr>
          <a:xfrm rot="0">
            <a:off x="1244600" y="57912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68485362" name="Text">
    </p:cNvPr>
          <p:cNvSpPr>
            <a:spLocks noGrp="1"/>
          </p:cNvSpPr>
          <p:nvPr/>
        </p:nvSpPr>
        <p:spPr>
          <a:xfrm rot="0">
            <a:off x="1244600" y="54991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55981323" name="Text">
    </p:cNvPr>
          <p:cNvSpPr>
            <a:spLocks noGrp="1"/>
          </p:cNvSpPr>
          <p:nvPr/>
        </p:nvSpPr>
        <p:spPr>
          <a:xfrm rot="0">
            <a:off x="1244600" y="52578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738611647" name="Text">
    </p:cNvPr>
          <p:cNvSpPr>
            <a:spLocks noGrp="1"/>
          </p:cNvSpPr>
          <p:nvPr/>
        </p:nvSpPr>
        <p:spPr>
          <a:xfrm rot="0">
            <a:off x="8102600" y="57912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46630067" name="Text">
    </p:cNvPr>
          <p:cNvSpPr>
            <a:spLocks noGrp="1"/>
          </p:cNvSpPr>
          <p:nvPr/>
        </p:nvSpPr>
        <p:spPr>
          <a:xfrm rot="0">
            <a:off x="8102600" y="52578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389978264" name="Text">
    </p:cNvPr>
          <p:cNvSpPr>
            <a:spLocks noGrp="1"/>
          </p:cNvSpPr>
          <p:nvPr/>
        </p:nvSpPr>
        <p:spPr>
          <a:xfrm rot="0">
            <a:off x="8102600" y="54991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12412404" name="Frame"/>
          <p:cNvSpPr>
            <a:spLocks noGrp="1"/>
          </p:cNvSpPr>
          <p:nvPr/>
        </p:nvSpPr>
        <p:spPr>
          <a:xfrm>
            <a:off x="101600" y="2832100"/>
            <a:ext cx="9779000" cy="194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677588319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17401892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2139691733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150111914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20939883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172296718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924604370" name="Frame"/>
          <p:cNvSpPr>
            <a:spLocks noGrp="1"/>
          </p:cNvSpPr>
          <p:nvPr/>
        </p:nvSpPr>
        <p:spPr>
          <a:xfrm>
            <a:off x="165100" y="41529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553020718" name="Text">
    </p:cNvPr>
          <p:cNvSpPr>
            <a:spLocks noGrp="1"/>
          </p:cNvSpPr>
          <p:nvPr/>
        </p:nvSpPr>
        <p:spPr>
          <a:xfrm rot="0">
            <a:off x="165100" y="41275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615260575" name="Text">
    </p:cNvPr>
          <p:cNvSpPr>
            <a:spLocks noGrp="1"/>
          </p:cNvSpPr>
          <p:nvPr/>
        </p:nvSpPr>
        <p:spPr>
          <a:xfrm rot="0">
            <a:off x="965200" y="41783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기안지 전결근거 관련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[ERM] 사이버보안 컴플라이언스 점검 결과 프로그램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신용보증기금 연동 모듈 변경에 따른 설치 및 테스트</a:t>
            </a:r>
          </a:p>
        </p:txBody>
      </p:sp>
      <p:sp>
        <p:nvSpPr>
          <p:cNvPr id="535359136" name="Text">
    </p:cNvPr>
          <p:cNvSpPr>
            <a:spLocks noGrp="1"/>
          </p:cNvSpPr>
          <p:nvPr/>
        </p:nvSpPr>
        <p:spPr>
          <a:xfrm rot="0">
            <a:off x="7239000" y="41783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411052862" name="Text">
    </p:cNvPr>
          <p:cNvSpPr>
            <a:spLocks noGrp="1"/>
          </p:cNvSpPr>
          <p:nvPr/>
        </p:nvSpPr>
        <p:spPr>
          <a:xfrm rot="0">
            <a:off x="5549900" y="41783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</a:p>
        </p:txBody>
      </p:sp>
      <p:sp>
        <p:nvSpPr>
          <p:cNvPr id="23560404" name="Text">
    </p:cNvPr>
          <p:cNvSpPr>
            <a:spLocks noGrp="1"/>
          </p:cNvSpPr>
          <p:nvPr/>
        </p:nvSpPr>
        <p:spPr>
          <a:xfrm rot="0">
            <a:off x="901700" y="41275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41041598" name="Text">
    </p:cNvPr>
          <p:cNvSpPr>
            <a:spLocks noGrp="1"/>
          </p:cNvSpPr>
          <p:nvPr/>
        </p:nvSpPr>
        <p:spPr>
          <a:xfrm rot="0">
            <a:off x="6121400" y="41275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74452592" name="Text">
    </p:cNvPr>
          <p:cNvSpPr>
            <a:spLocks noGrp="1"/>
          </p:cNvSpPr>
          <p:nvPr/>
        </p:nvSpPr>
        <p:spPr>
          <a:xfrm rot="0">
            <a:off x="5549900" y="41275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36295363" name="Frame"/>
          <p:cNvSpPr>
            <a:spLocks noGrp="1"/>
          </p:cNvSpPr>
          <p:nvPr/>
        </p:nvSpPr>
        <p:spPr>
          <a:xfrm>
            <a:off x="165100" y="34544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573269449" name="Text">
    </p:cNvPr>
          <p:cNvSpPr>
            <a:spLocks noGrp="1"/>
          </p:cNvSpPr>
          <p:nvPr/>
        </p:nvSpPr>
        <p:spPr>
          <a:xfrm rot="0">
            <a:off x="165100" y="34544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899444011" name="Text">
    </p:cNvPr>
          <p:cNvSpPr>
            <a:spLocks noGrp="1"/>
          </p:cNvSpPr>
          <p:nvPr/>
        </p:nvSpPr>
        <p:spPr>
          <a:xfrm rot="0">
            <a:off x="965200" y="35306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PP(Polypropylene) 제품별 원가내역 조회 Report 개발 요청(ZPCOR2030)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ITSM-107407 자영대리점 거래처 관리업무 간소화 추진(1차)</a:t>
            </a:r>
          </a:p>
        </p:txBody>
      </p:sp>
      <p:sp>
        <p:nvSpPr>
          <p:cNvPr id="1363410799" name="Text">
    </p:cNvPr>
          <p:cNvSpPr>
            <a:spLocks noGrp="1"/>
          </p:cNvSpPr>
          <p:nvPr/>
        </p:nvSpPr>
        <p:spPr>
          <a:xfrm rot="0">
            <a:off x="7239000" y="35306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999405995" name="Text">
    </p:cNvPr>
          <p:cNvSpPr>
            <a:spLocks noGrp="1"/>
          </p:cNvSpPr>
          <p:nvPr/>
        </p:nvSpPr>
        <p:spPr>
          <a:xfrm rot="0">
            <a:off x="5549900" y="35306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</a:p>
        </p:txBody>
      </p:sp>
      <p:sp>
        <p:nvSpPr>
          <p:cNvPr id="240170410" name="Text">
    </p:cNvPr>
          <p:cNvSpPr>
            <a:spLocks noGrp="1"/>
          </p:cNvSpPr>
          <p:nvPr/>
        </p:nvSpPr>
        <p:spPr>
          <a:xfrm rot="0">
            <a:off x="901700" y="34544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75864612" name="Text">
    </p:cNvPr>
          <p:cNvSpPr>
            <a:spLocks noGrp="1"/>
          </p:cNvSpPr>
          <p:nvPr/>
        </p:nvSpPr>
        <p:spPr>
          <a:xfrm rot="0">
            <a:off x="6121400" y="34544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0538382" name="Text">
    </p:cNvPr>
          <p:cNvSpPr>
            <a:spLocks noGrp="1"/>
          </p:cNvSpPr>
          <p:nvPr/>
        </p:nvSpPr>
        <p:spPr>
          <a:xfrm rot="0">
            <a:off x="5549900" y="34544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65734002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71880773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694484994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870931089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[RPA] A360 ruuner04 신규러너 작동불가 원인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소프트 스킬 관련 LMS 시스템 개선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ITSM-110068 학습자료실 내 게시판 명칭 변경 및 자료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[전자결재 신규 신청서 개발] 팀리더 경조금 신청서</a:t>
            </a:r>
          </a:p>
        </p:txBody>
      </p:sp>
      <p:sp>
        <p:nvSpPr>
          <p:cNvPr id="1610791178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410378229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319487151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</a:p>
        </p:txBody>
      </p:sp>
      <p:sp>
        <p:nvSpPr>
          <p:cNvPr id="4969286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78982572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20404966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49934184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964956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210499616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967489106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수불 자재 관련 로직 수정(ZCOR6332)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구매처코드 생성 오류 분석및해결(ZFIR9057)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ZIM650R (제품 구입 물품대 및 비용문서 조회) 상 필드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수급상황기록부 수출입관리 프로그램 업그레이드 요청</a:t>
            </a:r>
          </a:p>
        </p:txBody>
      </p:sp>
      <p:sp>
        <p:nvSpPr>
          <p:cNvPr id="702751445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517206261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612318413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</a:p>
        </p:txBody>
      </p:sp>
      <p:sp>
        <p:nvSpPr>
          <p:cNvPr id="216933562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17862776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31684416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24527436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