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56569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90026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24393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6167706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488953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243454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6366027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4093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93710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2550294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84233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72932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63906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77943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122421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2027915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</a:p>
        </p:txBody>
      </p:sp>
      <p:sp>
        <p:nvSpPr>
          <p:cNvPr id="126225681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ITSM-109651 e-Biz 접속화면에 에쓰오일 사보 게재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ITSM-110081 e-Biz 주문등록 메뉴 담당자 조회필터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가요청</a:t>
            </a:r>
          </a:p>
        </p:txBody>
      </p:sp>
      <p:sp>
        <p:nvSpPr>
          <p:cNvPr id="1525423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5823920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40592723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ITSM-109651 e-Biz 접속화면에 에쓰오일 사보 게재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ITSM-110016 법인카드 정산 신청서 결재 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ITSM-110081 e-Biz 주문등록 메뉴 담당자 조회필터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가요청</a:t>
            </a:r>
          </a:p>
        </p:txBody>
      </p:sp>
      <p:sp>
        <p:nvSpPr>
          <p:cNvPr id="93479260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410000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5330721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</a:p>
        </p:txBody>
      </p:sp>
      <p:sp>
        <p:nvSpPr>
          <p:cNvPr id="33783246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22837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59623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07321516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202819576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16861057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233117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5885002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Comment 리스트 작업</a:t>
            </a:r>
          </a:p>
        </p:txBody>
      </p:sp>
      <p:sp>
        <p:nvSpPr>
          <p:cNvPr id="31412909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536873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22639303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81882310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155750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5190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88804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14954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818309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567984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3300969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36249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99285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199064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36810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28096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335482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9393744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697061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329697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844354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8146317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203935522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1617478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3620753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123621764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0749700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93691335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09032765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92403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250530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09439801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77506362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16304926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5105765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5064150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push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ITSM-109515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ITSM-108150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ITSM-107461 예상완료일 변경결과ITSM-109112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결과 작성ITSM-110090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ITSM-110165 변경결과 작성</a:t>
            </a:r>
          </a:p>
        </p:txBody>
      </p:sp>
      <p:sp>
        <p:nvSpPr>
          <p:cNvPr id="163987746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82980596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31633033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9847154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112450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1131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898701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910887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5209171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62450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321668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1660598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08271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64310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244628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14824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97430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97551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82421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576752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73401844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2346577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141695763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99737302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897236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Migration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외화송금대사' 작업 프로세스 변경으로 인한 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셀 함수 재설정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'#1 회계지급전표 증빙대사' 작업 분류 E(e-sero/역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분개)로 넘어간 원인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RPA 의견에 따른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원인 확인 담당자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I/F정의서 정리 엑셀 최신화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[PPS/전자계약] 취약점 조치 장비 및 사용자 계정 확인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ruuner04 신규러너 작동불가 원인 확인</a:t>
            </a:r>
          </a:p>
        </p:txBody>
      </p:sp>
      <p:sp>
        <p:nvSpPr>
          <p:cNvPr id="20204755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6822514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72027268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</a:p>
        </p:txBody>
      </p:sp>
      <p:sp>
        <p:nvSpPr>
          <p:cNvPr id="49873899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71254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099231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08697092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</a:p>
        </p:txBody>
      </p:sp>
      <p:sp>
        <p:nvSpPr>
          <p:cNvPr id="21016593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</a:p>
        </p:txBody>
      </p:sp>
      <p:sp>
        <p:nvSpPr>
          <p:cNvPr id="14004523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6087949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598106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소프트 스킬 관련 LMS 시스템 개선 외</a:t>
            </a:r>
          </a:p>
        </p:txBody>
      </p:sp>
      <p:sp>
        <p:nvSpPr>
          <p:cNvPr id="11072192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53895973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70515994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163097292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95974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0212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30475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09207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042716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776498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060394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31546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4880817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872268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53317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7510792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409001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83830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6780046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457014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6071246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2051500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메뉴(작업계획서)		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ITSM-110097작업 정산서 팝업 창 전체 화면 기능 추가</a:t>
            </a:r>
          </a:p>
        </p:txBody>
      </p:sp>
      <p:sp>
        <p:nvSpPr>
          <p:cNvPr id="7269131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220922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1935722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		-&gt; 프로시저 수정,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ITSM-109966, ITSM-110009, ITSM-110019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ITSM-110026, ITSM-110038, ITSM-110057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ITSM-110061, ITSM-110054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ITSM-110122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ITSM-110152, ITSM-110153, ITSM-110145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ITSM-110134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ITSM-110097작업 정산서 팝업 창 전체 화면 기능 추가</a:t>
            </a:r>
          </a:p>
        </p:txBody>
      </p:sp>
      <p:sp>
        <p:nvSpPr>
          <p:cNvPr id="4848942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69652948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19566337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19868186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99288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693629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6103783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24296466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25074625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357129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3352456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프로젝트 구매팀. 이혜리 사원 ERS 접속안됨 문의 및 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용자 등록 처리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ITSM-110068 학습자료실 내 게시판 명칭 변경 및 자료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[ERM 시스템] KRI 수정 오류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프로젝트QA2팀 WBS 코드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CP통합검색 연계뷰(VIEW_XIPER_ERS_SEARCH) FILE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_PATH_TXT 경로 변경.</a:t>
            </a:r>
          </a:p>
        </p:txBody>
      </p:sp>
      <p:sp>
        <p:nvSpPr>
          <p:cNvPr id="19810114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</a:p>
        </p:txBody>
      </p:sp>
      <p:sp>
        <p:nvSpPr>
          <p:cNvPr id="175033162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</a:p>
        </p:txBody>
      </p:sp>
      <p:sp>
        <p:nvSpPr>
          <p:cNvPr id="6446294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</a:p>
        </p:txBody>
      </p:sp>
      <p:sp>
        <p:nvSpPr>
          <p:cNvPr id="189963152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676557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5140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1276730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15012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900299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370699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060386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32948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4532118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9053221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735515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92617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94703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132418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501526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57359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</a:p>
        </p:txBody>
      </p:sp>
      <p:sp>
        <p:nvSpPr>
          <p:cNvPr id="184892597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5592963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</a:p>
        </p:txBody>
      </p:sp>
      <p:sp>
        <p:nvSpPr>
          <p:cNvPr id="3995261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1605841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394626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SAP BW 인터페이스 오류 원인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폐기 완료 후 남은 판매품의서 제휴처 회수 데이터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24년 1분기 DML 작업 내역 SR 맵핑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개발서버 (HQWMSDEV01) SSL 적용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할당 불가 품목 조치 요청 (ITSM-110077)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공구창고 출고요청내역 데이터 추출 요청 (20.01.01 ~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24.04.12)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최상원 책임 PC WMS 개발 서버 프로그램 설치 지원 </a:t>
            </a:r>
          </a:p>
        </p:txBody>
      </p:sp>
      <p:sp>
        <p:nvSpPr>
          <p:cNvPr id="4289827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21101936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56704368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10866491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502881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72437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1067082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</a:p>
        </p:txBody>
      </p:sp>
      <p:sp>
        <p:nvSpPr>
          <p:cNvPr id="164251523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</a:t>
            </a:r>
          </a:p>
        </p:txBody>
      </p:sp>
      <p:sp>
        <p:nvSpPr>
          <p:cNvPr id="5778890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8252530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3374117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판정현황 내 (1)리스트 (2) 세부사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항 변경 [ ITSM-109540 ]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관련 점검 회의 (8층 고객센터)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</a:t>
            </a:r>
          </a:p>
        </p:txBody>
      </p:sp>
      <p:sp>
        <p:nvSpPr>
          <p:cNvPr id="151041431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20092965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67802512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</a:p>
        </p:txBody>
      </p:sp>
      <p:sp>
        <p:nvSpPr>
          <p:cNvPr id="49130983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028469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1124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412290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3468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74840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0651503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452233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96150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006113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10650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64366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8559824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495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84877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337230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86255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3697287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4251695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</a:p>
        </p:txBody>
      </p:sp>
      <p:sp>
        <p:nvSpPr>
          <p:cNvPr id="7343602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044471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5186080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3월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신청서</a:t>
            </a:r>
          </a:p>
        </p:txBody>
      </p:sp>
      <p:sp>
        <p:nvSpPr>
          <p:cNvPr id="116229115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16752735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</a:p>
        </p:txBody>
      </p:sp>
      <p:sp>
        <p:nvSpPr>
          <p:cNvPr id="20942943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16291863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02799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