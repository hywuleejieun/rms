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[2024.04.02 ~ 2024.04.08]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4월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165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7410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7585219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614646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8677895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5731077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207522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39220680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3312957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271334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6679849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8828613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975457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7491907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19347978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63246444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4877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4428219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4999724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75302770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78793960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989048472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6020202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113583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671704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030476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50525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7859734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369660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4361217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992100" name="Frame"/>
          <p:cNvSpPr>
            <a:spLocks noGrp="1"/>
          </p:cNvSpPr>
          <p:nvPr/>
        </p:nvSpPr>
        <p:spPr>
          <a:xfrm>
            <a:off x="101600" y="29845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3488539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2635999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83383490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78969192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30640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43810293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04080285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8233057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58341138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611398848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230884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204211835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89469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68717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9019685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71522538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39240558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특관자 거래내역 수정요청 추가수정(ZTRR7000)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377482863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06518395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135387303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9453319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9564629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72760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64332073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489000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13423694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지방세 체납관리를 위한 PRM 거래처정보 조회권한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'생산조정팀 - 전표처리' 작업 에러확인 및 SAP 화면 변경,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시스템와의 data 송/수신관련 SHE 시스템 data 확인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(SAP PM) 작업요청 시 작업환경위험도 입력 및 PSORMS Interface Attribute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93016372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9075139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0063851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</a:p>
        </p:txBody>
      </p:sp>
      <p:sp>
        <p:nvSpPr>
          <p:cNvPr id="1589720021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5616153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374044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5815968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57472751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5007698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5264066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 생성시 사번오류 원인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 PR완료 건에 대한 공급업체 코드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PM01~03 중 CAPEX 작업에 대한 자재 예약 시 이동 유형 오류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 [ITSM-109907]2024.04.04 e-Biz/Flow 국내영업용 주문 알림 중복 오류 수정</a:t>
            </a:r>
          </a:p>
        </p:txBody>
      </p:sp>
      <p:sp>
        <p:nvSpPr>
          <p:cNvPr id="168091129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9771812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6326351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</a:p>
        </p:txBody>
      </p:sp>
      <p:sp>
        <p:nvSpPr>
          <p:cNvPr id="565858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170783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79604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24310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2206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91023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7432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97528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69758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790733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94984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601156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26266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65460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141637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62687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64011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72607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10535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6632233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79265632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4394427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687772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663546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시험장비 교정계획서 CP 전송취소 후 재전송 시 오류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건(ZFIR9900)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자산거래요청 CP 요청후 취소 플래그 오류(ZFIR9030)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생성시 사번오류 원인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전자결재 첨부 증빙내역 누락 원인 분석(ZEAM8000, 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양덕주유소(2016412) 대여금 연체이자 마이너스 표기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분석(ZFIR1070, ZFIR1010)</a:t>
            </a:r>
          </a:p>
        </p:txBody>
      </p:sp>
      <p:sp>
        <p:nvSpPr>
          <p:cNvPr id="861744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592203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5842547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18803920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01213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84964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3084599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5026093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</a:p>
        </p:txBody>
      </p:sp>
      <p:sp>
        <p:nvSpPr>
          <p:cNvPr id="5370863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46468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527417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 PR완료 건에 대한 공급업체 코드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</a:p>
        </p:txBody>
      </p:sp>
      <p:sp>
        <p:nvSpPr>
          <p:cNvPr id="3444503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7792357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9442542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6007210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32861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2097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97427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48445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103790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49436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0454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0673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29095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54794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979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0572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1386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40411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11591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82041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9369358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146969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2997104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679786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77256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재수행 작업 (ZSD_BILLING_1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000_1A)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(구)조회용 ERP시스템 접속 사용자 확인 취합 및 전달(‘24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년01월~’24년04월)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Transaction Profile 관련 Standard 내역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전달(1년치)(삼성SDS)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S-imoms Integration 시스템 RFC통신 확인을 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점검작업 업무지원</a:t>
            </a:r>
          </a:p>
        </p:txBody>
      </p:sp>
      <p:sp>
        <p:nvSpPr>
          <p:cNvPr id="770869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658344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609531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11378069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578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05020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2180168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3352001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989177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620043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814051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정복:4장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정복:5장 공부하기</a:t>
            </a:r>
          </a:p>
        </p:txBody>
      </p:sp>
      <p:sp>
        <p:nvSpPr>
          <p:cNvPr id="12018061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8120610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7755898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19429335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88850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1793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7900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20378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274688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98510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092268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49077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56621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85584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4352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07438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57706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51132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24459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46156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384109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500584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468778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12275868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19521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PM01~03 중 CAPEX 작업에 대한 자재 예약 시 이동 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개선 요청* ZPMM0830(정비부서 작업리스트) 자재 예약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보완</a:t>
            </a:r>
          </a:p>
        </p:txBody>
      </p:sp>
      <p:sp>
        <p:nvSpPr>
          <p:cNvPr id="9961638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5388585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</a:p>
        </p:txBody>
      </p:sp>
      <p:sp>
        <p:nvSpPr>
          <p:cNvPr id="17953782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1893637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41560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937559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794334498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</a:p>
        </p:txBody>
      </p:sp>
      <p:sp>
        <p:nvSpPr>
          <p:cNvPr id="1849912113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 신청 기능 추가 적용- 근태확인서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발송시 메뉴링크추가 적용</a:t>
            </a:r>
          </a:p>
        </p:txBody>
      </p:sp>
      <p:sp>
        <p:nvSpPr>
          <p:cNvPr id="1512624921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96123219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2727925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기본급 및 상여금 소급관련 문의 대응- 근태평가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중 쿼터정리 오류 원인조사- 특근확인서 퇴근시간 팝업조건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경관련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병가신청서 내용수정 관련 문의 대응(삭제 후 재신청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내)- 근태기록부 조회 관련 문의 대응(ZHRR2450에서 해당월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조회대상여부 체크 안내)- 특근확인서 최종결재시 오류(데이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수정 안내)- 생휴쿼터 발생 로직 보완(ZHRR2700)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ITSM-109830 고정변동공제신청-항목 양식 변경 및 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금처 최신건 1건 만 표기- 공장 중식비예외 신청 기능 추가관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 신청 기능 추가관련 테스트- 근태확인서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메일발송시 메뉴링크추가관련 분석</a:t>
            </a:r>
          </a:p>
        </p:txBody>
      </p:sp>
      <p:sp>
        <p:nvSpPr>
          <p:cNvPr id="1213528035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42556106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32720634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98430865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77201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697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1182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4331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577665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02966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369541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8391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59554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65369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34626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00211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16927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9346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902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21540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</a:p>
        </p:txBody>
      </p:sp>
      <p:sp>
        <p:nvSpPr>
          <p:cNvPr id="1356948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5417243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공제자료 급여 전송시 급여반영된 자료(사번,직책, 직군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등)와 인사정보 일치 되도록 반영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 80%</a:t>
            </a:r>
          </a:p>
        </p:txBody>
      </p:sp>
      <p:sp>
        <p:nvSpPr>
          <p:cNvPr id="1487726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646569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244763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부담금 데이터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자녀학자금 금액 변경 건</a:t>
            </a:r>
          </a:p>
        </p:txBody>
      </p:sp>
      <p:sp>
        <p:nvSpPr>
          <p:cNvPr id="6152069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1935699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4/3</a:t>
            </a:r>
            <a:br/>
          </a:p>
        </p:txBody>
      </p:sp>
      <p:sp>
        <p:nvSpPr>
          <p:cNvPr id="331545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8069273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90247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32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15668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93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20798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8679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95827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64593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05883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28575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78986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1675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30423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7383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39378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6468575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544240229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653255239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788501245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12815776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04253590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[ITSM-109194][SD]2024.03.26거래처 신용정보 승인요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청시 다음 결재자에게 알림창 표시2024.03.26 1. 다음 결재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코드 SELECT 조건 변경 2. 표시 메시지 내용 변경 2024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.04.05 ZSDR3140 COPY 수정 1. 결재정보 초기화 2.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[ITSM-109739][SD]2024.04.02 미화 결제 건 특별환율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 요청 (한화임팩트) 2024.04.02 1. 예외 거래처 코드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 [ITSM-109907][SD]2024.04.04 e-Biz/Flow 국내영업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주문 알림 중복 오류 수정 2024.04.04 1. 카카오톡 메시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중복전송 방지 로직 추가</a:t>
            </a:r>
          </a:p>
        </p:txBody>
      </p:sp>
      <p:sp>
        <p:nvSpPr>
          <p:cNvPr id="850297722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1611962280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</a:p>
        </p:txBody>
      </p:sp>
      <p:sp>
        <p:nvSpPr>
          <p:cNvPr id="2013992211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</a:p>
        </p:txBody>
      </p:sp>
      <p:sp>
        <p:nvSpPr>
          <p:cNvPr id="1190352269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898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0149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13466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68215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032034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755281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51354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4301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8156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12532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48659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10053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969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31939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8332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79482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001320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12782216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</a:p>
        </p:txBody>
      </p:sp>
      <p:sp>
        <p:nvSpPr>
          <p:cNvPr id="11585172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41196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877666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ITSM-109713 e-Biz. 사용자 관리 페이지 추가 수정</a:t>
            </a:r>
          </a:p>
        </p:txBody>
      </p:sp>
      <p:sp>
        <p:nvSpPr>
          <p:cNvPr id="3055190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983457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5989716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</a:p>
        </p:txBody>
      </p:sp>
      <p:sp>
        <p:nvSpPr>
          <p:cNvPr id="44478907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5194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63644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153183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8305955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65095244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95703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955005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[ITSM-106474]2023년 Tank 일별 재고추이 현황자료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Download 요청</a:t>
            </a:r>
          </a:p>
        </p:txBody>
      </p:sp>
      <p:sp>
        <p:nvSpPr>
          <p:cNvPr id="4917647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158071452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7437396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20728598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733892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5200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05135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54058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931024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98333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95181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08268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434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7301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01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68872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4721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20190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99049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702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142393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2485033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</a:p>
        </p:txBody>
      </p:sp>
      <p:sp>
        <p:nvSpPr>
          <p:cNvPr id="177189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68358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597665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지방세 체납관리를 위한 PRM 거래처정보 조회권한 부여</a:t>
            </a:r>
          </a:p>
        </p:txBody>
      </p:sp>
      <p:sp>
        <p:nvSpPr>
          <p:cNvPr id="14147907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5896286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25784099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890520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27956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7298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2973811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1689709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4330494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57632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579000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ITSM-109698 작업자 변경ITSM-109330 작업유형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경ITSM-109672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전자문서 별 JIRA 재연동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44384 70659 52453 76771 80826 8986448076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64731 84467작업공수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ITSM-109410 긴급도 수정ITSM-109409 긴급도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ITSM-109889 견적 정보 재작성ITSM-109885 견적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보 재작성ITSM-109942 견적서 삭제ITSM-107346 재배포</a:t>
            </a:r>
          </a:p>
        </p:txBody>
      </p:sp>
      <p:sp>
        <p:nvSpPr>
          <p:cNvPr id="108727274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0974537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345024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7262598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35414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357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03098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00356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54769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07312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92974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466984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17623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53118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91081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7825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678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0632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69479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248004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9544209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56554002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244124291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53385463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17228202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'자금운영팀 - #4 외화송금대사' 작업 메일 발송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부파일 경로 변수 -&gt; 클립보드로 변경 (영문입력 불가 현상)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- 전표처리' 작업 에러확인 및 SAP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 변경,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작업 수행 및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요청으로 삭제했던 로직 복구 (사용자 여신 제외로직)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IIB10 제거 및 WMS7 설치 후 IIB10 재설치, WMS7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메일 발송 첨부파일 경로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클립보드 -&gt; ct+v 로 변경 (영문입력 불가 현상)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자금운영팀 작업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I/F정의서 정리 엑셀 최신화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작업 정상수행여부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로그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폴더 생성 오류 -&gt; 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재부팅 후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프로세스 변경으로 인한 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셀 함수 재설정</a:t>
            </a:r>
          </a:p>
        </p:txBody>
      </p:sp>
      <p:sp>
        <p:nvSpPr>
          <p:cNvPr id="30650232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954222957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633193547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311053411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267433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8459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65317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88641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26528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07968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329807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91454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21563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81810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50118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1760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7155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2255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29923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086601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622382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5828503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9053740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620137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2410921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3367566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804777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3717294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211260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2787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117847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7098691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402329432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</a:p>
        </p:txBody>
      </p:sp>
      <p:sp>
        <p:nvSpPr>
          <p:cNvPr id="1725955548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10385582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8692665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장비사용 신청서 -&gt; 전자결재 첨부파일 경로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ITSM-109584, ITSM-109605 , ITSM-109627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ITSM-109646, ITSM-109657, ITSM-109668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ITSM-109660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ITSM-109683, ITSM-109645, ITSM-109754,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ITSM-109774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ITSM-109346, ITSM-109854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ITSM-109842, ITSM-109834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ITSM-109888, ITSM-109878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ITSM-109877, ITSM-109913, ITSM-109906,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ITSM-109948</a:t>
            </a:r>
            <a:br/>
          </a:p>
        </p:txBody>
      </p:sp>
      <p:sp>
        <p:nvSpPr>
          <p:cNvPr id="158422654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282688401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340923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008112067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72834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3163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48743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80461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23340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1351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468957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9909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16381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58161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5125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6275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26168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6175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61941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397645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7054420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615704325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495516841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32654546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57023657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VIEW_ERS_CP_NOTICE 뷰 TITLE 부분 로직 예외처리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시스템와의 data 송/수신관련 SHE 시스템 data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(RI-268) 화재/폭발 사고 건수 데이터 연계관련, SHE Vi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ew에서 제공되는 내용 중 Tier3 화재/폭발 건이 누락되어 Vie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w 로직 수정, ERM 시스템에 데이터 수정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결재완료된 ODATDA 신청서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직제규정(영문) 개정 파일 , 재개정 및  ARO21-P-0034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Risk owner 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검색 INDEX 배치 실행시간을 기존 새벽 1시에서 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벽 3시30분으로 변경 후 재실행</a:t>
            </a:r>
          </a:p>
        </p:txBody>
      </p:sp>
      <p:sp>
        <p:nvSpPr>
          <p:cNvPr id="122883780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19374225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526965589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834060958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414356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0307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349057793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834453230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504816836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0452244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7490621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판매등록 결재구분, 거래처코드, 용도 데이터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모바일상품권교환회수 테스트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롯데쇼핑 모바일 상품권 데이터 GCMS 데이터와 불일치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취소 불가 품목 취소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감사팀 안상열 책임 PC WMS 접속 오류 원격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미처리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불가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결제시나리오 매출대비회수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율 5% 이상 데이터 관련 확인 요청</a:t>
            </a:r>
          </a:p>
        </p:txBody>
      </p:sp>
      <p:sp>
        <p:nvSpPr>
          <p:cNvPr id="129849221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694271134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04568364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2303302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5740950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3800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69080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7073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29281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9982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28643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62961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00815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71864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5246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44135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87466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19320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05268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20972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</a:p>
        </p:txBody>
      </p:sp>
      <p:sp>
        <p:nvSpPr>
          <p:cNvPr id="149895074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3900885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</a:p>
        </p:txBody>
      </p:sp>
      <p:sp>
        <p:nvSpPr>
          <p:cNvPr id="17478347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763870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527316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'이관관리 &gt; 해상이관오더관리' 내 '군산저유소(3102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- '0.3~5% B-C'(5204,5) 데이터 확인 (배치 및 테이블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[TT_STOCK_SIM]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Data Services (192.168.30.109) 접속 불가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배치 미가동 확인 ('남경우' 책임님께 점검 요청 / 재기동 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배치 확인)</a:t>
            </a:r>
          </a:p>
        </p:txBody>
      </p:sp>
      <p:sp>
        <p:nvSpPr>
          <p:cNvPr id="16067174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4987480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1449298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4742094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25009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8762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75955103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2441415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4854045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49415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729909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6986742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140717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137240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9721543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434560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