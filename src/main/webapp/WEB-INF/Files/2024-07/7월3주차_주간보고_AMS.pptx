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2024-06-25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[2024.07.09 ~ 2024.07.15]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7월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31525735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07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06795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625687071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053309348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209175757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501811342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30857006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3920200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84953669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00279309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0091793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33925762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38610004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2706203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24664405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56442111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343281877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1799710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1980122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8556726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300049004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275191847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029367102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3371709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2004075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144973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7502236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7857321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46139255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4933112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003974704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8573349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56480612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475991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638325761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709392210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850094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629675759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16679708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36615755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42182984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시스템추가보완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영업시설물 시스템 추가 보완(연계 시스템)</a:t>
            </a:r>
          </a:p>
        </p:txBody>
      </p:sp>
      <p:sp>
        <p:nvSpPr>
          <p:cNvPr id="93384519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87775845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</a:p>
        </p:txBody>
      </p:sp>
      <p:sp>
        <p:nvSpPr>
          <p:cNvPr id="1270482987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6300424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6964934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0978744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17227748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442558555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*LLC(Life Cycle Costing), 정성평가 관련 로직 반영 및 인터페이스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624896279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5238060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996654681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6078852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5243362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0621001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13988603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16447914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94805783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'유럽 터미널사의 당사 재고 현황 수집' 작업 개발을 위한 논의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금융결제원 상품권 데이터 전송 여부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 I/F 항목별 담당자 확인요청</a:t>
            </a:r>
          </a:p>
        </p:txBody>
      </p:sp>
      <p:sp>
        <p:nvSpPr>
          <p:cNvPr id="1211615378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54378732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86673545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</a:p>
        </p:txBody>
      </p:sp>
      <p:sp>
        <p:nvSpPr>
          <p:cNvPr id="1422163735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4705221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7547622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1500561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76799465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80053659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58976923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제품별 원가내역 조회 Report (ZPCOR2090)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대손상각계상 프로그램에서 외화채권 처리 기능 개발 추가 수정 및 분석(ZFIR1180)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입고/납품완료 불일치 모니터링 i/f 필드 추가(전기일, 증빙일, 입력일)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182836804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34214952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14906873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</a:p>
        </p:txBody>
      </p:sp>
      <p:sp>
        <p:nvSpPr>
          <p:cNvPr id="4163085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3314575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629349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5329634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15510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138365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2241658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470604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111444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7592579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42062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470128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820339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81478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302781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7700511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969146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352091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665791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76009729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7416990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04183210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44695077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18917389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구매처코드 계좌 삭제 추가수정 (ZFBR3020)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대손상각계상 프로그램에서 외화채권 처리 기능 개발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 및 분석 (ZFIR1180)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제품별 원가내역 조회 Report (ZPCOR2090) 생성</a:t>
            </a:r>
          </a:p>
        </p:txBody>
      </p:sp>
      <p:sp>
        <p:nvSpPr>
          <p:cNvPr id="109046926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91996604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86563092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21370745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774233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284385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74139931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152653368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</a:p>
        </p:txBody>
      </p:sp>
      <p:sp>
        <p:nvSpPr>
          <p:cNvPr id="107743447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75721478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1558614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원산국 필드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대금지급처리 현황(zmmr4270) 내 전표처리자 정보 추가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자재번호 생성</a:t>
            </a:r>
          </a:p>
        </p:txBody>
      </p:sp>
      <p:sp>
        <p:nvSpPr>
          <p:cNvPr id="188327236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91637964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</a:p>
        </p:txBody>
      </p:sp>
      <p:sp>
        <p:nvSpPr>
          <p:cNvPr id="21105117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</a:p>
        </p:txBody>
      </p:sp>
      <p:sp>
        <p:nvSpPr>
          <p:cNvPr id="129124761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165487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987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0122180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57261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27007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983940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4663835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1045833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761051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00683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130836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74144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155616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583804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1093194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91431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44577401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15775133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4557911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62371928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7175244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BW운영 및 개발 SSL 인증서 Cert 갱신작업 업무지원(~20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25.07.25)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AP3서버 프린트 Spool 문제로 긴급 SAP서비스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Restart 및 점검작업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ERP개발/QA테스트 FI 모듈 관련 Notes 적용작업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(Note 2893883, 1480951)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48473739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3600913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24130455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</a:p>
        </p:txBody>
      </p:sp>
      <p:sp>
        <p:nvSpPr>
          <p:cNvPr id="133868507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682341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934852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85476224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67259544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84927565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31343965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9572712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12</a:t>
            </a:r>
          </a:p>
        </p:txBody>
      </p:sp>
      <p:sp>
        <p:nvSpPr>
          <p:cNvPr id="70498616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8710621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4907786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</a:p>
        </p:txBody>
      </p:sp>
      <p:sp>
        <p:nvSpPr>
          <p:cNvPr id="53852655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547842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3785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1951885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337617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3497534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275223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574584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257677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5842463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983266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7070984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2777991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485496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784007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060665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276113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7400052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02504447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9450234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78919999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482079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Chemical 기술개발부문 구매요청 → 구매팀* Chemical 기술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개발부문 구매요구서 상신시 금액과 상관없이 수신부서 구매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팀으로 지정</a:t>
            </a:r>
          </a:p>
        </p:txBody>
      </p:sp>
      <p:sp>
        <p:nvSpPr>
          <p:cNvPr id="54780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</a:p>
        </p:txBody>
      </p:sp>
      <p:sp>
        <p:nvSpPr>
          <p:cNvPr id="65763322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br/>
          </a:p>
        </p:txBody>
      </p:sp>
      <p:sp>
        <p:nvSpPr>
          <p:cNvPr id="150402625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</a:p>
        </p:txBody>
      </p:sp>
      <p:sp>
        <p:nvSpPr>
          <p:cNvPr id="16789472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767813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3830923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256786735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88563957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637510742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76473807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825169499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 : 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AI 연동 및 CP결재 테스트 및 수정(입력 체크로직 보완)- 기타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직군 e-office 계좌등록관련 문의대응- 발령품의 관리에 신규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유형발령(고용전환) 추가관련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 :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청현황 조회화면 개발(50%)- 기타직 출장비 신청관련 계좌등록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관련 문의 대응- 무재해 대상자 생성데이터 관련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 :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청현황 조회화면 개발(100%)- 상반기 생산직 평가 테스트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2024년 개인정보 취급자 대상 개인정보보호 교육- [ITS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M-113939] 해외출장 승인 내역 작성- [ITSM-113919] 국내출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장비 신청서 출장시간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: 1차 개발 완료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에 대한 운영이관 및 운영시스템 점검(작동여부, 데이터, 권한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등)- [ITSM-112731]기본급 변경에 따른 평균임금산정 펑션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테스트 지원</a:t>
            </a:r>
          </a:p>
        </p:txBody>
      </p:sp>
      <p:sp>
        <p:nvSpPr>
          <p:cNvPr id="1350359906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1655109605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89815415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1276000841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7264993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00704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97965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485435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5037232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0077840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721391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9281656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154197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240867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615640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64385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50668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380923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5163459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744403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1469452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7795631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Compensation grade 변경일자 적용 요청10%</a:t>
            </a:r>
          </a:p>
        </p:txBody>
      </p:sp>
      <p:sp>
        <p:nvSpPr>
          <p:cNvPr id="197788936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12908341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6152385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Compensation grade 변경일자 적용 요청</a:t>
            </a:r>
          </a:p>
        </p:txBody>
      </p:sp>
      <p:sp>
        <p:nvSpPr>
          <p:cNvPr id="9902046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36341575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7/5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89949905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62957363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84724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155155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47614913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17997259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83997891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1786237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47813819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ITSM-113243ZTDR5048 기타수송비 항목관리 입력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210274623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3086792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69634003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26499055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864080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205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18906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829280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558695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3578908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2286815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265743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201572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56518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01645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5449220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432483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2009362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2546854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547199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20476007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85968231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ITSM-113630탱크청소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</a:p>
        </p:txBody>
      </p:sp>
      <p:sp>
        <p:nvSpPr>
          <p:cNvPr id="25177626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88387424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42852425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ITSM-113614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</a:p>
        </p:txBody>
      </p:sp>
      <p:sp>
        <p:nvSpPr>
          <p:cNvPr id="20073411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</a:p>
        </p:txBody>
      </p:sp>
      <p:sp>
        <p:nvSpPr>
          <p:cNvPr id="17815353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9303892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3222127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367260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51293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40273610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74806236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43380560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3986406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750075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182890173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78561631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7596283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155434406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735759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034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6007871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57687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5347236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7999514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923544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0301632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361899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07877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2403676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882899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7213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39528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426740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7823358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31000820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3950558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206816703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6466499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8495666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탱크청소 검수서류 첨부 권한 부여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42491705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33453522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12220951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156759658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113124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491297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31962314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86847568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5645994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6309116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4225272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서비스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ITSM-113923 변경작업계획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SSL 인증서 교체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ITSM-108778 자동배포,ITSM-113287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,ITSM-113629 배포상태 변경,ITSM-112970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그룹웨어 모바일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그룹웨어 모바일 설치 지원</a:t>
            </a:r>
          </a:p>
        </p:txBody>
      </p:sp>
      <p:sp>
        <p:nvSpPr>
          <p:cNvPr id="495532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42157777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76332055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71941100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939046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46061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103393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00557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485401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560113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36032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032421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3569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2473924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959461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09225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99152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4512963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2727460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76509759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19727399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492093290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</a:p>
        </p:txBody>
      </p:sp>
      <p:sp>
        <p:nvSpPr>
          <p:cNvPr id="2000636615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492090494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23306030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115PC 작업 중단 확인 및 순차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예외문서 포함처리 원인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 RPA 입력 이력 없음. 모니터링 필요 -&gt; 새벽작업 녹화 및 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당자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'구매자금 추심' 작업 실패 문의 응대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'나프타 수입부과금' 엑셀 다수의 중복 값 문의 -&gt;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담당자 수기입력 부분으로 인한 오류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rpa_poc01 계정 잠금 해제 및 113PC 화면 잠금 재부팅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논의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VDI 강제재부팅으로 인한 시스템 접근불가 접근 결재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및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SSL 인증서 갱신 작업 완료 안내 및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AP1, AP2 서버 waslog 300여개 다운 및 특정구문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</a:p>
        </p:txBody>
      </p:sp>
      <p:sp>
        <p:nvSpPr>
          <p:cNvPr id="894967810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943467804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7571745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984159248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876266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3157750" name="Text">
    </p:cNvPr>
          <p:cNvSpPr>
            <a:spLocks noGrp="1"/>
          </p:cNvSpPr>
          <p:nvPr/>
        </p:nvSpPr>
        <p:spPr>
          <a:xfrm rot="0">
            <a:off x="9702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204064698" name="Text">
    </p:cNvPr>
          <p:cNvSpPr>
            <a:spLocks noGrp="1"/>
          </p:cNvSpPr>
          <p:nvPr/>
        </p:nvSpPr>
        <p:spPr>
          <a:xfrm rot="0">
            <a:off x="93345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790586380" name="Text">
    </p:cNvPr>
          <p:cNvSpPr>
            <a:spLocks noGrp="1"/>
          </p:cNvSpPr>
          <p:nvPr/>
        </p:nvSpPr>
        <p:spPr>
          <a:xfrm rot="0">
            <a:off x="5930900" y="40894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영업시설물 시스템 추가 보완(연계 시스템)</a:t>
            </a:r>
          </a:p>
        </p:txBody>
      </p:sp>
      <p:sp>
        <p:nvSpPr>
          <p:cNvPr id="1355297261" name="Text">
    </p:cNvPr>
          <p:cNvSpPr>
            <a:spLocks noGrp="1"/>
          </p:cNvSpPr>
          <p:nvPr/>
        </p:nvSpPr>
        <p:spPr>
          <a:xfrm rot="0">
            <a:off x="53086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451662611" name="Text">
    </p:cNvPr>
          <p:cNvSpPr>
            <a:spLocks noGrp="1"/>
          </p:cNvSpPr>
          <p:nvPr/>
        </p:nvSpPr>
        <p:spPr>
          <a:xfrm rot="0">
            <a:off x="889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34354357" name="Text">
    </p:cNvPr>
          <p:cNvSpPr>
            <a:spLocks noGrp="1"/>
          </p:cNvSpPr>
          <p:nvPr/>
        </p:nvSpPr>
        <p:spPr>
          <a:xfrm rot="0">
            <a:off x="711200" y="40894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영업시설물 시스템 추가 보완(연계 시스템)</a:t>
            </a:r>
          </a:p>
        </p:txBody>
      </p:sp>
      <p:sp>
        <p:nvSpPr>
          <p:cNvPr id="757791893" name="Text">
    </p:cNvPr>
          <p:cNvSpPr>
            <a:spLocks noGrp="1"/>
          </p:cNvSpPr>
          <p:nvPr/>
        </p:nvSpPr>
        <p:spPr>
          <a:xfrm rot="0">
            <a:off x="44831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023207300" name="Text">
    </p:cNvPr>
          <p:cNvSpPr>
            <a:spLocks noGrp="1"/>
          </p:cNvSpPr>
          <p:nvPr/>
        </p:nvSpPr>
        <p:spPr>
          <a:xfrm rot="0">
            <a:off x="48514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2018232387" name="Text">
    </p:cNvPr>
          <p:cNvSpPr>
            <a:spLocks noGrp="1"/>
          </p:cNvSpPr>
          <p:nvPr/>
        </p:nvSpPr>
        <p:spPr>
          <a:xfrm rot="0">
            <a:off x="4114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255370143" name="Text">
    </p:cNvPr>
          <p:cNvSpPr>
            <a:spLocks noGrp="1"/>
          </p:cNvSpPr>
          <p:nvPr/>
        </p:nvSpPr>
        <p:spPr>
          <a:xfrm rot="0">
            <a:off x="6604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2123833" name="Text">
    </p:cNvPr>
          <p:cNvSpPr>
            <a:spLocks noGrp="1"/>
          </p:cNvSpPr>
          <p:nvPr/>
        </p:nvSpPr>
        <p:spPr>
          <a:xfrm rot="0">
            <a:off x="58801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27188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9484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213588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5196308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9902956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368945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541105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082103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985448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73320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382672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0603772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20926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536261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8634649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20830029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</a:p>
        </p:txBody>
      </p:sp>
      <p:sp>
        <p:nvSpPr>
          <p:cNvPr id="3497054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</a:p>
        </p:txBody>
      </p:sp>
      <p:sp>
        <p:nvSpPr>
          <p:cNvPr id="120439515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8090204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36342230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ITSM-113878, ITSM-113927, ITSM-113933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ITSM-113965, ITSM-113919, ITSM-113997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ITSM-113998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ITSM-114059, ITSM-114066메일요청 -&gt; A20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-24-0014(첨부파일수정), A51-24-0187(내용수정)</a:t>
            </a:r>
          </a:p>
        </p:txBody>
      </p:sp>
      <p:sp>
        <p:nvSpPr>
          <p:cNvPr id="9115957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24804074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207035037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9620857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348950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447541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92632758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99400124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ITSM-114010 ERM 시스템 기능 수정 요청</a:t>
            </a:r>
          </a:p>
        </p:txBody>
      </p:sp>
      <p:sp>
        <p:nvSpPr>
          <p:cNvPr id="172600406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5760857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3378931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퇴직자가 정기적검토 이메일의 수신자로 아직 남아 있음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[Spot Check] MSDS 차기 검토일 관련 문의 및 S-MSDS-2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225 차기검토일 변경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신규 입사자 사용자 연계 배치 재실행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ITSM-114010 ERM 시스템 기능 수정 요청</a:t>
            </a:r>
          </a:p>
        </p:txBody>
      </p:sp>
      <p:sp>
        <p:nvSpPr>
          <p:cNvPr id="72620995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120910849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23925917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05654214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856207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24875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959893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596087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66905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977133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146451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529841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754606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15790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60770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867855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11274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65117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866879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3806708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</a:p>
        </p:txBody>
      </p:sp>
      <p:sp>
        <p:nvSpPr>
          <p:cNvPr id="93005187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8608163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운영 서버 JDK 업그레이드 검토 1.5 -&gt; 1.8</a:t>
            </a:r>
          </a:p>
        </p:txBody>
      </p:sp>
      <p:sp>
        <p:nvSpPr>
          <p:cNvPr id="3417819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4627632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94132176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금융결제원 상품권 데이터 전송 여부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사용자 Mobile App 비밀번호 분실 초기화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(투자예산장기미집행) 시나리오 로직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SP055 (매출채권이 담보가액을 초과) 시나리오 당일 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전일 채권합계액 SAP과 차이 발생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(과도한 상품권 대금 결제) 시나리오 07.08 이후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검출 데이터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IT운영 관련 프로그램 실행 허용 신청서 결재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- 24 개인정보보호 교육 참여</a:t>
            </a:r>
          </a:p>
        </p:txBody>
      </p:sp>
      <p:sp>
        <p:nvSpPr>
          <p:cNvPr id="82529379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214458886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864800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171433377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840987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8841752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148756209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463627118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DEV 서버 Windows 보안패치 및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기준정보 &gt; 선박 운항 동정표 관리 내 [ 연간항차 / 월항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 ] 검색 필터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1983652776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133487016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421938914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[CISO] 2024 개인정보보호 사내 교육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PRD 서버 SSL 및 웹 방화벽 인증서 갱신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기준정보 &gt; 선박 운항 동정표 관리 내 [ 연간항차 / 월항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 ] 검색 필터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접속로그관리 내 값이 지정되지 않은 미사용 컬럼 주석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2024 상반기 VOC DB(전체) 데이터 조회 처리(정보처리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신청서 승인 후 조치) [ITSM-113803]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PRD 서버 SSL 및 웹 방화벽 인증서 갱신 및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286785467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111263570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709543171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32540670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0348764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5445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844233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718243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481995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4102377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030383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03095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4771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969726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00314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81479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967290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860300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673292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150866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5699368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37514502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</a:p>
        </p:txBody>
      </p:sp>
      <p:sp>
        <p:nvSpPr>
          <p:cNvPr id="71930863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49446692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01699810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신규개발 AP서버의 인증서 설치 및 Cipher.propert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ies 서버설정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I/F 항목별 담당자 확인요청</a:t>
            </a:r>
          </a:p>
        </p:txBody>
      </p:sp>
      <p:sp>
        <p:nvSpPr>
          <p:cNvPr id="20150936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148813056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447419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</a:p>
        </p:txBody>
      </p:sp>
      <p:sp>
        <p:nvSpPr>
          <p:cNvPr id="102728746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978885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4012732543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최연화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◑ 최연화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최진우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이재원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박남신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이재원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박남신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07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