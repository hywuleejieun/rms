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2024-06-25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[2024.07.16 ~ 2024.07.22]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7월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3152573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25881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021807064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5806949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57571186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72585068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1240004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91753071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82193174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2231840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868847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88301151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7776779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2734590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45143258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66906605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851842695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7740413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236729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1864836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345176422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25229031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227924668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4875691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2548561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5586943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6925185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1265798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682314343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9080686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657186092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0568719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09091406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9999056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953177018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54817581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0564686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43334494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53980839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70986304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062585287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2024.5월 결산의 EIS, Yellow Book 반영</a:t>
            </a:r>
          </a:p>
        </p:txBody>
      </p:sp>
      <p:sp>
        <p:nvSpPr>
          <p:cNvPr id="494104157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04065531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668616205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6031818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5790673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551681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04057326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79681449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*LLC(Life Cycle Costing), 정성평가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271417752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64876263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081691978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9993733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4443441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6922343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9689307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23280695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22202048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'#4 외화송금' 작업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미사용 추정 I/F DB로그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SAP DS Upgrade 지원 [EWS, GCMS]</a:t>
            </a:r>
          </a:p>
        </p:txBody>
      </p:sp>
      <p:sp>
        <p:nvSpPr>
          <p:cNvPr id="2024079395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13301160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01567607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</a:p>
        </p:txBody>
      </p:sp>
      <p:sp>
        <p:nvSpPr>
          <p:cNvPr id="917197620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7561818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2629120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3292125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02321387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11888114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5733130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GR/IR 반제 프로그램 생성(ZFIR7185)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대손상각계상 프로그램에서 외화채권 처리 가능토록 개발 요청(ZFIR1188)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ITSM-114197 BDAS-ERP 테이블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ERP운영 FI 모듈 관련 Notes 적용작업 업무지원(Note 2893883, 1480951)</a:t>
            </a:r>
          </a:p>
        </p:txBody>
      </p:sp>
      <p:sp>
        <p:nvSpPr>
          <p:cNvPr id="540397788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74264090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2252358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</a:p>
        </p:txBody>
      </p:sp>
      <p:sp>
        <p:nvSpPr>
          <p:cNvPr id="348978345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203401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9093114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3584405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0982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82397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8786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80118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1011480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121076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14533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50467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80563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27727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828831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183834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02594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8215016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576733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67233292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78705617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9433458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218504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0888136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[FI]GR/IR 반제 프로그램 생성(ZFIR7185)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[TR]대손상각계상 프로그램에서 외화채권 처리 가능토록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개발 요청(ZFIR1188)</a:t>
            </a:r>
          </a:p>
        </p:txBody>
      </p:sp>
      <p:sp>
        <p:nvSpPr>
          <p:cNvPr id="10038453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161165173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2024895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68398838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313829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506352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6410270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70378895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</a:p>
        </p:txBody>
      </p:sp>
      <p:sp>
        <p:nvSpPr>
          <p:cNvPr id="68652026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228342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5361400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3619항차 통관 가능 수량 변경 요청</a:t>
            </a:r>
          </a:p>
        </p:txBody>
      </p:sp>
      <p:sp>
        <p:nvSpPr>
          <p:cNvPr id="73634706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14893435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58453516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44576600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771006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144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11257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66083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76447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023284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800597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298766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157683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92160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9044364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19777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46108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99204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055791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9878387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536795612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1283420670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822244841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49211906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728295996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2분기 계정 유효성 검증 대상서버 확인정리 및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HCM시스템 DMS Content Server 보안 SSL 인증서 갱신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23년 노후 서버 교체, VM 이관 작업에 따른 서비스 점검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FI 모듈 관련 Notes 적용작업 업무지원(Note 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93883, 1480951)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Batch Job 재설정 작업 (ZBW_판매현황(BILLIN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G)_내수 외 1건)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346685347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925923711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690641816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408415957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1640409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5777084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987602705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805978907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2124360817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533153003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60686967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3</a:t>
            </a:r>
          </a:p>
        </p:txBody>
      </p:sp>
      <p:sp>
        <p:nvSpPr>
          <p:cNvPr id="211238955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200018284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085426604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270953377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6379414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7068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795402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81619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552698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341795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007393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900839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13576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820013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825980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84783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8878673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299056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733870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228748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4677078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5572359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205935518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86185725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5934143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86879489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87052524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73454873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91139593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98677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066622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75393000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21613752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4845939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1924406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871446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여름휴가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 전자결재 오류 원인조사(대체근무일에 휴가신청 건)- 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족돌봄휴직 전자결재 승인시 비고 및 메모 필드 내용짤림 원인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조사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[ITSM-114247]가족돌봄휴직의 비고란 및 인사부서메모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란 전체 내용 표기 - erp 업그레이드 프로젝트 관련 ui5 소스중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최근 변경 목록 작성 및 프로젝트팀에 통보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[ITSM-114247]가족돌봄휴직 수정소스 운영이관 및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인- 국내출장 결재오류 외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[ITSM-114334] 육아휴직 만료시 안내 자동발송기능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 검토- erp 업그레이드 프로젝트 관련 원천세 집계를 위한 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로/퇴직 소득 데이터 생성방법 분석</a:t>
            </a:r>
          </a:p>
        </p:txBody>
      </p:sp>
      <p:sp>
        <p:nvSpPr>
          <p:cNvPr id="986905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90531701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17645774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96940901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681975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86191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95438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857906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61567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259206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724972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53424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3734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004521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83134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63812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03302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301752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632970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005922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8982131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</a:p>
        </p:txBody>
      </p:sp>
      <p:sp>
        <p:nvSpPr>
          <p:cNvPr id="16504597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 10%</a:t>
            </a:r>
          </a:p>
        </p:txBody>
      </p:sp>
      <p:sp>
        <p:nvSpPr>
          <p:cNvPr id="169724409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6790687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4825027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Compensation grade 변경일자 적용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new healthcare program 결재 문서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세무자료 조회 오류 수정</a:t>
            </a:r>
          </a:p>
        </p:txBody>
      </p:sp>
      <p:sp>
        <p:nvSpPr>
          <p:cNvPr id="64750737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2101036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7/16</a:t>
            </a:r>
            <a:br/>
          </a:p>
        </p:txBody>
      </p:sp>
      <p:sp>
        <p:nvSpPr>
          <p:cNvPr id="127732667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13542050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81382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006362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487146819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912700907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759171951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34621311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234796572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ITSM-114176세종코퍼레이션 경질유 거래시 가격그롭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가격결정절차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ITSM-111035단기여신 사용제한 통제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ITSM-113285대리점 자가수송 최적출하지 점검 승인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ITSM-113381부실거래처/중점관리거래처 분류시 단가여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 등급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ITSM-114197BDAS-ERP 테이블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ITSM-113243ZTDR5048 기타수송비 항목관리 입력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815677667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497561324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453809297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396423993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1530469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8900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56919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93407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656936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353618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790545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872363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73679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99633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972607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38076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14919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76023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5475673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17422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898988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4267431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</a:p>
        </p:txBody>
      </p:sp>
      <p:sp>
        <p:nvSpPr>
          <p:cNvPr id="95052118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13893103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66306033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ITSM-113614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</a:p>
        </p:txBody>
      </p:sp>
      <p:sp>
        <p:nvSpPr>
          <p:cNvPr id="54446630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64133329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85005621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0459881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571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754560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20600960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98796884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90915903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3572069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7999437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99904708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4025368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</a:p>
        </p:txBody>
      </p:sp>
      <p:sp>
        <p:nvSpPr>
          <p:cNvPr id="122537155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206683953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376279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67739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04693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220502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340304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40810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343273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05769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23787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71123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885251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05352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886269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0154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782353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119411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0886299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7761633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94453453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01812416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2978724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18786656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34252660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204539321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71892566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371032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43367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72821068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174663865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78521928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2873711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872141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ITSM-114102 변경요청서 삭제,ITSM-113595 변경결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과 작성,ITSM-114058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ITSM-114070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ITSM-114257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ITSM-112789 변경결과 작성,ITSM-113722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</a:p>
        </p:txBody>
      </p:sp>
      <p:sp>
        <p:nvSpPr>
          <p:cNvPr id="181509426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70141833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191250563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1852442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772827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078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85717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71985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767064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722495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306225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31571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48533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348144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605803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129390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424062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638651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12937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1029484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548245182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</a:p>
        </p:txBody>
      </p:sp>
      <p:sp>
        <p:nvSpPr>
          <p:cNvPr id="1585073556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</a:t>
            </a:r>
          </a:p>
        </p:txBody>
      </p:sp>
      <p:sp>
        <p:nvSpPr>
          <p:cNvPr id="704261117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53461496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68656042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'구매자금 추심' 작업 오류 확인 -&gt; Clipboard 기능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문제. 변수로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중 전자결제창 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그인화면 변경으로 인한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112pc Outlook 오류로 인한 작업 강제종료 및 재실행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'항공급유' 작업 오류확인 -&gt; 현업 담당자 가격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오류. 재수행 정상 완료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오류 확인 -&gt; 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부문서 중 PDF파일 손상으로 RPA 작업 불가. 담당자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개선된 I/F 정의서 파일서버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노후 서버 교체로 인한 VM서버 이관 작업 예정 전달 및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비스 이상유무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미사용 추정 I/F DB로그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PC 이상 현상. RPA 정상작동 확인</a:t>
            </a:r>
          </a:p>
        </p:txBody>
      </p:sp>
      <p:sp>
        <p:nvSpPr>
          <p:cNvPr id="479831251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682231678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29494334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223546991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5926058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4877922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651606295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862186452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결재문서 'SG생성/변경/삭제 요청서' 양식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51379534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518880180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24421759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결재문서 'SG생성/변경/삭제 요청서' 양식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569442380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567124657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674073715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653806998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2326885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2144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834997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700525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817743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1557406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4838128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694360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442114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20906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35912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981381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4480347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24660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99664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375690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34570855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</a:p>
        </p:txBody>
      </p:sp>
      <p:sp>
        <p:nvSpPr>
          <p:cNvPr id="101124019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</a:p>
        </p:txBody>
      </p:sp>
      <p:sp>
        <p:nvSpPr>
          <p:cNvPr id="7012259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6384450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9241171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ITSM-114080,ITSM-114087</a:t>
            </a:r>
          </a:p>
        </p:txBody>
      </p:sp>
      <p:sp>
        <p:nvSpPr>
          <p:cNvPr id="96814619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3226507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7311334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99542513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56684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777890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40824590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34029057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130633686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7193869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3057736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ITSM-114010 ERM 시스템 기능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프로젝트 구매팀 이원기 책임 카드사용내역 확인(취소내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역 데이터 확인)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휴넷 스마트러닝 연계 교육이력 생성되었으나 이수여부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미반영으로  잘못 되어있는 데이터 확인(2633건) 및 데이터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표준문서 '협력업체 안전보건관리절차(SOM-2-070)' 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 개정 품의, ZIP파일 제외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계정 관련(S145) 비활성화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 ERM 시스템 관련 확인 요청 , BCM그룹권한 부여후 메뉴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깨져보임 확인 요청</a:t>
            </a:r>
          </a:p>
        </p:txBody>
      </p:sp>
      <p:sp>
        <p:nvSpPr>
          <p:cNvPr id="172834235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</a:p>
        </p:txBody>
      </p:sp>
      <p:sp>
        <p:nvSpPr>
          <p:cNvPr id="11166939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</a:p>
        </p:txBody>
      </p:sp>
      <p:sp>
        <p:nvSpPr>
          <p:cNvPr id="5348426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</a:p>
        </p:txBody>
      </p:sp>
      <p:sp>
        <p:nvSpPr>
          <p:cNvPr id="57956428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139099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1773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40550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395875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8731012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6864118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71860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85758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0479928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859066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247784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600002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0392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78816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122881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35188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20890060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5569080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보안 패치 서비스 점검</a:t>
            </a:r>
          </a:p>
        </p:txBody>
      </p:sp>
      <p:sp>
        <p:nvSpPr>
          <p:cNvPr id="3465638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181716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230212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기 회수 상품권 데이터 수정 요청 [강원지사]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naggio 계정 DB 서버 접근 권한 OTP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미회수 현황 모바일상품권교환 관련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운영 서버 JDK 업그레이드 검토 1.5 -&gt; 1.8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입고 확정 시 To로케이션 데이터 셋팅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Upgrade 지원 [EWS, GCMS]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- 24년 2분기 서버 접근 계정 유효성 검증 </a:t>
            </a:r>
          </a:p>
        </p:txBody>
      </p:sp>
      <p:sp>
        <p:nvSpPr>
          <p:cNvPr id="9020626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6126420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31085779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6345623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94215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0840156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043513514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887062917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PRD 서버 Windows 보안패치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627148880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29901518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27814213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선박 운항 동정표 관리 내 [ 연간항차 / 월항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 ] 검색 필터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계정 유효성 검증 조치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모니터링 &gt; 주문/출하현황 내 '출고' 데이터 점검 (ROB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_JOB_SCH_LOPAS_ORDER 배치 관련)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DEV 서버 Windows 보안패치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SVN - Dev 서버 동기화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V240711-0000189-1 완료 -&gt; 종료 상태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휘발유 증기압 치환 메일 (PRM_CUST_AVG_*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관련 프로시저) 변경 [해당사항이 없는 경우, 관리자(EMAIL_A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LL) 미발송]</a:t>
            </a:r>
          </a:p>
        </p:txBody>
      </p:sp>
      <p:sp>
        <p:nvSpPr>
          <p:cNvPr id="1158631643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1812296482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363940756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br/>
          </a:p>
        </p:txBody>
      </p:sp>
      <p:sp>
        <p:nvSpPr>
          <p:cNvPr id="970163300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319821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0030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904531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52515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6355744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634372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902894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206363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91190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18298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868967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3591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7632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87743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22783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928493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8300377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8837109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가족돌봄휴직의 비고란 및 인사부서메모란 전체 내용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되도록 반영 요청</a:t>
            </a:r>
          </a:p>
        </p:txBody>
      </p:sp>
      <p:sp>
        <p:nvSpPr>
          <p:cNvPr id="136730912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4828533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3563744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가족돌봄휴직의 비고란 및 인사부서메모란 전체 내용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되도록 반영 요청</a:t>
            </a:r>
          </a:p>
        </p:txBody>
      </p:sp>
      <p:sp>
        <p:nvSpPr>
          <p:cNvPr id="1088664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7457314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2448797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</a:p>
        </p:txBody>
      </p:sp>
      <p:sp>
        <p:nvSpPr>
          <p:cNvPr id="4671949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60581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4012732543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최연화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◑ 최연화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최진우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이재원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이재원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