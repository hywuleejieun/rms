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93341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45492702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095706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85825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12047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49089441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7134643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26994835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75815084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3748474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63580189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2571248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06589770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48895880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02159846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348401161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9393654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6091727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820035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775919242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672606472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2829533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7616119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0457304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6668379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1799652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968129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560488970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6023033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116034649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774615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96413690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683225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797068969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46059207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5994365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13428559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15452247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02510618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407711002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ITSM-113634 CCS(법인카드정산)시스템 적요란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영업시설물 시스템 추가 보완(연계 시스템)</a:t>
            </a:r>
          </a:p>
        </p:txBody>
      </p:sp>
      <p:sp>
        <p:nvSpPr>
          <p:cNvPr id="410144277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59799431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1804123677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747793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1458261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1164588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26698373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53145023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2082676066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37321981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661456392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8356721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1926076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0499986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32616344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00340153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5622634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ITSM-112346(VPN사용자 등록 신청서)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[EWS] 재무프로세스 미 검출 시나리오 (10개) 점검 요청 (회계팀)</a:t>
            </a:r>
          </a:p>
        </p:txBody>
      </p:sp>
      <p:sp>
        <p:nvSpPr>
          <p:cNvPr id="1176219249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71065049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24848559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</a:p>
        </p:txBody>
      </p:sp>
      <p:sp>
        <p:nvSpPr>
          <p:cNvPr id="657500508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9474925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3956452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9725541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216634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2033095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05176381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관세 세율별비중 산정을 위한 SAP 자동화 프로그램 개발(ZFIR7801)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구매처코드 계좌 삭제 SAP T-CODE 개발 요청(ZFBR3020)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단기여신 프로그램 변경 요청(신규임차 D등급 통제, 판매우량 사용조건 변경)</a:t>
            </a:r>
          </a:p>
        </p:txBody>
      </p:sp>
      <p:sp>
        <p:nvSpPr>
          <p:cNvPr id="218610942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1312868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47528653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</a:p>
        </p:txBody>
      </p:sp>
      <p:sp>
        <p:nvSpPr>
          <p:cNvPr id="173084393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6015433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480863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07419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