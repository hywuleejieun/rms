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89109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852896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607287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50344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36732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386853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29845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2836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5838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21127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8064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802650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77773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02522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32491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4718722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8082028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7912274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52995055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37507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SAP T-CODE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ZFIR5400 플랜트, 인도조건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ZPCOR2070 ZPCOR2080 개발 후 피드백관련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구매처코드 계좌 삭제 SAP T-CODE 개발 요청(ZFBR302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0)</a:t>
            </a:r>
          </a:p>
        </p:txBody>
      </p:sp>
      <p:sp>
        <p:nvSpPr>
          <p:cNvPr id="13979085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90583867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4361065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20413187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66107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11239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3792699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561378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5510569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9337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319329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</a:p>
        </p:txBody>
      </p:sp>
      <p:sp>
        <p:nvSpPr>
          <p:cNvPr id="1649996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6196341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1075610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2818718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9335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3616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62463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61572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196123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69713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7503650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97645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765536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46937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1344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590393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62802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83682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210618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11483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22238272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07/09</a:t>
            </a:r>
            <a:br/>
          </a:p>
        </p:txBody>
      </p:sp>
      <p:sp>
        <p:nvSpPr>
          <p:cNvPr id="8814709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06950179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7269281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301741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일회성 Batch Job 신규설정 및 등록작업(ZTD_D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_CNFM DLVRY_CUR_DAY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접속 사용자 SAP GUI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(기계설계팀 외 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TR 관련 T-Code 수행 후 FTP 전송 Error 건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4717681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5025579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844245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93785848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431609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90588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1471024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10902619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07061384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3502196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377528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</a:t>
            </a:r>
          </a:p>
        </p:txBody>
      </p:sp>
      <p:sp>
        <p:nvSpPr>
          <p:cNvPr id="8660617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br/>
          </a:p>
        </p:txBody>
      </p:sp>
      <p:sp>
        <p:nvSpPr>
          <p:cNvPr id="2490461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99272863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</a:p>
        </p:txBody>
      </p:sp>
      <p:sp>
        <p:nvSpPr>
          <p:cNvPr id="118182366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12205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876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44912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75780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26504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18629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276722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89867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27473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605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045351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07453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134244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86841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4061279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403818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21019255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154308416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5021065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9629815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2169028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Chemical 기술개발부문 구매요청 → 구매팀* Chemical 기술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개발부문 구매요구서 상신시 금액과 상관없이 수신부서 구매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팀으로 지정</a:t>
            </a:r>
          </a:p>
        </p:txBody>
      </p:sp>
      <p:sp>
        <p:nvSpPr>
          <p:cNvPr id="150875350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</a:p>
        </p:txBody>
      </p:sp>
      <p:sp>
        <p:nvSpPr>
          <p:cNvPr id="6750954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48534765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</a:p>
        </p:txBody>
      </p:sp>
      <p:sp>
        <p:nvSpPr>
          <p:cNvPr id="75703062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92139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2222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80386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41230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78225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836598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656944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11432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297520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022862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2304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61445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86519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87778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39110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9189527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2033159565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</a:p>
        </p:txBody>
      </p:sp>
      <p:sp>
        <p:nvSpPr>
          <p:cNvPr id="348024851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427098746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71362110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43403669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[ITSM-113328] 특근명령신청현황 결재자표시 추가-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증명 출력오류 문의 대응- 채용발령조직 변경 문의 대응(BDC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생성)- 퇴직자 특근시간 문의 대응(1804, 6/6교대근무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특근처리)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공장출입시간 미전송 건, 전송 처리- DC형퇴직금 전환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적용(12개월 평균임금적용 추가) 지원- 공장휴양소 당첨처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관련 문의 대응- 이월연차 생성관련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근무지변경에 따른 근무일정 자동변경 문의 대응- 근무지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변경에 의한 중식비 예외 신청 문의 대응 - [ITSM-112248]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산직평가 시스템 : 상반기용 종합평가 결과관리 신규개발(70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안면인식 데이터 I/F 오류 원인확인 및 대응  : BATCH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JOB 실행시간 조정- [ITSM-112248] 생산직평가 시스템 :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반기용 종합평가 결과관리 신규개발(90%)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: 상반기용 종합평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결과관리 신규개발 완료- [ITSM-105121] 배우자 동반 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급휴직 신청서 개발 : EAI 연동 및 CP결재 테스트 및 수정-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RP Upgrade 프로젝트 EAI 인터페이스 테스트 설명회</a:t>
            </a:r>
          </a:p>
        </p:txBody>
      </p:sp>
      <p:sp>
        <p:nvSpPr>
          <p:cNvPr id="2122779157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438676387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8184108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br/>
          </a:p>
        </p:txBody>
      </p:sp>
      <p:sp>
        <p:nvSpPr>
          <p:cNvPr id="1696201287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6153171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70001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40637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1680547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86746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06098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0574291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42070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92780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08624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44555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66730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464000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82645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99978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69408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20428676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244298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30%</a:t>
            </a:r>
          </a:p>
        </p:txBody>
      </p:sp>
      <p:sp>
        <p:nvSpPr>
          <p:cNvPr id="185059147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545154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27081516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본사 중식비 인상에 따른 금액 변동 HCM 수정 관련</a:t>
            </a:r>
          </a:p>
        </p:txBody>
      </p:sp>
      <p:sp>
        <p:nvSpPr>
          <p:cNvPr id="11106502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1194408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7/4</a:t>
            </a:r>
            <a:br/>
          </a:p>
        </p:txBody>
      </p:sp>
      <p:sp>
        <p:nvSpPr>
          <p:cNvPr id="12415179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</a:p>
        </p:txBody>
      </p:sp>
      <p:sp>
        <p:nvSpPr>
          <p:cNvPr id="20287262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24321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17379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2870414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844267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6378715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6367830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159531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ITSM-113164단기여신 프로그램 변경 요청 (신규임차 D등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급 통제, 판매우량 사용조건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</a:p>
        </p:txBody>
      </p:sp>
      <p:sp>
        <p:nvSpPr>
          <p:cNvPr id="18362691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64967791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7643485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8186371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3221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