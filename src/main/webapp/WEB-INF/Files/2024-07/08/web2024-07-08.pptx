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02591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20521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19338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03220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99053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765246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41339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83518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95508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4684723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53320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60940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02303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138714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76365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9877026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</a:p>
        </p:txBody>
      </p:sp>
      <p:sp>
        <p:nvSpPr>
          <p:cNvPr id="211668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ITSM-113630탱크청소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</a:p>
        </p:txBody>
      </p:sp>
      <p:sp>
        <p:nvSpPr>
          <p:cNvPr id="6108686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388402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5640169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ITSM-113139 신규 퇴직임원 송정역주유소 e-Biz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ITSM-113614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</a:p>
        </p:txBody>
      </p:sp>
      <p:sp>
        <p:nvSpPr>
          <p:cNvPr id="9330293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5427880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9213365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</a:p>
        </p:txBody>
      </p:sp>
      <p:sp>
        <p:nvSpPr>
          <p:cNvPr id="171317361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25554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3190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5400967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56302773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214007010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353391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8774659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204936846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9235056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1923670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64711667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28483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489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24537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92127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0851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583612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236720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18389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23228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06571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43902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73909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323730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735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24873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355660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4408464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20641535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29661555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8963198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823725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반영 조직코드 개선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28111637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8522326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5950508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78660856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11767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536190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8735969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89255879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2352786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443041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6939255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ITSM-111726 변경결과 작성, ITSM-113359 서비스요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반려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 조회 쿼리 튜닝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ITSM-113619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ITSM-113697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ITSM-113750 견적서 삭제</a:t>
            </a:r>
          </a:p>
        </p:txBody>
      </p:sp>
      <p:sp>
        <p:nvSpPr>
          <p:cNvPr id="20284673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92812551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50254734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6596669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62006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9066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86478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00099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394851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17184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6909788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64004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68977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01636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123774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04166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5244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82277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424615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40394924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702118419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741390172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프로세스 논의</a:t>
            </a:r>
          </a:p>
        </p:txBody>
      </p:sp>
      <p:sp>
        <p:nvSpPr>
          <p:cNvPr id="1058958551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28603338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65116243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'Spoke서버DB 연결 정보' 문서 EAI 유관시스템 PW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 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작업 오류 확인 및 재수행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신규 항공사 담당자 엑셀 표기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rpa01 계정 SAP 만료 예외처리 무의미 -&gt; 서비스 계정으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 외화송금' 새벽 작업 오류 확인 및 재수행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PC IP확인 팝업창 으로 인한 감지오류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CP미확인 원인 확인 및 메일 재발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송 -&gt; 접속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프로세스 논의</a:t>
            </a:r>
          </a:p>
        </p:txBody>
      </p:sp>
      <p:sp>
        <p:nvSpPr>
          <p:cNvPr id="450120027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449190914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035469130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797928907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3309028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830321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2135059131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173135095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2012816443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25064756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65969175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1410624611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794265638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549306389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53571750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7190296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8699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35953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872080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0180926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144050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742511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84700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35116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23397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16509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01037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1838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13668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36698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18893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11605049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</a:p>
        </p:txBody>
      </p:sp>
      <p:sp>
        <p:nvSpPr>
          <p:cNvPr id="16835270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</a:p>
        </p:txBody>
      </p:sp>
      <p:sp>
        <p:nvSpPr>
          <p:cNvPr id="126157168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141424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2468462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자동화- 완료 이후 추가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정전달 받아서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ITSM-113386, ITSM-113385, ITSM-113384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ITSM-112346, ITSM-113365, ITSM-113364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,ITSM-113337, ITSM-113468, ITSM-113471,ITSM-113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469, ITSM-113508, ITSM-113512,ITSM-113529, ITSM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-113533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ITSM-113544, ITSM-113524</a:t>
            </a:r>
          </a:p>
        </p:txBody>
      </p:sp>
      <p:sp>
        <p:nvSpPr>
          <p:cNvPr id="17786953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8240964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130799964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21904017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00679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06421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20243469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1885161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57912217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969837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08004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 및 교육출장비신청서 매뉴얼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Risk Assessment(사이버 보안)&gt;Risk Register-Controls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작성시 KR/EN 매핑 데이터 확인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risk assessment 관련 조직 정보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생성형 AI 서비스 사용 시 보안 주의사항	 시행교육과정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집합교육으로 변경 강사관리 탭 활성화.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MSDS 등록부서 비상대응팀으로 되어있으나 부서코드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획분석팀으로 잘못 되어있는 348건 부서코드 수정.</a:t>
            </a:r>
          </a:p>
        </p:txBody>
      </p:sp>
      <p:sp>
        <p:nvSpPr>
          <p:cNvPr id="53901505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916067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148231152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6862713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426758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3945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400904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80055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487381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14714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832131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74837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76671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05565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45112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62905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859210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14447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676995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1135091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</a:p>
        </p:txBody>
      </p:sp>
      <p:sp>
        <p:nvSpPr>
          <p:cNvPr id="1000443960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</a:p>
        </p:txBody>
      </p:sp>
      <p:sp>
        <p:nvSpPr>
          <p:cNvPr id="1905849104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07.08 이후 검출 데이터 오류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623660879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45807705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59564773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Xplatform 설치 후 실행 안되는 오류 원인 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사용불가 상품권 금결원 인터페이스 데이터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6월 데이터 CRM과 GCMS 금액차이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AP 서버 OS 및 DB 서버 오라클 버전 EOS로 인한 JDK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업그레이드 검토 및 계획 수립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E-IOM -&gt; WMS 인터페이스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24 1st interim 자동 통제 평가 관련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AP 서버 OS 및 DB 서버 오라클 버전 EOS로 인한 JDK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그레이드 검토 및 계획 수립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재무프로세스 미 검출 시나리오 (10개) 점검 요청 (회계팀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추출되지 않은 데이터 확인 요청(맴버십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마케팅팀)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Upgrade EAI interface 설명회 참석</a:t>
            </a:r>
          </a:p>
        </p:txBody>
      </p:sp>
      <p:sp>
        <p:nvSpPr>
          <p:cNvPr id="252161952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217847096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943654401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149260668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4466659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963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32149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3572829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060781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660083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862261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11240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58944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37110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52238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84032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4495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69173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245795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0220185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2757660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206580348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PRD 서버 SSL 및 웹 방화벽 인증서 갱신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PRD 서버 SSL 및 웹 방화벽 인증서 갱신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 상반기 VOC DB(전체) 데이터 조회 처리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조치  (JEUS 업그레이드)</a:t>
            </a:r>
          </a:p>
        </p:txBody>
      </p:sp>
      <p:sp>
        <p:nvSpPr>
          <p:cNvPr id="1505898894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9792077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61989209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[ERP/EAI] ERP Upgrade 프로젝트 EAI 인터페이스 테스트 설명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[ ROB_JOB_LOPAS_SHIPMENT_2   ] 키중복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송유관 입고계획 관리 &gt; 'PDF' NULL 및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미등록 점검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송유관 입고계획 관리 &gt; 'PDF' 추가 특수문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필터링 처리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DEV 서버 SSL 및 웹 방화벽 인증서 갱신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열람/조회 기록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페이지 생성 -ISMS-P 권고사항 관련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 상반기 VOC DB(전체) 데이터 조회 처리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조치  (JEUS 업그레이드)</a:t>
            </a:r>
          </a:p>
        </p:txBody>
      </p:sp>
      <p:sp>
        <p:nvSpPr>
          <p:cNvPr id="925662943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133489653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877929985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630489930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9751222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7778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72534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954434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18102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070630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341193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49596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80939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591091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18986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198733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24607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533113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277925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04860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6654772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2432922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</a:p>
        </p:txBody>
      </p:sp>
      <p:sp>
        <p:nvSpPr>
          <p:cNvPr id="16277118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828080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533863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</a:p>
        </p:txBody>
      </p:sp>
      <p:sp>
        <p:nvSpPr>
          <p:cNvPr id="19057690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93282038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6738297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8011274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56813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