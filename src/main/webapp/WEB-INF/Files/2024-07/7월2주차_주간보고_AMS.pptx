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2"/>
    <p:sldId id="276" r:id="rId34"/>
    <p:sldId id="277" r:id="rId36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slides/slide19.xml" Type="http://schemas.openxmlformats.org/officeDocument/2006/relationships/slide"/><Relationship Id="rId31" Target="notesSlides/notesSlide5.xml" Type="http://schemas.openxmlformats.org/officeDocument/2006/relationships/notesSlide"/><Relationship Id="rId32" Target="slides/slide20.xml" Type="http://schemas.openxmlformats.org/officeDocument/2006/relationships/slide"/><Relationship Id="rId33" Target="notesSlides/notesSlide6.xml" Type="http://schemas.openxmlformats.org/officeDocument/2006/relationships/notesSlide"/><Relationship Id="rId34" Target="slides/slide21.xml" Type="http://schemas.openxmlformats.org/officeDocument/2006/relationships/slide"/><Relationship Id="rId35" Target="notesSlides/notesSlide7.xml" Type="http://schemas.openxmlformats.org/officeDocument/2006/relationships/notesSlide"/><Relationship Id="rId36" Target="slides/slide22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2024-06-25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[2024.07.02 ~ 2024.07.08]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7월 2주차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931525735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07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933413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245492702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380957068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707858255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482120478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490894412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47134643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269948356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758150843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13748474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635801898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225712487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065897706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48895880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102159846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348401161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9393654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96091727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820035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775919242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672606472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728295336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7616119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70457304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6668379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1799652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968129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560488970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76023033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2116034649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7746159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396413690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56832259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797068969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546059207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95994365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2134285598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115452247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702510618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407711002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[CCS] ITSM-113634 CCS(법인카드정산)시스템 적요란 글자수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영업시설물 시스템 추가 보완(연계 시스템)</a:t>
            </a:r>
          </a:p>
        </p:txBody>
      </p:sp>
      <p:sp>
        <p:nvSpPr>
          <p:cNvPr id="410144277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959799431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</a:p>
        </p:txBody>
      </p:sp>
      <p:sp>
        <p:nvSpPr>
          <p:cNvPr id="1804123677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747793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1458261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21164588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826698373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753145023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입고/납품완료 불일치 모니터링 i/f 필드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*LLC(Life Cycle Costing), 정성평가 관련 로직 반영 및 인터페이스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ITSM-107407 자영대리점 거래처 관리업무 간소화 추진(1차)</a:t>
            </a:r>
          </a:p>
        </p:txBody>
      </p:sp>
      <p:sp>
        <p:nvSpPr>
          <p:cNvPr id="2082676066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637321981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</a:p>
        </p:txBody>
      </p:sp>
      <p:sp>
        <p:nvSpPr>
          <p:cNvPr id="1661456392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8356721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1926076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0499986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432616344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000340153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456226345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구축(3차)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ITSM-112346(VPN사용자 등록 신청서)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[EWS] 재무프로세스 미 검출 시나리오 (10개) 점검 요청 (회계팀)</a:t>
            </a:r>
          </a:p>
        </p:txBody>
      </p:sp>
      <p:sp>
        <p:nvSpPr>
          <p:cNvPr id="1176219249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71065049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924848559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</a:p>
        </p:txBody>
      </p:sp>
      <p:sp>
        <p:nvSpPr>
          <p:cNvPr id="657500508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9474925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3956452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9725541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342166340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820330957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605176381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관세 세율별비중 산정을 위한 SAP 자동화 프로그램 개발(ZFIR7801)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구매처코드 계좌 삭제 SAP T-CODE 개발 요청(ZFBR3020)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원화 Usance 차입금 도입 관련 ERP 시스템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단기여신 프로그램 변경 요청(신규임차 D등급 통제, 판매우량 사용조건 변경)</a:t>
            </a:r>
          </a:p>
        </p:txBody>
      </p:sp>
      <p:sp>
        <p:nvSpPr>
          <p:cNvPr id="218610942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013128687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347528653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</a:p>
        </p:txBody>
      </p:sp>
      <p:sp>
        <p:nvSpPr>
          <p:cNvPr id="1730843934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6015433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34808636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8074196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89109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7852896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6072870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0503447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0367326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13868534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3298452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7283632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7558382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5211271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80642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8026502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7777731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3025229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1324915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47187224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80820287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79122749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52995055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3750753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관세 세율별비중 산정을 위한 SAP 자동화 프로그램 개발(Z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FIR7801)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구매처코드 계좌 삭제 SAP T-CODE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ZFIR5400 플랜트, 인도조건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ZPCOR2070 ZPCOR2080 개발 후 피드백관련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구매처코드 계좌 삭제 SAP T-CODE 개발 요청(ZFBR302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0)</a:t>
            </a:r>
          </a:p>
        </p:txBody>
      </p:sp>
      <p:sp>
        <p:nvSpPr>
          <p:cNvPr id="139790858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</a:p>
        </p:txBody>
      </p:sp>
      <p:sp>
        <p:nvSpPr>
          <p:cNvPr id="90583867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</a:p>
        </p:txBody>
      </p:sp>
      <p:sp>
        <p:nvSpPr>
          <p:cNvPr id="43610659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</a:p>
        </p:txBody>
      </p:sp>
      <p:sp>
        <p:nvSpPr>
          <p:cNvPr id="204131874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6661074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112393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37926999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</a:p>
        </p:txBody>
      </p:sp>
      <p:sp>
        <p:nvSpPr>
          <p:cNvPr id="25613780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입고/납품완료 불일치 모니터링 i/f 필드 추가 (전기일, 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빙일, 입력일)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SAP의 ZIMBAD B/L List에 원산국 필드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영업시설물 시스템 추가 보완</a:t>
            </a:r>
          </a:p>
        </p:txBody>
      </p:sp>
      <p:sp>
        <p:nvSpPr>
          <p:cNvPr id="155105699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293376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33193295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Usance 차입금 도입 관련 ERP 시스템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및 제품 구입 비용문서 조회 프로그램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입고/납품완료 불일치 모니터링 i/f 필드 추가 (전기일, 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빙일, 입력일)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SAP의 ZIMBAD B/L List에 원산국 필드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영업시설물 시스템 추가 보완</a:t>
            </a:r>
          </a:p>
        </p:txBody>
      </p:sp>
      <p:sp>
        <p:nvSpPr>
          <p:cNvPr id="164999640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61963417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10756104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</a:p>
        </p:txBody>
      </p:sp>
      <p:sp>
        <p:nvSpPr>
          <p:cNvPr id="28187189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993350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36163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7624639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2615725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1961238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1697131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7503650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7976451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4765536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3469373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6913447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5903935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7628020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1836827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2106180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5114832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22238272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</a:p>
        </p:txBody>
      </p:sp>
      <p:sp>
        <p:nvSpPr>
          <p:cNvPr id="88147099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06950179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37269281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03017415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일회성 Batch Job 신규설정 및 등록작업(ZTD_D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_CNFM DLVRY_CUR_DAY 외 2건)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접속 사용자 SAP GUI 접속 문제로 원격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(기계설계팀 외 1건)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TR 관련 T-Code 수행 후 FTP 전송 Error 건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47176817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150255792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8442453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</a:p>
        </p:txBody>
      </p:sp>
      <p:sp>
        <p:nvSpPr>
          <p:cNvPr id="193785848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431609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9905889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214710247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</a:p>
        </p:txBody>
      </p:sp>
      <p:sp>
        <p:nvSpPr>
          <p:cNvPr id="10902619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07061384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73502196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23775287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9</a:t>
            </a:r>
          </a:p>
        </p:txBody>
      </p:sp>
      <p:sp>
        <p:nvSpPr>
          <p:cNvPr id="86606175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</a:p>
        </p:txBody>
      </p:sp>
      <p:sp>
        <p:nvSpPr>
          <p:cNvPr id="24904610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99272863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</a:p>
        </p:txBody>
      </p:sp>
      <p:sp>
        <p:nvSpPr>
          <p:cNvPr id="118182366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3122052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88767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5449121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4757804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1265046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5186292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2767225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3898672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8274733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760517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5045351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0074534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1342448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1868412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14061279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6403818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</a:p>
        </p:txBody>
      </p:sp>
      <p:sp>
        <p:nvSpPr>
          <p:cNvPr id="210192553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br/>
          </a:p>
        </p:txBody>
      </p:sp>
      <p:sp>
        <p:nvSpPr>
          <p:cNvPr id="154308416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Chemical 기술개발부문 구매요청 → 구매팀* Chemical 기술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개발부문 구매요구서 상신시 금액과 상관없이 수신부서 구매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팀으로 지정</a:t>
            </a:r>
          </a:p>
        </p:txBody>
      </p:sp>
      <p:sp>
        <p:nvSpPr>
          <p:cNvPr id="50210652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96298156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32169028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Chemical 기술개발부문 구매요청 → 구매팀* Chemical 기술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개발부문 구매요구서 상신시 금액과 상관없이 수신부서 구매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팀으로 지정</a:t>
            </a:r>
          </a:p>
        </p:txBody>
      </p:sp>
      <p:sp>
        <p:nvSpPr>
          <p:cNvPr id="150875350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</a:p>
        </p:txBody>
      </p:sp>
      <p:sp>
        <p:nvSpPr>
          <p:cNvPr id="67509543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</a:p>
        </p:txBody>
      </p:sp>
      <p:sp>
        <p:nvSpPr>
          <p:cNvPr id="148534765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br/>
          </a:p>
        </p:txBody>
      </p:sp>
      <p:sp>
        <p:nvSpPr>
          <p:cNvPr id="75703062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4921391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22221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9803869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7412305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5782257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8365986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36569449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1114325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1297520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5022862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423046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4614452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2865190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0877789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3391107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29189527" name="Text">
    </p:cNvPr>
          <p:cNvSpPr>
            <a:spLocks noGrp="1"/>
          </p:cNvSpPr>
          <p:nvPr/>
        </p:nvSpPr>
        <p:spPr>
          <a:xfrm rot="0">
            <a:off x="9702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2033159565" name="Text">
    </p:cNvPr>
          <p:cNvSpPr>
            <a:spLocks noGrp="1"/>
          </p:cNvSpPr>
          <p:nvPr/>
        </p:nvSpPr>
        <p:spPr>
          <a:xfrm rot="0">
            <a:off x="93345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</a:p>
        </p:txBody>
      </p:sp>
      <p:sp>
        <p:nvSpPr>
          <p:cNvPr id="348024851" name="Text">
    </p:cNvPr>
          <p:cNvSpPr>
            <a:spLocks noGrp="1"/>
          </p:cNvSpPr>
          <p:nvPr/>
        </p:nvSpPr>
        <p:spPr>
          <a:xfrm rot="0">
            <a:off x="5930900" y="1511300"/>
            <a:ext cx="3403600" cy="3187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1427098746" name="Text">
    </p:cNvPr>
          <p:cNvSpPr>
            <a:spLocks noGrp="1"/>
          </p:cNvSpPr>
          <p:nvPr/>
        </p:nvSpPr>
        <p:spPr>
          <a:xfrm rot="0">
            <a:off x="53086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471362110" name="Text">
    </p:cNvPr>
          <p:cNvSpPr>
            <a:spLocks noGrp="1"/>
          </p:cNvSpPr>
          <p:nvPr/>
        </p:nvSpPr>
        <p:spPr>
          <a:xfrm rot="0">
            <a:off x="889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434036693" name="Text">
    </p:cNvPr>
          <p:cNvSpPr>
            <a:spLocks noGrp="1"/>
          </p:cNvSpPr>
          <p:nvPr/>
        </p:nvSpPr>
        <p:spPr>
          <a:xfrm rot="0">
            <a:off x="711200" y="1511300"/>
            <a:ext cx="3403600" cy="3187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[ITSM-113328] 특근명령신청현황 결재자표시 추가- 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증명 출력오류 문의 대응- 채용발령조직 변경 문의 대응(BDC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데이터 생성)- 퇴직자 특근시간 문의 대응(1804, 6/6교대근무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특근처리)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공장출입시간 미전송 건, 전송 처리- DC형퇴직금 전환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 적용(12개월 평균임금적용 추가) 지원- 공장휴양소 당첨처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 관련 문의 대응- 이월연차 생성관련 문의 대응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근무지변경에 따른 근무일정 자동변경 문의 대응- 근무지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변경에 의한 중식비 예외 신청 문의 대응 - [ITSM-112248]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산직평가 시스템 : 상반기용 종합평가 결과관리 신규개발(70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%)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안면인식 데이터 I/F 오류 원인확인 및 대응  : BATCH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JOB 실행시간 조정- [ITSM-112248] 생산직평가 시스템 : 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반기용 종합평가 결과관리 신규개발(90%)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: 상반기용 종합평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결과관리 신규개발 완료- [ITSM-105121] 배우자 동반 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급휴직 신청서 개발 : EAI 연동 및 CP결재 테스트 및 수정- 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RP Upgrade 프로젝트 EAI 인터페이스 테스트 설명회</a:t>
            </a:r>
          </a:p>
        </p:txBody>
      </p:sp>
      <p:sp>
        <p:nvSpPr>
          <p:cNvPr id="2122779157" name="Text">
    </p:cNvPr>
          <p:cNvSpPr>
            <a:spLocks noGrp="1"/>
          </p:cNvSpPr>
          <p:nvPr/>
        </p:nvSpPr>
        <p:spPr>
          <a:xfrm rot="0">
            <a:off x="44831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br/>
            <a:br/>
          </a:p>
        </p:txBody>
      </p:sp>
      <p:sp>
        <p:nvSpPr>
          <p:cNvPr id="1438676387" name="Text">
    </p:cNvPr>
          <p:cNvSpPr>
            <a:spLocks noGrp="1"/>
          </p:cNvSpPr>
          <p:nvPr/>
        </p:nvSpPr>
        <p:spPr>
          <a:xfrm rot="0">
            <a:off x="48514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br/>
            <a:br/>
          </a:p>
        </p:txBody>
      </p:sp>
      <p:sp>
        <p:nvSpPr>
          <p:cNvPr id="181841087" name="Text">
    </p:cNvPr>
          <p:cNvSpPr>
            <a:spLocks noGrp="1"/>
          </p:cNvSpPr>
          <p:nvPr/>
        </p:nvSpPr>
        <p:spPr>
          <a:xfrm rot="0">
            <a:off x="4114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br/>
            <a:br/>
          </a:p>
        </p:txBody>
      </p:sp>
      <p:sp>
        <p:nvSpPr>
          <p:cNvPr id="1696201287" name="Text">
    </p:cNvPr>
          <p:cNvSpPr>
            <a:spLocks noGrp="1"/>
          </p:cNvSpPr>
          <p:nvPr/>
        </p:nvSpPr>
        <p:spPr>
          <a:xfrm rot="0">
            <a:off x="6604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6153171" name="Text">
    </p:cNvPr>
          <p:cNvSpPr>
            <a:spLocks noGrp="1"/>
          </p:cNvSpPr>
          <p:nvPr/>
        </p:nvSpPr>
        <p:spPr>
          <a:xfrm rot="0">
            <a:off x="58801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70001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5406379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1680547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867460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5060987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60574291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8420702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927807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5086240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8445553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0667307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5464000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8264501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0999789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7694082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204286761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</a:p>
        </p:txBody>
      </p:sp>
      <p:sp>
        <p:nvSpPr>
          <p:cNvPr id="12442981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 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 30%</a:t>
            </a:r>
          </a:p>
        </p:txBody>
      </p:sp>
      <p:sp>
        <p:nvSpPr>
          <p:cNvPr id="185059147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95451542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27081516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본사 중식비 인상에 따른 금액 변동 HCM 수정 관련</a:t>
            </a:r>
          </a:p>
        </p:txBody>
      </p:sp>
      <p:sp>
        <p:nvSpPr>
          <p:cNvPr id="111065023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11944083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7/5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7/4</a:t>
            </a:r>
            <a:br/>
          </a:p>
        </p:txBody>
      </p:sp>
      <p:sp>
        <p:nvSpPr>
          <p:cNvPr id="124151790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</a:p>
        </p:txBody>
      </p:sp>
      <p:sp>
        <p:nvSpPr>
          <p:cNvPr id="202872629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243217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217379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62870414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118442672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63787152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76367830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81595312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ITSM-109418자가수송 실거리 내용 입력/수정 시 조회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ITSM-113164단기여신 프로그램 변경 요청 (신규임차 D등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급 통제, 판매우량 사용조건 변경)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ITSM-113243ZTDR5048 기타수송비 항목관리 입력 부여</a:t>
            </a:r>
          </a:p>
        </p:txBody>
      </p:sp>
      <p:sp>
        <p:nvSpPr>
          <p:cNvPr id="183626912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64967791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176434852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</a:p>
        </p:txBody>
      </p:sp>
      <p:sp>
        <p:nvSpPr>
          <p:cNvPr id="181863719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232215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02591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3205215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9193381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8032201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990533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7652461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3413390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2835184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1955088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4684723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1533207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7609404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7023035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1387149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3763656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39877026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</a:p>
        </p:txBody>
      </p:sp>
      <p:sp>
        <p:nvSpPr>
          <p:cNvPr id="2116680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ITSM-113630탱크청소 검수서류 첨부 권한 부여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적요란 글자수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증액 요청</a:t>
            </a:r>
          </a:p>
        </p:txBody>
      </p:sp>
      <p:sp>
        <p:nvSpPr>
          <p:cNvPr id="61086862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23884027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56401691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ITSM-113139 신규 퇴직임원 송정역주유소 e-Biz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ITSM-113614 탱크청소 검수서류 첨부 권한 부여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적요란 글자수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증액 요청</a:t>
            </a:r>
          </a:p>
        </p:txBody>
      </p:sp>
      <p:sp>
        <p:nvSpPr>
          <p:cNvPr id="93302930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54278801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92133658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</a:p>
        </p:txBody>
      </p:sp>
      <p:sp>
        <p:nvSpPr>
          <p:cNvPr id="171317361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2255547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431906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54009674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</a:p>
        </p:txBody>
      </p:sp>
      <p:sp>
        <p:nvSpPr>
          <p:cNvPr id="56302773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[ITSM-112945]일일 출하업무 Data 검증 기능 개발</a:t>
            </a:r>
          </a:p>
        </p:txBody>
      </p:sp>
      <p:sp>
        <p:nvSpPr>
          <p:cNvPr id="214007010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7353391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58774659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[ITSM-112945]일일 출하업무 Data 검증 기능 개발</a:t>
            </a:r>
          </a:p>
        </p:txBody>
      </p:sp>
      <p:sp>
        <p:nvSpPr>
          <p:cNvPr id="204936846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92350569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119236708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</a:p>
        </p:txBody>
      </p:sp>
      <p:sp>
        <p:nvSpPr>
          <p:cNvPr id="64711667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284837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4892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9245375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6921276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308514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5836127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2367209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4183897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0232289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4065717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1439021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6739094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3237307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67350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8248730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3556605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44084644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</a:p>
        </p:txBody>
      </p:sp>
      <p:sp>
        <p:nvSpPr>
          <p:cNvPr id="206415353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탱크청소 검수서류 첨부 권한 부여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시스템추가보완</a:t>
            </a:r>
          </a:p>
        </p:txBody>
      </p:sp>
      <p:sp>
        <p:nvSpPr>
          <p:cNvPr id="29661555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89631986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68237258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반영 조직코드 개선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구축(3차)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탱크청소 검수서류 첨부 권한 부여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시스템추가보완</a:t>
            </a:r>
          </a:p>
        </p:txBody>
      </p:sp>
      <p:sp>
        <p:nvSpPr>
          <p:cNvPr id="28111637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85223263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59505084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</a:p>
        </p:txBody>
      </p:sp>
      <p:sp>
        <p:nvSpPr>
          <p:cNvPr id="178660856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0117677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536190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87359695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</a:p>
        </p:txBody>
      </p:sp>
      <p:sp>
        <p:nvSpPr>
          <p:cNvPr id="89255879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23527866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94430414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46939255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ITSM-111726 변경결과 작성, ITSM-113359 서비스요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청서 반려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상차계획 조회 쿼리 튜닝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그룹웨어 모바일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ITSM-113619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ITSM-113697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ITSM-113750 견적서 삭제</a:t>
            </a:r>
          </a:p>
        </p:txBody>
      </p:sp>
      <p:sp>
        <p:nvSpPr>
          <p:cNvPr id="202846733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92812551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150254734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65966695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620066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90661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1864780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8000990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394851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5171841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6909788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0640042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9689778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5016368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1237748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0041667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952446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7822779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4246158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40394924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702118419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</a:p>
        </p:txBody>
      </p:sp>
      <p:sp>
        <p:nvSpPr>
          <p:cNvPr id="1741390172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을 위한 프로세스 논의</a:t>
            </a:r>
          </a:p>
        </p:txBody>
      </p:sp>
      <p:sp>
        <p:nvSpPr>
          <p:cNvPr id="1058958551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128603338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565116243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'Spoke서버DB 연결 정보' 문서 EAI 유관시스템 PW 담당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 송금' 새벽 작업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'항공급유 매출입력' 작업 오류 확인 및 재수행 -&gt;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신규 항공사 담당자 엑셀 표기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rpa01 계정 SAP 만료 예외처리 무의미 -&gt; 서비스 계정으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 전환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 외화송금' 새벽 작업 오류 확인 및 재수행 -&gt;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PC IP확인 팝업창 으로 인한 감지오류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 Studio 큐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'사전점검' 작업 CP미확인 원인 확인 및 메일 재발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송 -&gt; 접속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을 위한 프로세스 논의</a:t>
            </a:r>
          </a:p>
        </p:txBody>
      </p:sp>
      <p:sp>
        <p:nvSpPr>
          <p:cNvPr id="450120027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1449190914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1035469130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</a:p>
        </p:txBody>
      </p:sp>
      <p:sp>
        <p:nvSpPr>
          <p:cNvPr id="1797928907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3309028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830321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2135059131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1173135095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</a:p>
        </p:txBody>
      </p:sp>
      <p:sp>
        <p:nvSpPr>
          <p:cNvPr id="2012816443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425064756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965969175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</a:p>
        </p:txBody>
      </p:sp>
      <p:sp>
        <p:nvSpPr>
          <p:cNvPr id="1410624611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794265638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1549306389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1535717502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7190296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86996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8359536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8720800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0180926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1440501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7425111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1847001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835116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1233976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165095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2010371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018384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9136684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366989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9188933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11605049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</a:p>
        </p:txBody>
      </p:sp>
      <p:sp>
        <p:nvSpPr>
          <p:cNvPr id="168352709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</a:p>
        </p:txBody>
      </p:sp>
      <p:sp>
        <p:nvSpPr>
          <p:cNvPr id="126157168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61414245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24684626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구매관련 기안지 RODA 자동화- 완료 이후 추가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정전달 받아서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ITSM-112346(VPN사용자 등록 신청서)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ITSM-113386, ITSM-113385, ITSM-113384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ITSM-112346, ITSM-113365, ITSM-113364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,ITSM-113337, ITSM-113468, ITSM-113471,ITSM-113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469, ITSM-113508, ITSM-113512,ITSM-113529, ITSM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-113533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ITSM-113544, ITSM-113524</a:t>
            </a:r>
          </a:p>
        </p:txBody>
      </p:sp>
      <p:sp>
        <p:nvSpPr>
          <p:cNvPr id="177869537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</a:p>
        </p:txBody>
      </p:sp>
      <p:sp>
        <p:nvSpPr>
          <p:cNvPr id="82409641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</a:p>
        </p:txBody>
      </p:sp>
      <p:sp>
        <p:nvSpPr>
          <p:cNvPr id="130799964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</a:p>
        </p:txBody>
      </p:sp>
      <p:sp>
        <p:nvSpPr>
          <p:cNvPr id="21904017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800679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06421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202434696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11885161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</a:p>
        </p:txBody>
      </p:sp>
      <p:sp>
        <p:nvSpPr>
          <p:cNvPr id="157912217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99698374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9080047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교육결과보고 및 교육출장비신청서 매뉴얼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Risk Assessment(사이버 보안)&gt;Risk Register-Controls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작성시 KR/EN 매핑 데이터 확인 문의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risk assessment 관련 조직 정보 확인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생성형 AI 서비스 사용 시 보안 주의사항	 시행교육과정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집합교육으로 변경 강사관리 탭 활성화.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MSDS 등록부서 비상대응팀으로 되어있으나 부서코드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획분석팀으로 잘못 되어있는 348건 부서코드 수정.</a:t>
            </a:r>
          </a:p>
        </p:txBody>
      </p:sp>
      <p:sp>
        <p:nvSpPr>
          <p:cNvPr id="53901505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</a:p>
        </p:txBody>
      </p:sp>
      <p:sp>
        <p:nvSpPr>
          <p:cNvPr id="9160675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73%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</a:p>
        </p:txBody>
      </p:sp>
      <p:sp>
        <p:nvSpPr>
          <p:cNvPr id="148231152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</a:p>
        </p:txBody>
      </p:sp>
      <p:sp>
        <p:nvSpPr>
          <p:cNvPr id="68627137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426758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39457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4009045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6800552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4873814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6147148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8321317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9748379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3766716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0055654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6451127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6629054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8859210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614447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6769950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71135091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</a:p>
        </p:txBody>
      </p:sp>
      <p:sp>
        <p:nvSpPr>
          <p:cNvPr id="1000443960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</a:p>
        </p:txBody>
      </p:sp>
      <p:sp>
        <p:nvSpPr>
          <p:cNvPr id="1905849104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구현- 관리자 페이지 IP 검증 기능 구현-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시나리오 07.08 이후 검출 데이터 오류 확인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623660879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45807705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959564773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Xplatform 설치 후 실행 안되는 오류 원인 확인 및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사용불가 상품권 금결원 인터페이스 데이터 확인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모바일상품권 6월 데이터 CRM과 GCMS 금액차이 발생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데이터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AP 서버 OS 및 DB 서버 오라클 버전 EOS로 인한 JDK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업그레이드 검토 및 계획 수립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E-IOM -&gt; WMS 인터페이스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24 1st interim 자동 통제 평가 관련 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AP 서버 OS 및 DB 서버 오라클 버전 EOS로 인한 JDK 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그레이드 검토 및 계획 수립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재무프로세스 미 검출 시나리오 (10개) 점검 요청 (회계팀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시나리오 추출되지 않은 데이터 확인 요청(맴버십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마케팅팀)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구현- 관리자 페이지 IP 검증 기능 구현-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Upgrade EAI interface 설명회 참석</a:t>
            </a:r>
          </a:p>
        </p:txBody>
      </p:sp>
      <p:sp>
        <p:nvSpPr>
          <p:cNvPr id="252161952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1217847096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1943654401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1149260668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84466659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9639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9321492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3572829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0607814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660083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8622619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7112406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558944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0371102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9522389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5840321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944958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0691734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2457957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90220185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202757660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1206580348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PRD 서버 SSL 및 웹 방화벽 인증서 갱신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PRD 서버 SSL 및 웹 방화벽 인증서 갱신 및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2024 상반기 VOC DB(전체) 데이터 조회 처리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조치  (JEUS 업그레이드)</a:t>
            </a:r>
          </a:p>
        </p:txBody>
      </p:sp>
      <p:sp>
        <p:nvSpPr>
          <p:cNvPr id="1505898894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99792077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661989209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[ERP/EAI] ERP Upgrade 프로젝트 EAI 인터페이스 테스트 설명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[ ROB_JOB_LOPAS_SHIPMENT_2   ] 키중복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오류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송유관 입고계획 관리 &gt; 'PDF' NULL 및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미등록 점검 및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송유관 입고계획 관리 &gt; 'PDF' 추가 특수문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필터링 처리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DEV 서버 SSL 및 웹 방화벽 인증서 갱신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ITSM-112563 VOC 관리자 웹페이지내 열람/조회 기록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페이지 생성 -ISMS-P 권고사항 관련 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2024 상반기 VOC DB(전체) 데이터 조회 처리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조치  (JEUS 업그레이드)</a:t>
            </a:r>
          </a:p>
        </p:txBody>
      </p:sp>
      <p:sp>
        <p:nvSpPr>
          <p:cNvPr id="925662943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2133489653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1877929985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1630489930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9751222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77781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6725346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8954434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618102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6070630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3411933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7495969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7809390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5591091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1189866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9198733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3246076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5331134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2779259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8048601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66547722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124329226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요청(2차)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입고/납품완료 불일치 모니터링 i/f 필드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영업시설물 시스템 추가 보완(연계 시스템)</a:t>
            </a:r>
          </a:p>
        </p:txBody>
      </p:sp>
      <p:sp>
        <p:nvSpPr>
          <p:cNvPr id="162771189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38280802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65338632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입고/납품완료 불일치 모니터링 i/f 필드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요청(2차)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영업시설물 시스템 추가 보완(연계 시스템)</a:t>
            </a:r>
          </a:p>
        </p:txBody>
      </p:sp>
      <p:sp>
        <p:nvSpPr>
          <p:cNvPr id="190576907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93282038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67382975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80112746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568130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4012732543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</a:t>
                      </a:r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최연화</a:t>
                      </a:r>
                      <a:endParaRPr altLang="ko-KR" dirty="0" lang="en-US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◑ 최연화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순현국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박남신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최진우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</a:t>
                      </a:r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이재원</a:t>
                      </a:r>
                      <a:endParaRPr altLang="ko-KR" dirty="0" lang="en-US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</a:t>
                      </a:r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박남신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</a:t>
                      </a:r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</a:t>
                      </a:r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이재원</a:t>
                      </a:r>
                      <a:endParaRPr altLang="ko-KR" dirty="0" lang="en-US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</a:t>
                      </a:r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박남신</a:t>
                      </a:r>
                      <a:endParaRPr altLang="ko-KR" dirty="0" lang="en-US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07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