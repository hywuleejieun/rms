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110" d="100"/>
          <a:sy n="110" d="100"/>
        </p:scale>
        <p:origin x="2070" y="114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2024-06-25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81</Words>
  <Application>Microsoft Office PowerPoint</Application>
  <PresentationFormat>사용자 지정</PresentationFormat>
  <Paragraphs>47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26</cp:revision>
  <dcterms:modified xsi:type="dcterms:W3CDTF">2024-06-25T06:25:12Z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2024-06-25T06:25:12Z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b4138779-eccc-4c9b-a0de-dffe4c3b4f92</vt:lpwstr>
  </property>
  <property fmtid="{D5CDD505-2E9C-101B-9397-08002B2CF9AE}" pid="8" name="MSIP_Label_a567d48d-774c-44e2-a79a-7d15724a8f35_ContentBits">
    <vt:lpwstr>3</vt:lpwstr>
  </property>
</Properties>
</file>