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110" d="100"/>
          <a:sy n="110" d="100"/>
        </p:scale>
        <p:origin x="2070" y="114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2024-07-08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4012732543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순현국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최연화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◑ 최연화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김원기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변석범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김원기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변석범</a:t>
                      </a: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박선미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변석범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변석범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◑ 순현국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◑ 박남신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강민경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공현호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이상엽</a:t>
                      </a: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강민경</a:t>
                      </a: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 서상희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◑ 최진우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이재원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최진우</a:t>
                      </a: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박남신</a:t>
                      </a: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박남신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이상엽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이재원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박남신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박선미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이상엽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배영식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이상엽</a:t>
                      </a: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최연화</a:t>
                      </a: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이지은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최연화</a:t>
                      </a: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 dirty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176</Words>
  <Application>Microsoft Office PowerPoint</Application>
  <PresentationFormat>사용자 지정</PresentationFormat>
  <Paragraphs>80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28</cp:revision>
  <dcterms:modified xsi:type="dcterms:W3CDTF">2024-07-08T00:14:41Z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2024-07-08T00:14:41Z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22f3621c-2e8a-4b1a-953b-79bfaaf567c0</vt:lpwstr>
  </property>
  <property fmtid="{D5CDD505-2E9C-101B-9397-08002B2CF9AE}" pid="8" name="MSIP_Label_a567d48d-774c-44e2-a79a-7d15724a8f35_ContentBits">
    <vt:lpwstr>3</vt:lpwstr>
  </property>
</Properties>
</file>