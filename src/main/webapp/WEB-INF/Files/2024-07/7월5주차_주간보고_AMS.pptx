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[2024.07.23 ~ 2024.07.29]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7월 5주차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1742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44257337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592884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0658147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0775554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58666057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3423604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5429917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7964443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720357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6542594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30295874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11295026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99792440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68726375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49063334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448724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599270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207909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016555054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365461132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57985854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6647295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7094837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252065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68505608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106388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757701287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730713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587370006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0732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33695302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7326291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600341119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876046407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8050177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5069135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30265494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85837227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6578209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054345915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34665242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612531753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0039300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4460420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150072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45025758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45166612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주간수급보고 관련 한라석유 직매거래처 보고 방법 수정요청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883703945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766021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217701616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3728634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352333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9326750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40741614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206300818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3425459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'24년 본사 IT시스템 어플리케이션 계정 유효성 검증 작업 수행 안내(LMS 계정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인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규정준수 모니터링 관련 처리기일 자료 요청 회신 (TSM-114572)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 CrowdStrike의 Falcon제품군 패치 에러로 인한 VDI셋팅</a:t>
            </a:r>
          </a:p>
        </p:txBody>
      </p:sp>
      <p:sp>
        <p:nvSpPr>
          <p:cNvPr id="1536752617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89617931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70791389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</a:p>
        </p:txBody>
      </p:sp>
      <p:sp>
        <p:nvSpPr>
          <p:cNvPr id="726183029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4011846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205484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4100569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687876688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2624971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36221865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제품별 원가내역 조회 테스트 피드백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MIRO 전표 역분개 오류 분석 및 수정(ZFIR7060)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*LLC(Life Cycle Costing), 정성평가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ITSM-113381 부실거래처/중점관리거래처 분류시 단가여신 등급 삭제</a:t>
            </a:r>
          </a:p>
        </p:txBody>
      </p:sp>
      <p:sp>
        <p:nvSpPr>
          <p:cNvPr id="146294346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49633959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0818183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</a:p>
        </p:txBody>
      </p:sp>
      <p:sp>
        <p:nvSpPr>
          <p:cNvPr id="120742767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9378133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1154395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1297581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8046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51261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1032222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35246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631408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30441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4797366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14296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6781807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59701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68472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093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30866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1020243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036806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7398477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55032874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6837905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386353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3225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조회 오류 원인 분석(ZFIR7032)구매처삭제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GR/IR 계정 반제 신규 생성(ZFIR7185)     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MIRO 전표 역분개 오류 분석 및 수정(ZFIR7060)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테스트 피드백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수송비 GR/IR 계정 반제 신규 생성(ZFIR7185)        </a:t>
            </a:r>
          </a:p>
        </p:txBody>
      </p:sp>
      <p:sp>
        <p:nvSpPr>
          <p:cNvPr id="126542219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26510676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3168175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3211650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6732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13464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503122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3239850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</a:p>
        </p:txBody>
      </p:sp>
      <p:sp>
        <p:nvSpPr>
          <p:cNvPr id="15021364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790337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5252677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영업시설물 시스템 추가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주간수급보고 관련 한라석유 직매거래처 보고 방법 수정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수급상황기록부 erp upgrade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1건 취소요청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자재번호 생성</a:t>
            </a:r>
          </a:p>
        </p:txBody>
      </p:sp>
      <p:sp>
        <p:nvSpPr>
          <p:cNvPr id="188923401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753921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96592168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3702720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1575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7772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854396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1520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54439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329689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001382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59272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4685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24503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38658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5789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41093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491817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174966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184379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</a:p>
        </p:txBody>
      </p:sp>
      <p:sp>
        <p:nvSpPr>
          <p:cNvPr id="162033964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804518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789188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876948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03563272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F/S 가용공간 부족에 따른 로그 삭제작업(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2019년/2020년 로그삭제)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및 EP서버 보안 SSL 인증서 갱신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69288268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020328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9049454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172205776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229465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055751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55749590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51292427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96128191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144366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4407352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</a:p>
        </p:txBody>
      </p:sp>
      <p:sp>
        <p:nvSpPr>
          <p:cNvPr id="8397883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8854495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7794288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103145832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483104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208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979858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53982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352347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494041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8213764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05745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34303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59926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579038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55606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22012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96749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7782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203808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069422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0522921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1468823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060552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506804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00079223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9212248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</a:p>
        </p:txBody>
      </p:sp>
      <p:sp>
        <p:nvSpPr>
          <p:cNvPr id="13220053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04542467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521546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248635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93674679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85037763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2254528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32182580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761216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vdi 초기화로 인한 운영환경 세팅- 7월급여작업 지원(연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차보상 소급 오류 외)- 문의 대응(- 휴가신청 승인결재시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사유저장오류 분석 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문의 대응(경조신청 결재시 사유입력 저정 오류 등)- 배우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자동반 휴직신청 신규개발 인사현업테스트 지원(테스트계정,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사용방법 등)- erp upgrade 프로젝트 지원(휴무쿼터 생성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 대응)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 : 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AI 개발서버 재설치(crowdstrike 문제)로 인해 재테스트 및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영적용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여름휴가</a:t>
            </a:r>
          </a:p>
        </p:txBody>
      </p:sp>
      <p:sp>
        <p:nvSpPr>
          <p:cNvPr id="7441211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15526755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5863836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1051223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42409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8297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62029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714639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70255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360359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533039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92976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89306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2755072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906972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1485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26420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736192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28991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6452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681790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0992813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 10%</a:t>
            </a:r>
          </a:p>
        </p:txBody>
      </p:sp>
      <p:sp>
        <p:nvSpPr>
          <p:cNvPr id="3066931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801113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645008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육아휴직 만료시 사전 안내 자동발송기능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HR - 보훈정보 관련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- 방문교통비 신청자 정보 조회 오류 확인</a:t>
            </a:r>
          </a:p>
        </p:txBody>
      </p:sp>
      <p:sp>
        <p:nvSpPr>
          <p:cNvPr id="14031994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460048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7/26</a:t>
            </a:r>
            <a:br/>
          </a:p>
        </p:txBody>
      </p:sp>
      <p:sp>
        <p:nvSpPr>
          <p:cNvPr id="6937599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24670498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989729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6071697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390255828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973177821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94457767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2869794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4220723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ITSM-113381부실거래처/중점관리거래처 분류시 단가여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 등급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ITSM-113243ZTDR5048 기타수송비 항목관리 입력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ITSM-114657 싱가포르 법인 Sign 출력 이미지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ITSM-113285대리점 자가수송 최적출하지 점검 승인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그램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851832968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928687119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066682615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60622865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3710693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5682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673263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75814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70443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17102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65188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594527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78535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26286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020248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609168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2180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001725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82548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4353191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042621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35436979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18081904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293390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797713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298958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5527668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76985625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753237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61256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238938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495133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41205317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3092120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5355682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3265788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7760391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305540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89334611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31051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68063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0587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49942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002021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388461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921511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92350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42685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76740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94500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59576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703276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368888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79802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33104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0322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351149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00602303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101406239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2282339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2051777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시스템추가보완</a:t>
            </a:r>
          </a:p>
        </p:txBody>
      </p:sp>
      <p:sp>
        <p:nvSpPr>
          <p:cNvPr id="20895449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2439917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20239224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</a:p>
        </p:txBody>
      </p:sp>
      <p:sp>
        <p:nvSpPr>
          <p:cNvPr id="12893875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370436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85504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17399151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</a:p>
        </p:txBody>
      </p:sp>
      <p:sp>
        <p:nvSpPr>
          <p:cNvPr id="202177938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9592083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3670383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0186942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ITSM-113591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Scouter APM 제거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ATSS 엔진 지도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ITSM-106923 변경결과 작성,ITSM-113591 배포상태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변경,ITSM-114276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ITSM-113772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엔진 서버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ITSM-114494 견적서 삭제,ITSM-66433 서비스 요청서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삭제,ITSM-68508 서비스 요청서 삭제,ITSM-71029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요청서 삭제,ITSM-83243 서비스 요청서 삭제,ITSM-7356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 서비스 요청서 삭제</a:t>
            </a:r>
          </a:p>
        </p:txBody>
      </p:sp>
      <p:sp>
        <p:nvSpPr>
          <p:cNvPr id="4811506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11914682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63162646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br/>
          </a:p>
        </p:txBody>
      </p:sp>
      <p:sp>
        <p:nvSpPr>
          <p:cNvPr id="2086228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5882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7335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412429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4653211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10159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42418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75245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039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03299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28193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06663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41479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721561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563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4863563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9389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  <a:br/>
          </a:p>
        </p:txBody>
      </p:sp>
      <p:sp>
        <p:nvSpPr>
          <p:cNvPr id="15334146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99007083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안정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</a:t>
            </a:r>
          </a:p>
        </p:txBody>
      </p:sp>
      <p:sp>
        <p:nvSpPr>
          <p:cNvPr id="13317374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69045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237624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[기타] VDI 재발급 이상확인 및 조치요청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새벽 작업 모니터링 및 에러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A360 OCR 사용 작업들 에러 발생       -&gt; PC 재부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       -&gt; 윈도우 보안 업데이트 제거 및 재부팅                 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&gt; NAVER OCR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[RPA] A360 '#4 외화송금' 작업 수신자 변경</a:t>
            </a:r>
          </a:p>
        </p:txBody>
      </p:sp>
      <p:sp>
        <p:nvSpPr>
          <p:cNvPr id="171554926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753973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9442362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</a:p>
        </p:txBody>
      </p:sp>
      <p:sp>
        <p:nvSpPr>
          <p:cNvPr id="486896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15931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06748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999810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</a:p>
        </p:txBody>
      </p:sp>
      <p:sp>
        <p:nvSpPr>
          <p:cNvPr id="17833140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3590047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9212238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397259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CP 결재문서 'SG생성/변경/삭제 요청서' 양식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5926557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116991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66990173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9705962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41350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734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9671651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08176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35973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282373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368747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9818866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575767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78135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96349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0466391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81507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5353933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768463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6960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</a:p>
        </p:txBody>
      </p:sp>
      <p:sp>
        <p:nvSpPr>
          <p:cNvPr id="5172269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</a:p>
        </p:txBody>
      </p:sp>
      <p:sp>
        <p:nvSpPr>
          <p:cNvPr id="13555944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</a:p>
        </p:txBody>
      </p:sp>
      <p:sp>
        <p:nvSpPr>
          <p:cNvPr id="653230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3649367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7354002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ITSM-114352, ITSM-114354, ITSM-114369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ITSM-114377, ITSM-114405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ITSM-114469, ITSM-114428, ITSM-114459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ITSM-114493, ITSM-114475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ITSM-114466, ITSM-114526, ITSM-113857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ITSM-114594, ITSM-114596, ITSM-114633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ITSM-114637메일요청 수정 -&gt; A11-24-0147(내용및첨부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파일)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ITSM-114638, ITSM-114671, ITSM-114676</a:t>
            </a:r>
          </a:p>
        </p:txBody>
      </p:sp>
      <p:sp>
        <p:nvSpPr>
          <p:cNvPr id="13903583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408342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206788477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4706543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131311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78157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532895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4122060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</a:p>
        </p:txBody>
      </p:sp>
      <p:sp>
        <p:nvSpPr>
          <p:cNvPr id="97515350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066497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1791738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 ZERR1190 사용 여부 문의(RI-93 사용여부)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이행상태(등급평가) 준비 핵심 실무과정(3042 - 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종한 )  전표생성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ITSM-114469 교육 일정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'24년 본사 IT시스템 어플리케이션 계정 유효성 검증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수행 안내(LMS 계정 확인 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ITSM-114619 LMS 학습자료실 안전 동영상 9건 업로드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기존 자료 삭제</a:t>
            </a:r>
          </a:p>
        </p:txBody>
      </p:sp>
      <p:sp>
        <p:nvSpPr>
          <p:cNvPr id="18600742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6929498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4482936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</a:p>
        </p:txBody>
      </p:sp>
      <p:sp>
        <p:nvSpPr>
          <p:cNvPr id="4291336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06961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5791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26063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03203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77110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817495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572557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789559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00898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51300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927369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52127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67271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7982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2177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0631927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08/02</a:t>
            </a:r>
            <a:br/>
          </a:p>
        </p:txBody>
      </p:sp>
      <p:sp>
        <p:nvSpPr>
          <p:cNvPr id="905125731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1270524748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멤버십마케팅팀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하계 휴가</a:t>
            </a:r>
          </a:p>
        </p:txBody>
      </p:sp>
      <p:sp>
        <p:nvSpPr>
          <p:cNvPr id="1684523103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7496594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28045021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[구미지사] 판독기 회수 기 회수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[전북지사] 출고확정 이후 재고 미 반영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지류상품권 재고 이관 DB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[공장인사후생팀] GCMS 실행 오류 원격 지원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[LPG팀] 기 회수 상품권 DB작업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24년 본사 IT시스템 어플리케이션 계정 유효성 검증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[공구창고] 입고 지연관리 입고 완료가 되었는데 입고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연 상태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[공구창고] 대여 요청 시 상세정보에 반납예정일자 다른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데이터가 있는지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VDI 리셋으로 인한 ERP Upgrade 삼성 SDS WMS 설치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24년 본사 IT시스템 어플리케이션 계정 유효성 검증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 포맷으로 인한 환경 재 설정 [GCMS, EWS, WMS]</a:t>
            </a:r>
          </a:p>
        </p:txBody>
      </p:sp>
      <p:sp>
        <p:nvSpPr>
          <p:cNvPr id="599295218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204311908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1946474858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</a:p>
        </p:txBody>
      </p:sp>
      <p:sp>
        <p:nvSpPr>
          <p:cNvPr id="2081163111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9013248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3280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58446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841624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085507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850256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0163735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73245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00705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18608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41938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174212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68439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01321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00150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0756781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34411904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77302492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smartsuite Framework 1.0.9 버전 업그레이드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반영 (운영)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066238876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45924418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2403410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DEV(SVN) - 운영 서버 코드 동기화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PRD 서버 Windows 보안패치 및 점검 (일정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/ 추후 고지)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2Q 시스템 모의해킹 취약점 점검 및 조치계획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회신 (1. 정보누출 / 2. HTTPS 미적용) [ 2024.07.24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완료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계획vs실적관리 &gt; 수송수단별 계획 vs 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적물류비현황 내 물량 / 단가 데이터 이상 점검 ( IF_TS_TRA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NS_COST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ISMS-P 인증심사 결함사항 확인요청 (VOC 테이블 목록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조회)회신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규정준수 모니터링 관련 처리기일 자료 요청 회신 (TSM-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114572)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41805373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30494473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130384080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113234747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4645486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65919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57080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961840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900586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24636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8325106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7746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7208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11951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1232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77010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37578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112180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874561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855446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3320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4932887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</a:p>
        </p:txBody>
      </p:sp>
      <p:sp>
        <p:nvSpPr>
          <p:cNvPr id="13232183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212733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253560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6월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가족돌봄휴직의 비고란 및 인사부서메모란 전체 내용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되도록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시스템 추가 보완(연계 시스템)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SAP ERP TS 기능 변경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영업시설물 지원관리 시스템 관련 EAI PO번호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 CrowdStrike의 Falcon제품군 패치 에러로 인한 VDI셋팅</a:t>
            </a:r>
          </a:p>
        </p:txBody>
      </p:sp>
      <p:sp>
        <p:nvSpPr>
          <p:cNvPr id="7694141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37048165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336212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</a:p>
        </p:txBody>
      </p:sp>
      <p:sp>
        <p:nvSpPr>
          <p:cNvPr id="11837968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229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4012732543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최연화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◑ 최연화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최진우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이재원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</a:t>
                      </a:r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박남신</a:t>
                      </a:r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