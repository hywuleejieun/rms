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[2024.07.16 ~ 2024.07.22]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7월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