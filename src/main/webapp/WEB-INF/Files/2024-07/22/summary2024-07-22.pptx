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25881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2180706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06949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71186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585068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1240004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175307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82193174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2231840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868847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8301151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7776779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2734590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45143258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66906605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851842695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7740413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236729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1864836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45176422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25229031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227924668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4875691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2548561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558694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6925185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1265798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82314343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080686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57186092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056871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09091406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999056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95317701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5481758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0564686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43334494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53980839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70986304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62585287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2024.5월 결산의 EIS, Yellow Book 반영</a:t>
            </a:r>
          </a:p>
        </p:txBody>
      </p:sp>
      <p:sp>
        <p:nvSpPr>
          <p:cNvPr id="494104157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0406553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668616205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6031818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5790673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551681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04057326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79681449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271417752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64876263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08169197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9993733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4443441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92234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9689307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2328069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22202048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'#4 외화송금' 작업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미사용 추정 I/F DB로그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SAP DS Upgrade 지원 [EWS, GCMS]</a:t>
            </a:r>
          </a:p>
        </p:txBody>
      </p:sp>
      <p:sp>
        <p:nvSpPr>
          <p:cNvPr id="2024079395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13301160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0156760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</a:p>
        </p:txBody>
      </p:sp>
      <p:sp>
        <p:nvSpPr>
          <p:cNvPr id="917197620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756181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262912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329212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32138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11888114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573313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GR/IR 반제 프로그램 생성(ZFIR7185)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대손상각계상 프로그램에서 외화채권 처리 가능토록 개발 요청(ZFIR1188)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ITSM-114197 BDAS-ERP 테이블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FI 모듈 관련 Notes 적용작업 업무지원(Note 2893883, 1480951)</a:t>
            </a:r>
          </a:p>
        </p:txBody>
      </p:sp>
      <p:sp>
        <p:nvSpPr>
          <p:cNvPr id="54039778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74264090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2252358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</a:p>
        </p:txBody>
      </p:sp>
      <p:sp>
        <p:nvSpPr>
          <p:cNvPr id="348978345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20340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9093114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358440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