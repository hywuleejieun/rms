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0982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82397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8786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80118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101148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121076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14533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50467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80563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27727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28831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18383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02594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215016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57673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6723329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78705617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9433458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218504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088813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[FI]GR/IR 반제 프로그램 생성(ZFIR7185)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[TR]대손상각계상 프로그램에서 외화채권 처리 가능토록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 요청(ZFIR1188)</a:t>
            </a:r>
          </a:p>
        </p:txBody>
      </p:sp>
      <p:sp>
        <p:nvSpPr>
          <p:cNvPr id="10038453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16116517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2024895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6839883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313829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50635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6410270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70378895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6865202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228342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5361400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3619항차 통관 가능 수량 변경 요청</a:t>
            </a:r>
          </a:p>
        </p:txBody>
      </p:sp>
      <p:sp>
        <p:nvSpPr>
          <p:cNvPr id="7363470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4893435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5845351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44576600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77100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144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11257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66083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76447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02328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80059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9876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57683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92160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04436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19777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46108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99204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5579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9878387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53679561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283420670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822244841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4921190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28295996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2분기 계정 유효성 검증 대상서버 확인정리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HCM시스템 DMS Content Server 보안 SSL 인증서 갱신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FI 모듈 관련 Notes 적용작업 업무지원(Note 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93883, 1480951)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Batch Job 재설정 작업 (ZBW_판매현황(BILLIN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G)_내수 외 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346685347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92592371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69064181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408415957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1640409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5777084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987602705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805978907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124360817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533153003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60686967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3</a:t>
            </a:r>
          </a:p>
        </p:txBody>
      </p:sp>
      <p:sp>
        <p:nvSpPr>
          <p:cNvPr id="211238955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00018284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085426604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70953377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6379414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7068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79540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81619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52698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341795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007393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00839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13576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820013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25980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84783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87867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99056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733870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22874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4677078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5572359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20593551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6185725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593414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8687948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8705252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7345487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9113959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98677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066622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75393000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2161375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4845939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192440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871446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여름휴가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 전자결재 오류 원인조사(대체근무일에 휴가신청 건)- 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족돌봄휴직 전자결재 승인시 비고 및 메모 필드 내용짤림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[ITSM-114247]가족돌봄휴직의 비고란 및 인사부서메모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란 전체 내용 표기 - erp 업그레이드 프로젝트 관련 ui5 소스중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최근 변경 목록 작성 및 프로젝트팀에 통보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[ITSM-114247]가족돌봄휴직 수정소스 운영이관 및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인- 국내출장 결재오류 외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[ITSM-114334] 육아휴직 만료시 안내 자동발송기능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 검토- erp 업그레이드 프로젝트 관련 원천세 집계를 위한 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로/퇴직 소득 데이터 생성방법 분석</a:t>
            </a:r>
          </a:p>
        </p:txBody>
      </p:sp>
      <p:sp>
        <p:nvSpPr>
          <p:cNvPr id="986905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90531701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17645774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9694090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81975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8619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95438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57906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61567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259206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724972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53424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3734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04521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83134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63812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03302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301752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32970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00592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8982131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</a:p>
        </p:txBody>
      </p:sp>
      <p:sp>
        <p:nvSpPr>
          <p:cNvPr id="16504597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10%</a:t>
            </a:r>
          </a:p>
        </p:txBody>
      </p:sp>
      <p:sp>
        <p:nvSpPr>
          <p:cNvPr id="16972440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790687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4825027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Compensation grade 변경일자 적용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new healthcare program 결재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세무자료 조회 오류 수정</a:t>
            </a:r>
          </a:p>
        </p:txBody>
      </p:sp>
      <p:sp>
        <p:nvSpPr>
          <p:cNvPr id="6475073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101036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7/16</a:t>
            </a:r>
            <a:br/>
          </a:p>
        </p:txBody>
      </p:sp>
      <p:sp>
        <p:nvSpPr>
          <p:cNvPr id="127732667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1354205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81382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006362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487146819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91270090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759171951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34621311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234796572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ITSM-114176세종코퍼레이션 경질유 거래시 가격그롭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가격결정절차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ITSM-111035단기여신 사용제한 통제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ITSM-113381부실거래처/중점관리거래처 분류시 단가여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 등급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ITSM-114197BDAS-ERP 테이블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815677667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97561324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453809297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396423993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1530469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