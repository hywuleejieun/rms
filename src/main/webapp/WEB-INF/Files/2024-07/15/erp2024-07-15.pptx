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1551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138365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224165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470604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11444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7592579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42062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470128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820339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81478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30278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770051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969146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352091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66579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76009729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7416990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04183210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44695077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8917389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구매처코드 계좌 삭제 추가수정 (ZFBR3020)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대손상각계상 프로그램에서 외화채권 처리 기능 개발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 및 분석 (ZFIR1180)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제품별 원가내역 조회 Report (ZPCOR2090) 생성</a:t>
            </a:r>
          </a:p>
        </p:txBody>
      </p:sp>
      <p:sp>
        <p:nvSpPr>
          <p:cNvPr id="10904692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91996604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86563092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21370745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774233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284385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74139931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152653368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</a:p>
        </p:txBody>
      </p:sp>
      <p:sp>
        <p:nvSpPr>
          <p:cNvPr id="107743447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5721478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1558614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원산국 필드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대금지급처리 현황(zmmr4270) 내 전표처리자 정보 추가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자재번호 생성</a:t>
            </a:r>
          </a:p>
        </p:txBody>
      </p:sp>
      <p:sp>
        <p:nvSpPr>
          <p:cNvPr id="18832723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91637964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</a:p>
        </p:txBody>
      </p:sp>
      <p:sp>
        <p:nvSpPr>
          <p:cNvPr id="21105117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</a:p>
        </p:txBody>
      </p:sp>
      <p:sp>
        <p:nvSpPr>
          <p:cNvPr id="129124761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165487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987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0122180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57261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27007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98394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4663835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045833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761051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00683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130836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74144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155616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83804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109319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91431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4457740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5775133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4557911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2371928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7175244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BW운영 및 개발 SSL 인증서 Cert 갱신작업 업무지원(~20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25.07.25)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AP3서버 프린트 Spool 문제로 긴급 SAP서비스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Restart 및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ERP개발/QA테스트 FI 모듈 관련 Notes 적용작업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(Note 2893883, 1480951)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48473739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3600913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2413045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</a:p>
        </p:txBody>
      </p:sp>
      <p:sp>
        <p:nvSpPr>
          <p:cNvPr id="133868507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682341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934852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8547622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67259544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84927565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31343965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9572712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12</a:t>
            </a:r>
          </a:p>
        </p:txBody>
      </p:sp>
      <p:sp>
        <p:nvSpPr>
          <p:cNvPr id="70498616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8710621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4907786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</a:p>
        </p:txBody>
      </p:sp>
      <p:sp>
        <p:nvSpPr>
          <p:cNvPr id="53852655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54784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3785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1951885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33761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3497534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275223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574584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257677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842463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83266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7070984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777991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48549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84007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060665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76113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7400052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02504447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9450234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8919999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482079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Chemical 기술개발부문 구매요청 → 구매팀* Chemical 기술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개발부문 구매요구서 상신시 금액과 상관없이 수신부서 구매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팀으로 지정</a:t>
            </a:r>
          </a:p>
        </p:txBody>
      </p:sp>
      <p:sp>
        <p:nvSpPr>
          <p:cNvPr id="54780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</a:p>
        </p:txBody>
      </p:sp>
      <p:sp>
        <p:nvSpPr>
          <p:cNvPr id="65763322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br/>
          </a:p>
        </p:txBody>
      </p:sp>
      <p:sp>
        <p:nvSpPr>
          <p:cNvPr id="15040262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</a:p>
        </p:txBody>
      </p:sp>
      <p:sp>
        <p:nvSpPr>
          <p:cNvPr id="16789472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767813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3830923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256786735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88563957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637510742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76473807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25169499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: 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AI 연동 및 CP결재 테스트 및 수정(입력 체크로직 보완)- 기타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직군 e-office 계좌등록관련 문의대응- 발령품의 관리에 신규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유형발령(고용전환) 추가관련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: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청현황 조회화면 개발(50%)- 기타직 출장비 신청관련 계좌등록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관련 문의 대응- 무재해 대상자 생성데이터 관련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: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청현황 조회화면 개발(100%)- 상반기 생산직 평가 테스트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2024년 개인정보 취급자 대상 개인정보보호 교육- [ITS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M-113939] 해외출장 승인 내역 작성- [ITSM-113919] 국내출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장비 신청서 출장시간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: 1차 개발 완료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에 대한 운영이관 및 운영시스템 점검(작동여부, 데이터,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등)- [ITSM-112731]기본급 변경에 따른 평균임금산정 펑션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테스트 지원</a:t>
            </a:r>
          </a:p>
        </p:txBody>
      </p:sp>
      <p:sp>
        <p:nvSpPr>
          <p:cNvPr id="1350359906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655109605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89815415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276000841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7264993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0070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97965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85435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5037232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0077840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721391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928165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54197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240867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615640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64385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50668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380923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16345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74440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1469452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7795631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Compensation grade 변경일자 적용 요청10%</a:t>
            </a:r>
          </a:p>
        </p:txBody>
      </p:sp>
      <p:sp>
        <p:nvSpPr>
          <p:cNvPr id="197788936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12908341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6152385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Compensation grade 변경일자 적용 요청</a:t>
            </a:r>
          </a:p>
        </p:txBody>
      </p:sp>
      <p:sp>
        <p:nvSpPr>
          <p:cNvPr id="9902046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36341575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7/5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8994990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62957363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84724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155155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47614913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17997259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83997891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1786237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47813819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ITSM-113243ZTDR5048 기타수송비 항목관리 입력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210274623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3086792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69634003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2649905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864080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