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06795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625687071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3309348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9175757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1811342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308570064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39202002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84953669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00279309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60091793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33925762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386100049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27062033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24664405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56442111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343281877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1799710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1980122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8556726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300049004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275191847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029367102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3371709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22004075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144973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7502236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7857321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546139255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74933112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003974704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8573349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56480612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34759919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638325761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709392210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1850094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629675759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916679708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36615755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42182984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시스템추가보완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영업시설물 시스템 추가 보완(연계 시스템)</a:t>
            </a:r>
          </a:p>
        </p:txBody>
      </p:sp>
      <p:sp>
        <p:nvSpPr>
          <p:cNvPr id="93384519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87775845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</a:p>
        </p:txBody>
      </p:sp>
      <p:sp>
        <p:nvSpPr>
          <p:cNvPr id="1270482987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6300424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6964934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0978744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17227748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442558555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*LLC(Life Cycle Costing), 정성평가 관련 로직 반영 및 인터페이스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624896279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5238060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996654681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6078852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5243362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0621001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913988603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16447914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94805783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'유럽 터미널사의 당사 재고 현황 수집' 작업 개발을 위한 논의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[GCMS] 금융결제원 상품권 데이터 전송 여부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I/F 항목별 담당자 확인요청</a:t>
            </a:r>
          </a:p>
        </p:txBody>
      </p:sp>
      <p:sp>
        <p:nvSpPr>
          <p:cNvPr id="1211615378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54378732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86673545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</a:p>
        </p:txBody>
      </p:sp>
      <p:sp>
        <p:nvSpPr>
          <p:cNvPr id="1422163735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4705221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7547622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1500561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799465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80053659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58976923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제품별 원가내역 조회 Report (ZPCOR2090)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대손상각계상 프로그램에서 외화채권 처리 기능 개발 추가 수정 및 분석(ZFIR1180)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입고/납품완료 불일치 모니터링 i/f 필드 추가(전기일, 증빙일, 입력일)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1828368040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34214952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14906873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</a:p>
        </p:txBody>
      </p:sp>
      <p:sp>
        <p:nvSpPr>
          <p:cNvPr id="4163085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3314575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629349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5329634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