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5746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5208827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534602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793831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92013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32503034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652657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14757791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1859968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154941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0590066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66288369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4344092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7266479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21242572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71269238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239468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186541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834954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57989344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498093235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28931831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5165118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0703059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649521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168159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839874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88291853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7727724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26364928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1829221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22577615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7862440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156620280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65984005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958284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6206599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93383820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71098272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40145754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707141772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7681165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556389842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5518485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3382677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3794441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24214548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60782346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요청* LLC(Life Cycle Costing), 정성평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ITSM-107407자영대리점 거래처 관리업무 간소화 추진(1차)</a:t>
            </a:r>
          </a:p>
        </p:txBody>
      </p:sp>
      <p:sp>
        <p:nvSpPr>
          <p:cNvPr id="885077989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7226456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574576041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322900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9715628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1974884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68589842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68645391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35553116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[OSPM] 정산서작성 오류수정(DMZ영역)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시스템 프로파일 반경에 따른 Risk assessment 반영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구매요구서 내 LCC, 정성평가 체크박스 추가 요청(1차)</a:t>
            </a:r>
          </a:p>
        </p:txBody>
      </p:sp>
      <p:sp>
        <p:nvSpPr>
          <p:cNvPr id="73886926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94479236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0072388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</a:p>
        </p:txBody>
      </p:sp>
      <p:sp>
        <p:nvSpPr>
          <p:cNvPr id="444825816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3950381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460760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3269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1033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9004226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1754897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집계 비율산정 프로그램 개발(ZFIR7801)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ZTDR5130 수송비 정산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ITSM-111624수출신고 관련 T-CODE 에러 수정</a:t>
            </a:r>
          </a:p>
        </p:txBody>
      </p:sp>
      <p:sp>
        <p:nvSpPr>
          <p:cNvPr id="63565183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336143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9623948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</a:p>
        </p:txBody>
      </p:sp>
      <p:sp>
        <p:nvSpPr>
          <p:cNvPr id="96340919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14049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541412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2253309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