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76835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4266802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287751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699788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5879389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8803333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4390460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4475193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5389638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6480819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7395166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1684368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8821862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0570521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565527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61214707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</a:p>
        </p:txBody>
      </p:sp>
      <p:sp>
        <p:nvSpPr>
          <p:cNvPr id="81991374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ITSM-113139 신규 퇴직임원 송정역주유소 e-Biz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</a:p>
        </p:txBody>
      </p:sp>
      <p:sp>
        <p:nvSpPr>
          <p:cNvPr id="46087720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62181391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11498363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ITSM-113139 신규 퇴직임원 송정역주유소 e-Biz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</a:p>
        </p:txBody>
      </p:sp>
      <p:sp>
        <p:nvSpPr>
          <p:cNvPr id="95901991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63405770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116321222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</a:p>
        </p:txBody>
      </p:sp>
      <p:sp>
        <p:nvSpPr>
          <p:cNvPr id="99915924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2539934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28665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77600826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10346923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[ITSM-112945]일일 출하업무 Data 검증 기능 개발</a:t>
            </a:r>
          </a:p>
        </p:txBody>
      </p:sp>
      <p:sp>
        <p:nvSpPr>
          <p:cNvPr id="61018315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10970806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98242318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[ITSM-112945]일일 출하업무 Data 검증 기능 개발</a:t>
            </a:r>
          </a:p>
        </p:txBody>
      </p:sp>
      <p:sp>
        <p:nvSpPr>
          <p:cNvPr id="71102411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206891579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</a:p>
        </p:txBody>
      </p:sp>
      <p:sp>
        <p:nvSpPr>
          <p:cNvPr id="53642854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57734107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64778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69772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3718889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7152850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0474322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1920468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8460334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094582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2588290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9309965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6040093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8223860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59771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7305452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1528031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7901167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69071021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202412467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반영 조직코드 개선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구축(3차)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탱크청소 검수서류 첨부 권한 부여 요청</a:t>
            </a:r>
          </a:p>
        </p:txBody>
      </p:sp>
      <p:sp>
        <p:nvSpPr>
          <p:cNvPr id="106926926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5825063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52579653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반영 조직코드 개선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구축(3차)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탱크청소 검수서류 첨부 권한 부여 요청</a:t>
            </a:r>
          </a:p>
        </p:txBody>
      </p:sp>
      <p:sp>
        <p:nvSpPr>
          <p:cNvPr id="26066774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85148677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116866268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29314116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4276367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072993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171402854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</a:p>
        </p:txBody>
      </p:sp>
      <p:sp>
        <p:nvSpPr>
          <p:cNvPr id="81900845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상차계획 조회 쿼리 튜닝</a:t>
            </a:r>
          </a:p>
        </p:txBody>
      </p:sp>
      <p:sp>
        <p:nvSpPr>
          <p:cNvPr id="31983934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10040844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6967551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ITSM-110554 배포상태 변경ITSM-107346 배포상태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변경ITSM-113078 견적서 삭제ITSM-110821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FCM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배차 엔진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ITSM-113034 상태 변경ITSM-113183 변경요청서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 조회 쿼리 튜닝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ITSM-113245 작업유형 변경ITSM-113269 데이터작업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삭제ITSM-110540 상태 변경ITSM-113092 배포상태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경ITSM-106910 서비스종료 admin 처리ITSM-113295 현작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업자 변경ITSM-112180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정기 점검</a:t>
            </a:r>
          </a:p>
        </p:txBody>
      </p:sp>
      <p:sp>
        <p:nvSpPr>
          <p:cNvPr id="194371176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165626723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31840656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87858239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423626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50068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5378099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0930758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0795247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8446709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8107905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1763732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0755097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8903163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8439490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3286597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7530748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535190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7940342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6392224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</a:p>
        </p:txBody>
      </p:sp>
      <p:sp>
        <p:nvSpPr>
          <p:cNvPr id="644999876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</a:p>
        </p:txBody>
      </p:sp>
      <p:sp>
        <p:nvSpPr>
          <p:cNvPr id="1801885930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을 위한 프로세스 논의</a:t>
            </a:r>
          </a:p>
        </p:txBody>
      </p:sp>
      <p:sp>
        <p:nvSpPr>
          <p:cNvPr id="2038011433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513000900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931508111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인터페이스별 RFC/IDOC 명 재확인 및 Excel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 송금' 새벽 작업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'Spoke서버DB 연결 정보' 문서 전달 및 PW 담당자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'금융정보 취합 및 보고' 작업 회계전표 후첨부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련 문의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SAP EAP 업데이트 개발 서버 RPA ID 생성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Putty 로그 잔여 용량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새벽 작업 엑셀 오류로 인한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- (PC 재부팅 후 수행하니 정상)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을 위한 프로세스 논의</a:t>
            </a:r>
          </a:p>
        </p:txBody>
      </p:sp>
      <p:sp>
        <p:nvSpPr>
          <p:cNvPr id="752750281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</a:p>
        </p:txBody>
      </p:sp>
      <p:sp>
        <p:nvSpPr>
          <p:cNvPr id="430116261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928903674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</a:p>
        </p:txBody>
      </p:sp>
      <p:sp>
        <p:nvSpPr>
          <p:cNvPr id="1195444895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4907512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44204046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123087514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229252009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</a:p>
        </p:txBody>
      </p:sp>
      <p:sp>
        <p:nvSpPr>
          <p:cNvPr id="969729224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935465867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919446366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</a:p>
        </p:txBody>
      </p:sp>
      <p:sp>
        <p:nvSpPr>
          <p:cNvPr id="1810338173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903070317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553054681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2080006602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2489009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9430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7297535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4119578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2238599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1582403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1528929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24902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4624984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644613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6740113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7945106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3949969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4687828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7019360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4792442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87131591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162954705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구매관련 기안지 RODA 자동화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ITSM-112346(VPN사용자 등록 신청서)</a:t>
            </a:r>
          </a:p>
        </p:txBody>
      </p:sp>
      <p:sp>
        <p:nvSpPr>
          <p:cNvPr id="191299493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3282516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04641764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구매관련 기안지 RODA 자동화- 완료 이후 추가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정전달 받아서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ITSM-112346(VPN사용자 등록 신청서)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ITSM-113027, ITSM-113040메일요청 - 기안지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내용 수정(DG7-24-0005)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ITSM-113105, ITSM-113113ITSM-113095,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ITSM-113097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정산서작성 오류수정(DMZ영역)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ITSM-113236, ITSM-113241, ITSM-113250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ITSM-113299, ITSM-113297, ITSM-113293</a:t>
            </a:r>
          </a:p>
        </p:txBody>
      </p:sp>
      <p:sp>
        <p:nvSpPr>
          <p:cNvPr id="148111474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</a:p>
        </p:txBody>
      </p:sp>
      <p:sp>
        <p:nvSpPr>
          <p:cNvPr id="9147320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</a:p>
        </p:txBody>
      </p:sp>
      <p:sp>
        <p:nvSpPr>
          <p:cNvPr id="57635338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</a:p>
        </p:txBody>
      </p:sp>
      <p:sp>
        <p:nvSpPr>
          <p:cNvPr id="169058105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401496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422111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38576999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40491331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32827074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09314488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61471465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6월24일 개정오류 2건 재개정 처리(1)MET-M-0101, 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CDU3-W-6202)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CWCS 관련하여 CWCS_EN 필수 입력안하면 저장 안되는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현상 예외처리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프로파일 반경에 따른 Risk assessment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 </a:t>
            </a:r>
          </a:p>
        </p:txBody>
      </p:sp>
      <p:sp>
        <p:nvSpPr>
          <p:cNvPr id="48773107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</a:p>
        </p:txBody>
      </p:sp>
      <p:sp>
        <p:nvSpPr>
          <p:cNvPr id="10931890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</a:p>
        </p:txBody>
      </p:sp>
      <p:sp>
        <p:nvSpPr>
          <p:cNvPr id="11980049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</a:p>
        </p:txBody>
      </p:sp>
      <p:sp>
        <p:nvSpPr>
          <p:cNvPr id="103730525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534315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16569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0649487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6276739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9558093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2834821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261740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1958254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169694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7123970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4112496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4731066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6927283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870029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1343496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3373472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</a:p>
        </p:txBody>
      </p:sp>
      <p:sp>
        <p:nvSpPr>
          <p:cNvPr id="23657240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</a:p>
        </p:txBody>
      </p:sp>
      <p:sp>
        <p:nvSpPr>
          <p:cNvPr id="213721363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Xplatform 설치 후 실행 안되는 오류 원인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재무프로세스 미 검출 시나리오 점검 요청 (회계팀)</a:t>
            </a:r>
          </a:p>
        </p:txBody>
      </p:sp>
      <p:sp>
        <p:nvSpPr>
          <p:cNvPr id="51436299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33738096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5327652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IAMS IT process 증빙 자료 요청 (리스크관리팀)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기술 검수 Process 문의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DS 관련 시스템 전체 Job 사용 유무 검토 요청 (EWS, GCM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DS Upgrade 회의  (8층회의실 오전10시)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- 06/27 휴가</a:t>
            </a:r>
          </a:p>
        </p:txBody>
      </p:sp>
      <p:sp>
        <p:nvSpPr>
          <p:cNvPr id="179169805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81860523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122514617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6497809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554788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4556161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br/>
          </a:p>
        </p:txBody>
      </p:sp>
      <p:sp>
        <p:nvSpPr>
          <p:cNvPr id="801921204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</a:p>
        </p:txBody>
      </p:sp>
      <p:sp>
        <p:nvSpPr>
          <p:cNvPr id="1460564966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 * 운영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ITSM-112563 VOC 관리자 웹페이지내 열람/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조회 기록 페이지 생성 -ISMS-P 권고사항 관련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개선</a:t>
            </a:r>
            <a:br/>
          </a:p>
        </p:txBody>
      </p:sp>
      <p:sp>
        <p:nvSpPr>
          <p:cNvPr id="2052847259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001286147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982375334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2분기 웹 서비스 모의해킹 정보 회신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테스트 계정 생성 (개발서버 / 운영 필요 시,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요청)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 SAP DS 이전 계획 회의 (ERP Upgrade 프로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젝트)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(SAP DS 이전 계획 회의) LOPAS 배치 프로젝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트 사용여부 점검 및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2분기 웹 서비스 모의해킹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 * 운영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ITSM-112563 VOC 관리자 웹페이지내 열람/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조회 기록 페이지 생성 -ISMS-P 권고사항 관련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개선</a:t>
            </a:r>
            <a:br/>
          </a:p>
        </p:txBody>
      </p:sp>
      <p:sp>
        <p:nvSpPr>
          <p:cNvPr id="506990162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br/>
          </a:p>
        </p:txBody>
      </p:sp>
      <p:sp>
        <p:nvSpPr>
          <p:cNvPr id="997379104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br/>
          </a:p>
        </p:txBody>
      </p:sp>
      <p:sp>
        <p:nvSpPr>
          <p:cNvPr id="86318689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</a:p>
        </p:txBody>
      </p:sp>
      <p:sp>
        <p:nvSpPr>
          <p:cNvPr id="1361159560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3551840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130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5902319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947107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0353987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606651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983682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4315615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8795595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9379863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6857940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7268988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526190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026824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910568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46254093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882824930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615601015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입고/납품완료 불일치 모니터링 i/f 필드 추가</a:t>
            </a:r>
          </a:p>
        </p:txBody>
      </p:sp>
      <p:sp>
        <p:nvSpPr>
          <p:cNvPr id="1282009501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58465228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888304560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화학물질위험성평가(CHARM) Check 항목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요청(1차)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입고/납품완료 불일치 모니터링 i/f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Seasonal Domestic Sales Analysis - Fuel Products da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ta표출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투자관리번호 신규요청 및 예산 할당(영업시설물) 연동방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식 변경</a:t>
            </a:r>
          </a:p>
        </p:txBody>
      </p:sp>
      <p:sp>
        <p:nvSpPr>
          <p:cNvPr id="878012412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</a:p>
        </p:txBody>
      </p:sp>
      <p:sp>
        <p:nvSpPr>
          <p:cNvPr id="938694122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</a:p>
        </p:txBody>
      </p:sp>
      <p:sp>
        <p:nvSpPr>
          <p:cNvPr id="836917316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380293691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621141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