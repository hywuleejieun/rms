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[2024.07.23 ~ 2024.07.29]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7월 5주차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