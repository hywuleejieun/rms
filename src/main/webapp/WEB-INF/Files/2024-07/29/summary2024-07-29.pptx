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17428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44257337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2884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58147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775554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8666057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342360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429917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7964443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720357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46542594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0295874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1129502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99792440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68726375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49063334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4487241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1599270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207909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016555054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365461132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57985854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6647295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7094837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252065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8505608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106388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757701287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730713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587370006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07324" name="Frame"/>
          <p:cNvSpPr>
            <a:spLocks noGrp="1"/>
          </p:cNvSpPr>
          <p:nvPr/>
        </p:nvSpPr>
        <p:spPr>
          <a:xfrm>
            <a:off x="101600" y="31369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33695302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7326291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600341119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76046407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8050177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5069135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30265494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85837227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65782093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054345915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4665242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612531753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0039300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4460420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150072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45025758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45166612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주간수급보고 관련 한라석유 직매거래처 보고 방법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883703945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4766021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217701616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3728634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6352333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9326750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40741614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06300818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3425459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'24년 본사 IT시스템 어플리케이션 계정 유효성 검증 작업 수행 안내(LMS 계정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규정준수 모니터링 관련 처리기일 자료 요청 회신 (TSM-114572)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 CrowdStrike의 Falcon제품군 패치 에러로 인한 VDI셋팅</a:t>
            </a:r>
          </a:p>
        </p:txBody>
      </p:sp>
      <p:sp>
        <p:nvSpPr>
          <p:cNvPr id="1536752617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89617931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70791389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</a:p>
        </p:txBody>
      </p:sp>
      <p:sp>
        <p:nvSpPr>
          <p:cNvPr id="726183029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4011846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4205484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4100569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876688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2624971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36221865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제품별 원가내역 조회 테스트 피드백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MIRO 전표 역분개 오류 분석 및 수정(ZFIR7060)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ITSM-113381 부실거래처/중점관리거래처 분류시 단가여신 등급 삭제</a:t>
            </a:r>
          </a:p>
        </p:txBody>
      </p:sp>
      <p:sp>
        <p:nvSpPr>
          <p:cNvPr id="146294346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49633959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0818183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</a:p>
        </p:txBody>
      </p:sp>
      <p:sp>
        <p:nvSpPr>
          <p:cNvPr id="120742767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9378133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1154395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1297581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