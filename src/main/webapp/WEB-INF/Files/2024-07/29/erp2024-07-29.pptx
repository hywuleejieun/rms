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804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51261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03222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835246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631408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330441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79736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14296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78180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459701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684722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3093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30866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102024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03680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37398477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5503287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68379056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386353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3225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수출체선료 조회 오류 원인 분석(ZFIR7032)구매처삭제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수송비 GR/IR 계정 반제 신규 생성(ZFIR7185)     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MIRO 전표 역분개 오류 분석 및 수정(ZFIR7060)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제품별 원가내역 조회 테스트 피드백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수송비 GR/IR 계정 반제 신규 생성(ZFIR7185)        </a:t>
            </a:r>
          </a:p>
        </p:txBody>
      </p:sp>
      <p:sp>
        <p:nvSpPr>
          <p:cNvPr id="126542219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2651067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203168175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3211650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96732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134644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6503122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3239850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수급상황기록부 erp upgrade</a:t>
            </a:r>
          </a:p>
        </p:txBody>
      </p:sp>
      <p:sp>
        <p:nvSpPr>
          <p:cNvPr id="15021364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790337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252677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수급상황기록부 erp upgrade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1건 취소요청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</a:p>
        </p:txBody>
      </p:sp>
      <p:sp>
        <p:nvSpPr>
          <p:cNvPr id="18892340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87539211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96592168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13702720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515756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77720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54396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715209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54439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329689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001382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59272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4685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24503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38658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57890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1093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491817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174966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1843791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62033964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8045184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6789188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98769488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356327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F/S 가용공간 부족에 따른 로그 삭제작업(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2019년/2020년 로그삭제)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및 EP서버 보안 SSL 인증서 갱신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69288268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20020328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9049454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172205776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229465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055751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55749590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5129242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96128191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144366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4407352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</a:p>
        </p:txBody>
      </p:sp>
      <p:sp>
        <p:nvSpPr>
          <p:cNvPr id="83978835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88544956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77942889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103145832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48310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208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7985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53982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4352347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494041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213764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05745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34303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59926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79038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55606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22012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96749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777821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20380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0694224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60522921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1468823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060552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506804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0007922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9212248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</a:p>
        </p:txBody>
      </p:sp>
      <p:sp>
        <p:nvSpPr>
          <p:cNvPr id="13220053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04542467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521546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248635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9367467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8503776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2254528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3218258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761216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vdi 초기화로 인한 운영환경 세팅- 7월급여작업 지원(연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차보상 소급 오류 외)- 문의 대응(- 휴가신청 승인결재시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사유저장오류 분석 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문의 대응(경조신청 결재시 사유입력 저정 오류 등)- 배우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자동반 휴직신청 신규개발 인사현업테스트 지원(테스트계정,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사용방법 등)- erp upgrade 프로젝트 지원(휴무쿼터 생성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문의 대응)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: 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AI 개발서버 재설치(crowdstrike 문제)로 인해 재테스트 및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영적용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여름휴가</a:t>
            </a:r>
          </a:p>
        </p:txBody>
      </p:sp>
      <p:sp>
        <p:nvSpPr>
          <p:cNvPr id="7441211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15526755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5863836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210512232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42409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8297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62029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146398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270255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360359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533039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9297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89306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75507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906972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1485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26420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736192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328991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464527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681790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20992813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HR - 보훈정보 관련 시스템 개선 10%</a:t>
            </a:r>
          </a:p>
        </p:txBody>
      </p:sp>
      <p:sp>
        <p:nvSpPr>
          <p:cNvPr id="30669317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8011131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7645008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HR - 보훈정보 관련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- 방문교통비 신청자 정보 조회 오류 확인</a:t>
            </a:r>
          </a:p>
        </p:txBody>
      </p:sp>
      <p:sp>
        <p:nvSpPr>
          <p:cNvPr id="140319944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1460048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7/26</a:t>
            </a:r>
            <a:br/>
          </a:p>
        </p:txBody>
      </p:sp>
      <p:sp>
        <p:nvSpPr>
          <p:cNvPr id="6937599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24670498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989729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6071697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390255828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973177821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794457767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2869794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4220723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ITSM-113381부실거래처/중점관리거래처 분류시 단가여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 등급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ITSM-113243ZTDR5048 기타수송비 항목관리 입력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ITSM-114657 싱가포르 법인 Sign 출력 이미지 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ITSM-113285대리점 자가수송 최적출하지 점검 승인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851832968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928687119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066682615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606228650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3710693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