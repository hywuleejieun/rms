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2024-04-30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40828104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근로자의 날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chemeClr val="tx2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어린이날</a:t>
                      </a: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대체휴일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 Duty Day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 err="1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부처님오신날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05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Words>89</Words>
  <Application>Microsoft Office PowerPoint</Application>
  <PresentationFormat>사용자 지정</PresentationFormat>
  <Paragraphs>57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24</cp:revision>
  <dcterms:modified xsi:type="dcterms:W3CDTF">2024-04-30T02:02:38Z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2024-04-30T02:02:38Z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5bf9f3e4-34b0-4965-996b-3c927d3bdd31</vt:lpwstr>
  </property>
  <property fmtid="{D5CDD505-2E9C-101B-9397-08002B2CF9AE}" pid="8" name="MSIP_Label_a567d48d-774c-44e2-a79a-7d15724a8f35_ContentBits">
    <vt:lpwstr>3</vt:lpwstr>
  </property>
</Properties>
</file>