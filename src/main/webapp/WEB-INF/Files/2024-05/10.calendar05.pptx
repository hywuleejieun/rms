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688" autoAdjust="0"/>
  </p:normalViewPr>
  <p:slideViewPr>
    <p:cSldViewPr>
      <p:cViewPr varScale="1">
        <p:scale>
          <a:sx n="89" d="100"/>
          <a:sy n="89" d="100"/>
        </p:scale>
        <p:origin x="1068" y="78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presProps.xml" Type="http://schemas.openxmlformats.org/officeDocument/2006/relationships/presProps"/><Relationship Id="rId5" Target="viewProps.xml" Type="http://schemas.openxmlformats.org/officeDocument/2006/relationships/viewProps"/><Relationship Id="rId6" Target="theme/theme1.xml" Type="http://schemas.openxmlformats.org/officeDocument/2006/relationships/theme"/><Relationship Id="rId7" Target="tableStyles.xml" Type="http://schemas.openxmlformats.org/officeDocument/2006/relationships/tableStyle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2024-04-30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2024-04-30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slideLayouts/slideLayout13.xml" Type="http://schemas.openxmlformats.org/officeDocument/2006/relationships/slideLayout"/><Relationship Id="rId14" Target="../theme/theme1.xml" Type="http://schemas.openxmlformats.org/officeDocument/2006/relationships/theme"/><Relationship Id="rId15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94082810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근로자의 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어린이날</a:t>
                      </a: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대체휴일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err="1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부처님오신날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05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89</Words>
  <Application>Microsoft Office PowerPoint</Application>
  <PresentationFormat>사용자 지정</PresentationFormat>
  <Paragraphs>57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이지은(Staff)</cp:lastModifiedBy>
  <dcterms:modified xsi:type="dcterms:W3CDTF">2024-04-30T02:02:38Z</dcterms:modified>
  <cp:revision>24</cp:revision>
  <dc:title>Slide 1</dc:title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2024-04-30T02:02:38Z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5bf9f3e4-34b0-4965-996b-3c927d3bdd31</vt:lpwstr>
  </property>
  <property fmtid="{D5CDD505-2E9C-101B-9397-08002B2CF9AE}" pid="8" name="MSIP_Label_a567d48d-774c-44e2-a79a-7d15724a8f35_ContentBits">
    <vt:lpwstr>3</vt:lpwstr>
  </property>
</Properties>
</file>