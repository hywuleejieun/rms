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[2024.05.14 ~ 2024.05.20]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5월 3주차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