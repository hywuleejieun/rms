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18329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39369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28717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0120469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3407702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629908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642950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82933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99342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09760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18903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19947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11783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3233549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0322822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4553897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259074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6289238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308241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920756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교육훈련신청서,출장비신청서 관련 회계전표 생성시 Bank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T 1000으로 고정 반영(ZFI_RFC_RECEIVE_POSTING)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월별 PP 생산오더 액티비티 작업시간 생성(ZPCOR2050)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가공비 계산 신규개발 (ZPCOR2070)</a:t>
            </a:r>
          </a:p>
        </p:txBody>
      </p:sp>
      <p:sp>
        <p:nvSpPr>
          <p:cNvPr id="2567561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4300788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3715782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16375857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101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238482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23518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97934485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</a:p>
        </p:txBody>
      </p:sp>
      <p:sp>
        <p:nvSpPr>
          <p:cNvPr id="17663137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3418078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906549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</a:p>
        </p:txBody>
      </p:sp>
      <p:sp>
        <p:nvSpPr>
          <p:cNvPr id="51475078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2293908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52692039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134175909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781314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3614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170377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18473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021594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719722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734123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79086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201153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31274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808151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42434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3423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19805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964075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80157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9569616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4544427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2906725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078835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4152204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File System 가용공간 부족에 따른 로그삭제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업(‘23년07월~’23년09월)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 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System Copy(데이터 동기화)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신규 SSL VPN 장비의 SBC/VDI DDC와의 연동 테스트에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따른 SAP 서비스 확인 주말작업 업무지원</a:t>
            </a:r>
          </a:p>
        </p:txBody>
      </p:sp>
      <p:sp>
        <p:nvSpPr>
          <p:cNvPr id="1896106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  <a:br/>
          </a:p>
        </p:txBody>
      </p:sp>
      <p:sp>
        <p:nvSpPr>
          <p:cNvPr id="156416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  <a:br/>
          </a:p>
        </p:txBody>
      </p:sp>
      <p:sp>
        <p:nvSpPr>
          <p:cNvPr id="62066794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77308771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06346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611065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75505030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6953852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1731186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3591573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2214954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3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4 공부하기</a:t>
            </a:r>
          </a:p>
        </p:txBody>
      </p:sp>
      <p:sp>
        <p:nvSpPr>
          <p:cNvPr id="18638284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2192081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</a:p>
        </p:txBody>
      </p:sp>
      <p:sp>
        <p:nvSpPr>
          <p:cNvPr id="2729577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2096456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79336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6829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0854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9468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20655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31939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1420150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55724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32356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105393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45064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26802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03950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09348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419063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018570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10805477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178846075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9589475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8270924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66011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6217837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6078579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8679809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14380415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009801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83258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73244368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12216340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</a:t>
            </a:r>
          </a:p>
        </p:txBody>
      </p:sp>
      <p:sp>
        <p:nvSpPr>
          <p:cNvPr id="211294603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40167639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9715684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중식비 예외신청 문의 외- [ITSM-105121] 배우자 동반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무급휴직 신청서 개발(리스트화면 100%, 상세화면 10%)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개발(상세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50%, oData 20%)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고정공제 구매처 계좌 변경 후속조치 문의 외- [ITSM-10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5121] 배우자 동반 무급휴직 신청서 개발(상세화면 70%, oDa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ta 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개발(상세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100%, oData 50%)- 급여작업 지원(수당공제 데이터 업로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 외)</a:t>
            </a:r>
          </a:p>
        </p:txBody>
      </p:sp>
      <p:sp>
        <p:nvSpPr>
          <p:cNvPr id="195104421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24719384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366970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208143340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882178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855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381581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99672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8183503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33728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68637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316247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51395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625545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0249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061684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95141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0813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836891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88998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8773212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20634115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근로시간단축 신청서의 근태 반영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급여명세서 문구 변경 요청 80%</a:t>
            </a:r>
          </a:p>
        </p:txBody>
      </p:sp>
      <p:sp>
        <p:nvSpPr>
          <p:cNvPr id="136875535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67788551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4451011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근태기록부 확인자 조직&amp; Unit 반영 자동 생성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출장명령서/출장비신청서의 출장기간 표기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주택보조금 지급년월 일괄입력시 이전지급정보 동시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급여명세서 문구 변경 요청</a:t>
            </a:r>
          </a:p>
        </p:txBody>
      </p:sp>
      <p:sp>
        <p:nvSpPr>
          <p:cNvPr id="15020998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6126774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8265749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3766684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63454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110523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44480962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28421388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76784827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355982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445750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</a:p>
        </p:txBody>
      </p:sp>
      <p:sp>
        <p:nvSpPr>
          <p:cNvPr id="19048693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63661749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52883826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41395453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255068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