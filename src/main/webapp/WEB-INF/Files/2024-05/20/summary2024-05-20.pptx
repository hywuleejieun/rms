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20136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326364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198282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672582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208315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061608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855365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8813777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9095492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249661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753227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87651601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4633243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3231823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02586532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30209877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2883825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7521578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3691182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8593622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486532938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88890010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3628492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4092972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9432361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245029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4985944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43688599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563160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49584776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7308525" name="Frame"/>
          <p:cNvSpPr>
            <a:spLocks noGrp="1"/>
          </p:cNvSpPr>
          <p:nvPr/>
        </p:nvSpPr>
        <p:spPr>
          <a:xfrm>
            <a:off x="101600" y="31369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24936509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569285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21947685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95834834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5430788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80552203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89884784" name="Frame"/>
          <p:cNvSpPr>
            <a:spLocks noGrp="1"/>
          </p:cNvSpPr>
          <p:nvPr/>
        </p:nvSpPr>
        <p:spPr>
          <a:xfrm>
            <a:off x="165100" y="47625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19896231" name="Text">
    </p:cNvPr>
          <p:cNvSpPr>
            <a:spLocks noGrp="1"/>
          </p:cNvSpPr>
          <p:nvPr/>
        </p:nvSpPr>
        <p:spPr>
          <a:xfrm rot="0">
            <a:off x="165100" y="47371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42487622" name="Text">
    </p:cNvPr>
          <p:cNvSpPr>
            <a:spLocks noGrp="1"/>
          </p:cNvSpPr>
          <p:nvPr/>
        </p:nvSpPr>
        <p:spPr>
          <a:xfrm rot="0">
            <a:off x="965200" y="47879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457793407" name="Text">
    </p:cNvPr>
          <p:cNvSpPr>
            <a:spLocks noGrp="1"/>
          </p:cNvSpPr>
          <p:nvPr/>
        </p:nvSpPr>
        <p:spPr>
          <a:xfrm rot="0">
            <a:off x="7239000" y="47879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95211927" name="Text">
    </p:cNvPr>
          <p:cNvSpPr>
            <a:spLocks noGrp="1"/>
          </p:cNvSpPr>
          <p:nvPr/>
        </p:nvSpPr>
        <p:spPr>
          <a:xfrm rot="0">
            <a:off x="5549900" y="47879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967111773" name="Text">
    </p:cNvPr>
          <p:cNvSpPr>
            <a:spLocks noGrp="1"/>
          </p:cNvSpPr>
          <p:nvPr/>
        </p:nvSpPr>
        <p:spPr>
          <a:xfrm rot="0">
            <a:off x="901700" y="47371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928167" name="Text">
    </p:cNvPr>
          <p:cNvSpPr>
            <a:spLocks noGrp="1"/>
          </p:cNvSpPr>
          <p:nvPr/>
        </p:nvSpPr>
        <p:spPr>
          <a:xfrm rot="0">
            <a:off x="6121400" y="47371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627180" name="Text">
    </p:cNvPr>
          <p:cNvSpPr>
            <a:spLocks noGrp="1"/>
          </p:cNvSpPr>
          <p:nvPr/>
        </p:nvSpPr>
        <p:spPr>
          <a:xfrm rot="0">
            <a:off x="5549900" y="47371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225290" name="Frame"/>
          <p:cNvSpPr>
            <a:spLocks noGrp="1"/>
          </p:cNvSpPr>
          <p:nvPr/>
        </p:nvSpPr>
        <p:spPr>
          <a:xfrm>
            <a:off x="165100" y="37592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40569587" name="Text">
    </p:cNvPr>
          <p:cNvSpPr>
            <a:spLocks noGrp="1"/>
          </p:cNvSpPr>
          <p:nvPr/>
        </p:nvSpPr>
        <p:spPr>
          <a:xfrm rot="0">
            <a:off x="165100" y="37592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3287363" name="Text">
    </p:cNvPr>
          <p:cNvSpPr>
            <a:spLocks noGrp="1"/>
          </p:cNvSpPr>
          <p:nvPr/>
        </p:nvSpPr>
        <p:spPr>
          <a:xfrm rot="0">
            <a:off x="965200" y="38354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472984168" name="Text">
    </p:cNvPr>
          <p:cNvSpPr>
            <a:spLocks noGrp="1"/>
          </p:cNvSpPr>
          <p:nvPr/>
        </p:nvSpPr>
        <p:spPr>
          <a:xfrm rot="0">
            <a:off x="7239000" y="38354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10470447" name="Text">
    </p:cNvPr>
          <p:cNvSpPr>
            <a:spLocks noGrp="1"/>
          </p:cNvSpPr>
          <p:nvPr/>
        </p:nvSpPr>
        <p:spPr>
          <a:xfrm rot="0">
            <a:off x="5549900" y="38354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122958501" name="Text">
    </p:cNvPr>
          <p:cNvSpPr>
            <a:spLocks noGrp="1"/>
          </p:cNvSpPr>
          <p:nvPr/>
        </p:nvSpPr>
        <p:spPr>
          <a:xfrm rot="0">
            <a:off x="901700" y="37592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9054198" name="Text">
    </p:cNvPr>
          <p:cNvSpPr>
            <a:spLocks noGrp="1"/>
          </p:cNvSpPr>
          <p:nvPr/>
        </p:nvSpPr>
        <p:spPr>
          <a:xfrm rot="0">
            <a:off x="6121400" y="37592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5483460" name="Text">
    </p:cNvPr>
          <p:cNvSpPr>
            <a:spLocks noGrp="1"/>
          </p:cNvSpPr>
          <p:nvPr/>
        </p:nvSpPr>
        <p:spPr>
          <a:xfrm rot="0">
            <a:off x="5549900" y="37592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586678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00137167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20587385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9151629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중처법대상여부 컬럼 및 Dataset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'#1 회계지급전표' 작업 PC 딜레이로 인한 스크립트 에러. 데이터정리 및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LMS 소프트스킬 Leader 인증현황 조회시 버그 확인 및 수정반영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EAI시스템 ACE12업그레이드에 따른 지원</a:t>
            </a:r>
          </a:p>
        </p:txBody>
      </p:sp>
      <p:sp>
        <p:nvSpPr>
          <p:cNvPr id="1016131208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35824363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3187176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</a:p>
        </p:txBody>
      </p:sp>
      <p:sp>
        <p:nvSpPr>
          <p:cNvPr id="519034710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331949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4095139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149280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4816839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40784012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02520778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가공비 계산 신규개발(ZPCOR2070)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교육훈련신청서,출장비신청서 관련 회계전표 생성시 Bank T 1000으로 고정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BW개발 System Copy(데이터 동기화) 작업</a:t>
            </a:r>
          </a:p>
        </p:txBody>
      </p:sp>
      <p:sp>
        <p:nvSpPr>
          <p:cNvPr id="2043168406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8446579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01748481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</a:p>
        </p:txBody>
      </p:sp>
      <p:sp>
        <p:nvSpPr>
          <p:cNvPr id="1261723476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4997074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135019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882197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