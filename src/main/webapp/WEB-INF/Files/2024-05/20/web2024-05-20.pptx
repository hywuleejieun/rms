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2735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4637922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5187484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117220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061597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490783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1146944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224998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4805865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5549584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1649853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6647023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575978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0821858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4525470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86390044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27067777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ITSM-110150 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ITSM-111477 ISIMS DB 데이터 수정</a:t>
            </a:r>
          </a:p>
        </p:txBody>
      </p:sp>
      <p:sp>
        <p:nvSpPr>
          <p:cNvPr id="5682491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81192112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10980930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ITSM-110150 e-Biz 납품보류 해제기능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ITSM-111477 ISIMS DB 데이터 수정</a:t>
            </a:r>
          </a:p>
        </p:txBody>
      </p:sp>
      <p:sp>
        <p:nvSpPr>
          <p:cNvPr id="163895611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91240011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55027312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34839665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448573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167787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34786722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99837574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92093194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32491154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67699619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</a:p>
        </p:txBody>
      </p:sp>
      <p:sp>
        <p:nvSpPr>
          <p:cNvPr id="95719955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75590517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</a:p>
        </p:txBody>
      </p:sp>
      <p:sp>
        <p:nvSpPr>
          <p:cNvPr id="65651754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</a:p>
        </p:txBody>
      </p:sp>
      <p:sp>
        <p:nvSpPr>
          <p:cNvPr id="158754656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00966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50058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8664463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777192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6167011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9287677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843649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421064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4601699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4502303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8153097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330662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5929231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0558584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1509931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4546062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61813118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50111547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</a:p>
        </p:txBody>
      </p:sp>
      <p:sp>
        <p:nvSpPr>
          <p:cNvPr id="178422395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08483126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5969138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중처법대상여부 컬럼 및 Dataset 보완</a:t>
            </a:r>
          </a:p>
        </p:txBody>
      </p:sp>
      <p:sp>
        <p:nvSpPr>
          <p:cNvPr id="173479064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17204338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</a:p>
        </p:txBody>
      </p:sp>
      <p:sp>
        <p:nvSpPr>
          <p:cNvPr id="42384234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05/06</a:t>
            </a:r>
            <a:br/>
          </a:p>
        </p:txBody>
      </p:sp>
      <p:sp>
        <p:nvSpPr>
          <p:cNvPr id="90545666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983471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1933097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210578713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</a:p>
        </p:txBody>
      </p:sp>
      <p:sp>
        <p:nvSpPr>
          <p:cNvPr id="15830640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82614568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700507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6063180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ITSM-107346 배포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ITSM-111352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정기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배차 엔진 장애로 재가동</a:t>
            </a:r>
          </a:p>
        </p:txBody>
      </p:sp>
      <p:sp>
        <p:nvSpPr>
          <p:cNvPr id="39230517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02738151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66201382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47621061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868822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31421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2889048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9118083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9846889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97284759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0073639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1433793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4091652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1136411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4264561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1312063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681037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5721297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5913465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43737268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67252443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</a:p>
        </p:txBody>
      </p:sp>
      <p:sp>
        <p:nvSpPr>
          <p:cNvPr id="220953482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</a:t>
            </a:r>
          </a:p>
        </p:txBody>
      </p:sp>
      <p:sp>
        <p:nvSpPr>
          <p:cNvPr id="987478504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69292247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85748965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새벽작업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'#1 회계지급전표' 작업 PC 딜레이로 인한 스크립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트 에러. 데이터정리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외화지급계좌' 작업 오류 확인          SAP 오입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력으로 인한 로직 변경 및 모니터링 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ocr_admin 계정 PW만료 예외신청에도 불구하고 만료팝업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원인 확인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타 작업 테스트로 인한 '#1 회계지급전표' 작업 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단 및 데이터정리,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 및 기타] VDI 변경으로 인한 백업 및 VDI 재설정, EAI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설치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취약점점검으로 인한 DB 및 WEB 서버 확인요청 및 조치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상황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 - 항공급유'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VDI 변경으로 인한 WMB7, IIB10, MTE, SQLGate, Git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재설치 및 설정, 소스 파일 빌드</a:t>
            </a:r>
          </a:p>
        </p:txBody>
      </p:sp>
      <p:sp>
        <p:nvSpPr>
          <p:cNvPr id="1404940519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</a:p>
        </p:txBody>
      </p:sp>
      <p:sp>
        <p:nvSpPr>
          <p:cNvPr id="877549441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</a:p>
        </p:txBody>
      </p:sp>
      <p:sp>
        <p:nvSpPr>
          <p:cNvPr id="1278046325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br/>
          </a:p>
        </p:txBody>
      </p:sp>
      <p:sp>
        <p:nvSpPr>
          <p:cNvPr id="716195409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9009896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75172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7192162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6260376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5702543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4112325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650493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4604678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3218052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300845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4291547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9958718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2400252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992274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1386124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16406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43037259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6248703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86685035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3181213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53130949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</a:p>
        </p:txBody>
      </p:sp>
      <p:sp>
        <p:nvSpPr>
          <p:cNvPr id="146943978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102162063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78773900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75346933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506339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979443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959339675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</a:p>
        </p:txBody>
      </p:sp>
      <p:sp>
        <p:nvSpPr>
          <p:cNvPr id="1331115355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[OSPM] 편의성 수정 -&gt; 메뉴(작업완료관리) -&gt; 프로시저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작업(최소 기안 후 기안자만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전결근거 수정 가능하도록 수정)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ITSM-110729CP 결재 새문서 ［마곡］ 탭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추가 요청</a:t>
            </a:r>
          </a:p>
        </p:txBody>
      </p:sp>
      <p:sp>
        <p:nvSpPr>
          <p:cNvPr id="1813542745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571409565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380148535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 [OSPM] 편의성 수정 -&gt; 메뉴(작업완료관리) -&gt; 프로시저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작업- 프론트 화면 정리중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TSM-110729CP 결재 새문서 ［마곡］ 탭 생성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신청서 추가 요청 (작업완료 -&gt; 테스트 요청 드림)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ITSM-111261임원 경조금 신청서(공장) 내 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부서 분리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ITSM-111267, ITSM-111258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ITSM-111371, ITSM-111370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ITSM-111402, ITSM-111404, ITSM-111435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마곡 탭 관련 신청서1. 발송 메일 나누지 않고 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나로 사용2. 내용수정 및 유의사항 수정3. 풋살 신청서 시간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계산 로직 추가</a:t>
            </a:r>
          </a:p>
        </p:txBody>
      </p:sp>
      <p:sp>
        <p:nvSpPr>
          <p:cNvPr id="1612941652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br/>
          </a:p>
        </p:txBody>
      </p:sp>
      <p:sp>
        <p:nvSpPr>
          <p:cNvPr id="1328453814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br/>
          </a:p>
        </p:txBody>
      </p:sp>
      <p:sp>
        <p:nvSpPr>
          <p:cNvPr id="1549826792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br/>
          </a:p>
        </p:txBody>
      </p:sp>
      <p:sp>
        <p:nvSpPr>
          <p:cNvPr id="239281008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8264005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17480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8471165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738250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7589026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1728906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3436881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272794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1726687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7575558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6197563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4544656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8758599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379845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621336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104829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61177452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</a:p>
        </p:txBody>
      </p:sp>
      <p:sp>
        <p:nvSpPr>
          <p:cNvPr id="100430767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[에쓰-오일/휴넷] 데이터 연계를 위한 진행사항 공유 및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청사항 확인 </a:t>
            </a:r>
          </a:p>
        </p:txBody>
      </p:sp>
      <p:sp>
        <p:nvSpPr>
          <p:cNvPr id="19430881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64501947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89908341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 소프트스킬 Leader 인증현황 조회시 버그 확인 및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data 삭제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휴넷 스마트러닝 24년 (5/1~14) 교육이력 수동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전표생성 오류 확인 및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[에쓰-오일/휴넷] 데이터 연계를 위한 진행사항 공유 및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청사항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멘토링 비용신청서 생산직 지원금액 10만원으로 결재신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청하도록 제한 요청 적용</a:t>
            </a:r>
          </a:p>
        </p:txBody>
      </p:sp>
      <p:sp>
        <p:nvSpPr>
          <p:cNvPr id="178174482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</a:p>
        </p:txBody>
      </p:sp>
      <p:sp>
        <p:nvSpPr>
          <p:cNvPr id="118055969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</a:p>
        </p:txBody>
      </p:sp>
      <p:sp>
        <p:nvSpPr>
          <p:cNvPr id="190648891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</a:p>
        </p:txBody>
      </p:sp>
      <p:sp>
        <p:nvSpPr>
          <p:cNvPr id="193478419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77509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1374764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</a:p>
        </p:txBody>
      </p:sp>
      <p:sp>
        <p:nvSpPr>
          <p:cNvPr id="132532213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</a:p>
        </p:txBody>
      </p:sp>
      <p:sp>
        <p:nvSpPr>
          <p:cNvPr id="78815358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통합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담당자 미팅 (업무프로세스 관련)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- 5.20 휴가</a:t>
            </a:r>
          </a:p>
        </p:txBody>
      </p:sp>
      <p:sp>
        <p:nvSpPr>
          <p:cNvPr id="15508903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4908007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28489907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신규 VDI 환경 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신규 VDI 환경 세팅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삼성sds 개발서버 접근 원격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신규 VDI 환경 세팅</a:t>
            </a:r>
          </a:p>
        </p:txBody>
      </p:sp>
      <p:sp>
        <p:nvSpPr>
          <p:cNvPr id="81729989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2451832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152435165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</a:p>
        </p:txBody>
      </p:sp>
      <p:sp>
        <p:nvSpPr>
          <p:cNvPr id="64967858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249566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24921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008377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6039631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0786292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1102930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994201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238024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3065189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5813665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406383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7641763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2005972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8398861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4572273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38581957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822026277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br/>
          </a:p>
        </p:txBody>
      </p:sp>
      <p:sp>
        <p:nvSpPr>
          <p:cNvPr id="1691778954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 보완 요청 (품질규격 마스터 및 메일링 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SAP DS 가이드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인증심사 회의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수정('중복 및 광고') 및 삭제 시, 서버 Error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생 확인 및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신규 발급 VDI 내 개발환경 세팅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(LOPAS/VOC/PRM)</a:t>
            </a:r>
            <a:br/>
          </a:p>
        </p:txBody>
      </p:sp>
      <p:sp>
        <p:nvSpPr>
          <p:cNvPr id="325743777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054790437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003382995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 보완 요청 (품질규격 마스터 및 메일링 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SAP DS 가이드 및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거래처코드(20000003) 내 담당자 변경 및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배치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상담지식 내 'voctest' (테스트) 기록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ITSM-110824 ISMS-P 관련 VOC System 정리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(CRM 측 협의 필요)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수정('중복 및 광고') 및 삭제 시, 서버 Error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생 확인 및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신규 발급 VDI 내 개발환경 세팅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(LOPAS/VOC/PRM)</a:t>
            </a:r>
            <a:br/>
          </a:p>
        </p:txBody>
      </p:sp>
      <p:sp>
        <p:nvSpPr>
          <p:cNvPr id="538192283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612418628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</a:p>
        </p:txBody>
      </p:sp>
      <p:sp>
        <p:nvSpPr>
          <p:cNvPr id="672415385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05/16</a:t>
            </a:r>
            <a:br/>
            <a:br/>
          </a:p>
        </p:txBody>
      </p:sp>
      <p:sp>
        <p:nvSpPr>
          <p:cNvPr id="374697698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86716994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5641673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581964637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531585943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2024.4월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VDI전환 작업</a:t>
            </a:r>
          </a:p>
        </p:txBody>
      </p:sp>
      <p:sp>
        <p:nvSpPr>
          <p:cNvPr id="1861757925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30733115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801666341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4월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2024.4월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EAI시스템 ACE12업그레이드에 따른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VDI전환 작업</a:t>
            </a:r>
          </a:p>
        </p:txBody>
      </p:sp>
      <p:sp>
        <p:nvSpPr>
          <p:cNvPr id="1247735976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</a:p>
        </p:txBody>
      </p:sp>
      <p:sp>
        <p:nvSpPr>
          <p:cNvPr id="1700158725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1840727545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</a:p>
        </p:txBody>
      </p:sp>
      <p:sp>
        <p:nvSpPr>
          <p:cNvPr id="20608055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2666120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