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5"/>
    <p:sldId id="262" r:id="rId1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notesSlides/notesSlide3.xml" Type="http://schemas.openxmlformats.org/officeDocument/2006/relationships/notesSlide"/><Relationship Id="rId17" Target="slides/slide7.xml" Type="http://schemas.openxmlformats.org/officeDocument/2006/relationships/slide"/><Relationship Id="rId18" Target="notesSlides/notesSlide4.xml" Type="http://schemas.openxmlformats.org/officeDocument/2006/relationships/notes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[2024.04.30 ~ 2024.05.06]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5월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27030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6517551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1936769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5817547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1760634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67793804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427871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6351030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5737874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012392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6474534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069839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88665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8578713" name="Frame"/>
          <p:cNvSpPr>
            <a:spLocks noGrp="1"/>
          </p:cNvSpPr>
          <p:nvPr/>
        </p:nvSpPr>
        <p:spPr>
          <a:xfrm>
            <a:off x="25400" y="47879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34502462" name="Text">
    </p:cNvPr>
          <p:cNvSpPr>
            <a:spLocks noGrp="1"/>
          </p:cNvSpPr>
          <p:nvPr/>
        </p:nvSpPr>
        <p:spPr>
          <a:xfrm rot="0">
            <a:off x="152400" y="4813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76749197" name="Text">
    </p:cNvPr>
          <p:cNvSpPr>
            <a:spLocks noGrp="1"/>
          </p:cNvSpPr>
          <p:nvPr/>
        </p:nvSpPr>
        <p:spPr>
          <a:xfrm rot="0">
            <a:off x="6451600" y="5346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4658451" name="Text">
    </p:cNvPr>
          <p:cNvSpPr>
            <a:spLocks noGrp="1"/>
          </p:cNvSpPr>
          <p:nvPr/>
        </p:nvSpPr>
        <p:spPr>
          <a:xfrm rot="0">
            <a:off x="2057400" y="5346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394128" name="Text">
    </p:cNvPr>
          <p:cNvSpPr>
            <a:spLocks noGrp="1"/>
          </p:cNvSpPr>
          <p:nvPr/>
        </p:nvSpPr>
        <p:spPr>
          <a:xfrm rot="0">
            <a:off x="101600" y="5346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078052" name="Text">
    </p:cNvPr>
          <p:cNvSpPr>
            <a:spLocks noGrp="1"/>
          </p:cNvSpPr>
          <p:nvPr/>
        </p:nvSpPr>
        <p:spPr>
          <a:xfrm rot="0">
            <a:off x="101600" y="5105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52162519" name="Text">
    </p:cNvPr>
          <p:cNvSpPr>
            <a:spLocks noGrp="1"/>
          </p:cNvSpPr>
          <p:nvPr/>
        </p:nvSpPr>
        <p:spPr>
          <a:xfrm rot="0">
            <a:off x="2057400" y="5105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94599522" name="Text">
    </p:cNvPr>
          <p:cNvSpPr>
            <a:spLocks noGrp="1"/>
          </p:cNvSpPr>
          <p:nvPr/>
        </p:nvSpPr>
        <p:spPr>
          <a:xfrm rot="0">
            <a:off x="6451600" y="5105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32047006" name="Text">
    </p:cNvPr>
          <p:cNvSpPr>
            <a:spLocks noGrp="1"/>
          </p:cNvSpPr>
          <p:nvPr/>
        </p:nvSpPr>
        <p:spPr>
          <a:xfrm rot="0">
            <a:off x="101600" y="5638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6135964" name="Text">
    </p:cNvPr>
          <p:cNvSpPr>
            <a:spLocks noGrp="1"/>
          </p:cNvSpPr>
          <p:nvPr/>
        </p:nvSpPr>
        <p:spPr>
          <a:xfrm rot="0">
            <a:off x="6451600" y="5638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3029701" name="Text">
    </p:cNvPr>
          <p:cNvSpPr>
            <a:spLocks noGrp="1"/>
          </p:cNvSpPr>
          <p:nvPr/>
        </p:nvSpPr>
        <p:spPr>
          <a:xfrm rot="0">
            <a:off x="2057400" y="5638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0079145" name="Text">
    </p:cNvPr>
          <p:cNvSpPr>
            <a:spLocks noGrp="1"/>
          </p:cNvSpPr>
          <p:nvPr/>
        </p:nvSpPr>
        <p:spPr>
          <a:xfrm rot="0">
            <a:off x="1244600" y="5638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105122" name="Text">
    </p:cNvPr>
          <p:cNvSpPr>
            <a:spLocks noGrp="1"/>
          </p:cNvSpPr>
          <p:nvPr/>
        </p:nvSpPr>
        <p:spPr>
          <a:xfrm rot="0">
            <a:off x="1244600" y="5346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565737" name="Text">
    </p:cNvPr>
          <p:cNvSpPr>
            <a:spLocks noGrp="1"/>
          </p:cNvSpPr>
          <p:nvPr/>
        </p:nvSpPr>
        <p:spPr>
          <a:xfrm rot="0">
            <a:off x="1244600" y="5105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195938520" name="Text">
    </p:cNvPr>
          <p:cNvSpPr>
            <a:spLocks noGrp="1"/>
          </p:cNvSpPr>
          <p:nvPr/>
        </p:nvSpPr>
        <p:spPr>
          <a:xfrm rot="0">
            <a:off x="8102600" y="5638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7262100" name="Text">
    </p:cNvPr>
          <p:cNvSpPr>
            <a:spLocks noGrp="1"/>
          </p:cNvSpPr>
          <p:nvPr/>
        </p:nvSpPr>
        <p:spPr>
          <a:xfrm rot="0">
            <a:off x="8102600" y="5105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7165934" name="Text">
    </p:cNvPr>
          <p:cNvSpPr>
            <a:spLocks noGrp="1"/>
          </p:cNvSpPr>
          <p:nvPr/>
        </p:nvSpPr>
        <p:spPr>
          <a:xfrm rot="0">
            <a:off x="8102600" y="5346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0480153" name="Frame"/>
          <p:cNvSpPr>
            <a:spLocks noGrp="1"/>
          </p:cNvSpPr>
          <p:nvPr/>
        </p:nvSpPr>
        <p:spPr>
          <a:xfrm>
            <a:off x="101600" y="26797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15032442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4113832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624196227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94550934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6850422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22912461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24510409" name="Frame"/>
          <p:cNvSpPr>
            <a:spLocks noGrp="1"/>
          </p:cNvSpPr>
          <p:nvPr/>
        </p:nvSpPr>
        <p:spPr>
          <a:xfrm>
            <a:off x="165100" y="4000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59867087" name="Text">
    </p:cNvPr>
          <p:cNvSpPr>
            <a:spLocks noGrp="1"/>
          </p:cNvSpPr>
          <p:nvPr/>
        </p:nvSpPr>
        <p:spPr>
          <a:xfrm rot="0">
            <a:off x="165100" y="3975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98260088" name="Text">
    </p:cNvPr>
          <p:cNvSpPr>
            <a:spLocks noGrp="1"/>
          </p:cNvSpPr>
          <p:nvPr/>
        </p:nvSpPr>
        <p:spPr>
          <a:xfrm rot="0">
            <a:off x="965200" y="40259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860487404" name="Text">
    </p:cNvPr>
          <p:cNvSpPr>
            <a:spLocks noGrp="1"/>
          </p:cNvSpPr>
          <p:nvPr/>
        </p:nvSpPr>
        <p:spPr>
          <a:xfrm rot="0">
            <a:off x="7239000" y="4025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57334066" name="Text">
    </p:cNvPr>
          <p:cNvSpPr>
            <a:spLocks noGrp="1"/>
          </p:cNvSpPr>
          <p:nvPr/>
        </p:nvSpPr>
        <p:spPr>
          <a:xfrm rot="0">
            <a:off x="5549900" y="4025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482827165" name="Text">
    </p:cNvPr>
          <p:cNvSpPr>
            <a:spLocks noGrp="1"/>
          </p:cNvSpPr>
          <p:nvPr/>
        </p:nvSpPr>
        <p:spPr>
          <a:xfrm rot="0">
            <a:off x="901700" y="3975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756467" name="Text">
    </p:cNvPr>
          <p:cNvSpPr>
            <a:spLocks noGrp="1"/>
          </p:cNvSpPr>
          <p:nvPr/>
        </p:nvSpPr>
        <p:spPr>
          <a:xfrm rot="0">
            <a:off x="6121400" y="39751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3492809" name="Text">
    </p:cNvPr>
          <p:cNvSpPr>
            <a:spLocks noGrp="1"/>
          </p:cNvSpPr>
          <p:nvPr/>
        </p:nvSpPr>
        <p:spPr>
          <a:xfrm rot="0">
            <a:off x="5549900" y="3975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4737045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30479554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29382007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488156006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5909941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756680795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902805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1394143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2605750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15951340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21874395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57067796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 입금' 작업 재가동을 위한 논의 및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293712677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65640833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5821224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</a:p>
        </p:txBody>
      </p:sp>
      <p:sp>
        <p:nvSpPr>
          <p:cNvPr id="226449415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713942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851661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8258471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82473394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89576149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42308169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검증용-PP 생산오더 기초정보 프로그램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SAP→e-Pro PR 전송 시 구매그룹 지정 건 *ZEPR1020 구매그룹 지정 로직 변경</a:t>
            </a:r>
          </a:p>
        </p:txBody>
      </p:sp>
      <p:sp>
        <p:nvSpPr>
          <p:cNvPr id="1546683683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3866220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0480819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</a:p>
        </p:txBody>
      </p:sp>
      <p:sp>
        <p:nvSpPr>
          <p:cNvPr id="1783242054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8004273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825512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716502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55660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5236416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75072221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8358266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128285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934242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2072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5871345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2016251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94731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1628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098440634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38327711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327184" name="Frame"/>
          <p:cNvSpPr>
            <a:spLocks noGrp="1"/>
          </p:cNvSpPr>
          <p:nvPr/>
        </p:nvSpPr>
        <p:spPr>
          <a:xfrm>
            <a:off x="25400" y="47879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05795984" name="Text">
    </p:cNvPr>
          <p:cNvSpPr>
            <a:spLocks noGrp="1"/>
          </p:cNvSpPr>
          <p:nvPr/>
        </p:nvSpPr>
        <p:spPr>
          <a:xfrm rot="0">
            <a:off x="152400" y="4813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79803614" name="Text">
    </p:cNvPr>
          <p:cNvSpPr>
            <a:spLocks noGrp="1"/>
          </p:cNvSpPr>
          <p:nvPr/>
        </p:nvSpPr>
        <p:spPr>
          <a:xfrm rot="0">
            <a:off x="6451600" y="5346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64605" name="Text">
    </p:cNvPr>
          <p:cNvSpPr>
            <a:spLocks noGrp="1"/>
          </p:cNvSpPr>
          <p:nvPr/>
        </p:nvSpPr>
        <p:spPr>
          <a:xfrm rot="0">
            <a:off x="2057400" y="5346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001701" name="Text">
    </p:cNvPr>
          <p:cNvSpPr>
            <a:spLocks noGrp="1"/>
          </p:cNvSpPr>
          <p:nvPr/>
        </p:nvSpPr>
        <p:spPr>
          <a:xfrm rot="0">
            <a:off x="101600" y="5346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7688275" name="Text">
    </p:cNvPr>
          <p:cNvSpPr>
            <a:spLocks noGrp="1"/>
          </p:cNvSpPr>
          <p:nvPr/>
        </p:nvSpPr>
        <p:spPr>
          <a:xfrm rot="0">
            <a:off x="101600" y="5105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23585608" name="Text">
    </p:cNvPr>
          <p:cNvSpPr>
            <a:spLocks noGrp="1"/>
          </p:cNvSpPr>
          <p:nvPr/>
        </p:nvSpPr>
        <p:spPr>
          <a:xfrm rot="0">
            <a:off x="2057400" y="5105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99559921" name="Text">
    </p:cNvPr>
          <p:cNvSpPr>
            <a:spLocks noGrp="1"/>
          </p:cNvSpPr>
          <p:nvPr/>
        </p:nvSpPr>
        <p:spPr>
          <a:xfrm rot="0">
            <a:off x="6451600" y="5105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829803739" name="Text">
    </p:cNvPr>
          <p:cNvSpPr>
            <a:spLocks noGrp="1"/>
          </p:cNvSpPr>
          <p:nvPr/>
        </p:nvSpPr>
        <p:spPr>
          <a:xfrm rot="0">
            <a:off x="101600" y="5638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227242" name="Text">
    </p:cNvPr>
          <p:cNvSpPr>
            <a:spLocks noGrp="1"/>
          </p:cNvSpPr>
          <p:nvPr/>
        </p:nvSpPr>
        <p:spPr>
          <a:xfrm rot="0">
            <a:off x="6451600" y="5638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475641" name="Text">
    </p:cNvPr>
          <p:cNvSpPr>
            <a:spLocks noGrp="1"/>
          </p:cNvSpPr>
          <p:nvPr/>
        </p:nvSpPr>
        <p:spPr>
          <a:xfrm rot="0">
            <a:off x="2057400" y="5638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569868" name="Text">
    </p:cNvPr>
          <p:cNvSpPr>
            <a:spLocks noGrp="1"/>
          </p:cNvSpPr>
          <p:nvPr/>
        </p:nvSpPr>
        <p:spPr>
          <a:xfrm rot="0">
            <a:off x="1244600" y="5638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0324462" name="Text">
    </p:cNvPr>
          <p:cNvSpPr>
            <a:spLocks noGrp="1"/>
          </p:cNvSpPr>
          <p:nvPr/>
        </p:nvSpPr>
        <p:spPr>
          <a:xfrm rot="0">
            <a:off x="1244600" y="5346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721458" name="Text">
    </p:cNvPr>
          <p:cNvSpPr>
            <a:spLocks noGrp="1"/>
          </p:cNvSpPr>
          <p:nvPr/>
        </p:nvSpPr>
        <p:spPr>
          <a:xfrm rot="0">
            <a:off x="1244600" y="5105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78438654" name="Text">
    </p:cNvPr>
          <p:cNvSpPr>
            <a:spLocks noGrp="1"/>
          </p:cNvSpPr>
          <p:nvPr/>
        </p:nvSpPr>
        <p:spPr>
          <a:xfrm rot="0">
            <a:off x="8102600" y="5638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4173523" name="Text">
    </p:cNvPr>
          <p:cNvSpPr>
            <a:spLocks noGrp="1"/>
          </p:cNvSpPr>
          <p:nvPr/>
        </p:nvSpPr>
        <p:spPr>
          <a:xfrm rot="0">
            <a:off x="8102600" y="5105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74341797" name="Text">
    </p:cNvPr>
          <p:cNvSpPr>
            <a:spLocks noGrp="1"/>
          </p:cNvSpPr>
          <p:nvPr/>
        </p:nvSpPr>
        <p:spPr>
          <a:xfrm rot="0">
            <a:off x="8102600" y="5346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736623" name="Frame"/>
          <p:cNvSpPr>
            <a:spLocks noGrp="1"/>
          </p:cNvSpPr>
          <p:nvPr/>
        </p:nvSpPr>
        <p:spPr>
          <a:xfrm>
            <a:off x="101600" y="26797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0032922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2703629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948688566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07168691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6987872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953841215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77204212" name="Frame"/>
          <p:cNvSpPr>
            <a:spLocks noGrp="1"/>
          </p:cNvSpPr>
          <p:nvPr/>
        </p:nvSpPr>
        <p:spPr>
          <a:xfrm>
            <a:off x="165100" y="40005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93000714" name="Text">
    </p:cNvPr>
          <p:cNvSpPr>
            <a:spLocks noGrp="1"/>
          </p:cNvSpPr>
          <p:nvPr/>
        </p:nvSpPr>
        <p:spPr>
          <a:xfrm rot="0">
            <a:off x="165100" y="3975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45333597" name="Text">
    </p:cNvPr>
          <p:cNvSpPr>
            <a:spLocks noGrp="1"/>
          </p:cNvSpPr>
          <p:nvPr/>
        </p:nvSpPr>
        <p:spPr>
          <a:xfrm rot="0">
            <a:off x="965200" y="40259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52118702" name="Text">
    </p:cNvPr>
          <p:cNvSpPr>
            <a:spLocks noGrp="1"/>
          </p:cNvSpPr>
          <p:nvPr/>
        </p:nvSpPr>
        <p:spPr>
          <a:xfrm rot="0">
            <a:off x="7239000" y="40259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84067809" name="Text">
    </p:cNvPr>
          <p:cNvSpPr>
            <a:spLocks noGrp="1"/>
          </p:cNvSpPr>
          <p:nvPr/>
        </p:nvSpPr>
        <p:spPr>
          <a:xfrm rot="0">
            <a:off x="5549900" y="40259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558869206" name="Text">
    </p:cNvPr>
          <p:cNvSpPr>
            <a:spLocks noGrp="1"/>
          </p:cNvSpPr>
          <p:nvPr/>
        </p:nvSpPr>
        <p:spPr>
          <a:xfrm rot="0">
            <a:off x="901700" y="3975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2988466" name="Text">
    </p:cNvPr>
          <p:cNvSpPr>
            <a:spLocks noGrp="1"/>
          </p:cNvSpPr>
          <p:nvPr/>
        </p:nvSpPr>
        <p:spPr>
          <a:xfrm rot="0">
            <a:off x="6121400" y="39751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501575" name="Text">
    </p:cNvPr>
          <p:cNvSpPr>
            <a:spLocks noGrp="1"/>
          </p:cNvSpPr>
          <p:nvPr/>
        </p:nvSpPr>
        <p:spPr>
          <a:xfrm rot="0">
            <a:off x="5549900" y="3975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728135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56989941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79238199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23314402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5389084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303974853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234204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7675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364096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90167063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87688239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43744338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 입금' 작업 재가동을 위한 논의 및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35539950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96566631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63294235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</a:p>
        </p:txBody>
      </p:sp>
      <p:sp>
        <p:nvSpPr>
          <p:cNvPr id="904032690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9357088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1019809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3260399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62368641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91222473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27764780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검증용-PP 생산오더 기초정보 프로그램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SAP→e-Pro PR 전송 시 구매그룹 지정 건 *ZEPR1020 구매그룹 지정 로직 변경</a:t>
            </a:r>
          </a:p>
        </p:txBody>
      </p:sp>
      <p:sp>
        <p:nvSpPr>
          <p:cNvPr id="632065852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29895021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3868704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</a:p>
        </p:txBody>
      </p:sp>
      <p:sp>
        <p:nvSpPr>
          <p:cNvPr id="1153400041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145517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36138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9757337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6116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08399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59861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481879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98711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557765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5935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0877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6016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79598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91867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16213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52905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272204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93731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3647526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9769198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919260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293675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228308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요청번호 채번로직 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제조원가 검증용-PP 생산오더 기초정보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(ZPCOR2060)</a:t>
            </a:r>
          </a:p>
        </p:txBody>
      </p:sp>
      <p:sp>
        <p:nvSpPr>
          <p:cNvPr id="8289508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927517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30059670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7534772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08952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482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8624244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490157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18975917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460861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295621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자재번호 신규생성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기성보고서(문서번호 AK1-24-0006) 결재월 변경의 건</a:t>
            </a:r>
          </a:p>
        </p:txBody>
      </p:sp>
      <p:sp>
        <p:nvSpPr>
          <p:cNvPr id="2820877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92178417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7892876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6557829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540900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292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73239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78682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14034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199863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59987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47869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35925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31311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70917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34115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2724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07929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50241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46289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2907832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1119097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89627036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595216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320940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astm 환산 프로그램 QCI 관련 파일들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위치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Batch Job 신규설정 및 등록작업(인포타입로그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메일발송)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</a:p>
        </p:txBody>
      </p:sp>
      <p:sp>
        <p:nvSpPr>
          <p:cNvPr id="1905328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9059931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5398747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037768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8398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53125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0777110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1393515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60113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680420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083467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정복:17장 복습하기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정복:18장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정복:19장 공부하기</a:t>
            </a:r>
          </a:p>
        </p:txBody>
      </p:sp>
      <p:sp>
        <p:nvSpPr>
          <p:cNvPr id="6350394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6948734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27959950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20263872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06014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4379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6665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47210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9674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1038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9306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31696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86289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10979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93601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990679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13488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69696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14934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84754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6200387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20742931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9208584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968405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66400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SAP→e-Pro PR 전송 시 구매그룹 지정 건* ZEPR1020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매그룹 지정 로직 변경 </a:t>
            </a:r>
          </a:p>
        </p:txBody>
      </p:sp>
      <p:sp>
        <p:nvSpPr>
          <p:cNvPr id="69035847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17640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19298405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7033632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86340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20088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92705340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7457093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인사정보 요청서 개발요건 재정의</a:t>
            </a:r>
          </a:p>
        </p:txBody>
      </p:sp>
      <p:sp>
        <p:nvSpPr>
          <p:cNvPr id="16909114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3785487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71569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[ITSM-110848] 보직변경 발령시, 내부파견조직 DELI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MIT 처리- [ITSM-110750] SAP HCM alert 조회화면 개발(화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면개발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[ITSM-110750] SAP HCM alert 조회화면 개발 및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[ITSM-110750] SAP HCM alert 조회화면 개발 건,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영반영 및 후속조치(권한세팅/url링크확인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화면 및 DB분석- 고정공제 조회시 정보누락 외 문의 대응</a:t>
            </a:r>
          </a:p>
        </p:txBody>
      </p:sp>
      <p:sp>
        <p:nvSpPr>
          <p:cNvPr id="7580682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49578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2347960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2065498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32267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4410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48623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05200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91218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88360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413609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00120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9218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869387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50951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52346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17322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51531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87191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4780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5957322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222896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</a:p>
        </p:txBody>
      </p:sp>
      <p:sp>
        <p:nvSpPr>
          <p:cNvPr id="19895113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133500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527442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정보 - picklist 날짜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근로시간단축-생애주기 신청서 단축기간 제한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퇴직금 계산 관련</a:t>
            </a:r>
          </a:p>
        </p:txBody>
      </p:sp>
      <p:sp>
        <p:nvSpPr>
          <p:cNvPr id="19850235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524094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</a:p>
        </p:txBody>
      </p:sp>
      <p:sp>
        <p:nvSpPr>
          <p:cNvPr id="460108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14975774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62881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6313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722585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9336412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6336620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801066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05808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[ITSM-109418][SD]2024.04.30 자가수송 실거리 내용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입력/수정 시 조회 내용 수정</a:t>
            </a:r>
          </a:p>
        </p:txBody>
      </p:sp>
      <p:sp>
        <p:nvSpPr>
          <p:cNvPr id="20610924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20267637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3895015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</a:p>
        </p:txBody>
      </p:sp>
      <p:sp>
        <p:nvSpPr>
          <p:cNvPr id="117596758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581718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510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85252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80195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335804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54603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9058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55298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11772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6520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20745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58378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32599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5202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36338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25591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673773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4167631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6274424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430419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821831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18808280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7028786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9150398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8614517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99001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44255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50536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91361926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4915106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291298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015971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4356581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52077214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9311754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033992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8849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218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64553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68033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462163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45310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819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05201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05828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55875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58598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47155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37572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49635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93166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75907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5478636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493768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418802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765798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934337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7102274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50863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20565160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4862588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02465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77449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2503270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2008240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143532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107375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063702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 mobile webview scroll 장애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ITSM-110901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ITSM-110947 변경요청서 삭제ITSM-110980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ITSM-111024 작업자 변경ITSM-111049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</a:t>
            </a:r>
          </a:p>
        </p:txBody>
      </p:sp>
      <p:sp>
        <p:nvSpPr>
          <p:cNvPr id="57446901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007749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387037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890262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96143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3469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71610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576177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04370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96593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80615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6244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34050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18130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51579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7377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04643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63660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38869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07593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56060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6156892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Test 및 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360 Migration</a:t>
            </a:r>
          </a:p>
        </p:txBody>
      </p:sp>
      <p:sp>
        <p:nvSpPr>
          <p:cNvPr id="12394444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95362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758603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수행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논의 및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서버 교체로 인한 정상 확인 및딜레이된 작업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 확인 및 재수행</a:t>
            </a:r>
          </a:p>
        </p:txBody>
      </p:sp>
      <p:sp>
        <p:nvSpPr>
          <p:cNvPr id="76744304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7413636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433628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5568638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798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8063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6542457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501655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1734206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094786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708368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92506289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198857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3700148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412724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84261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858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84046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435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96896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417875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143399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3294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2722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93714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20617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33630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4490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329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451132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0862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244028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146500156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4323844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56298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936711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ITSM-110829, ITSM-110850, ITSM-110856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ITSM-110841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ITSM-110862, ITSM-110856, ITSM-110923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ITSM-110983, ITSM-110969, ITSM-110986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ITSM-111007, ITSM-110979, ITSM-111007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ITSM-111027, ITSM-111025</a:t>
            </a:r>
          </a:p>
        </p:txBody>
      </p:sp>
      <p:sp>
        <p:nvSpPr>
          <p:cNvPr id="15316823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78296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3977704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84784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5630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6776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92270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4369128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4670142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451606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502670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ITSM-110913규정관리기안지 개정 시 개정일자 기준으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공지 게시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&gt; RFCC1공장공통 &gt; RFCC1팀 &gt; RFCC1-W-0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034 / 0036  개정오류 2건, 재개정처리.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24년 4월 휴넷 교육이력 735건, LMS시스템에 연계되도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 데이터 INSERT 및 배치실행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ITSM-111025규정관리 기안지(DB2-24-0016, MSDS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정) 관련 첨부 문서 변경</a:t>
            </a:r>
          </a:p>
        </p:txBody>
      </p:sp>
      <p:sp>
        <p:nvSpPr>
          <p:cNvPr id="18215540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291343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462684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080656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91488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0346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68365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0431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81107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69124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517094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10347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11260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9714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571475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2968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2002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53382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89947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52064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5687446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3988426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공구창고 재고조회 대분류 항목 추가</a:t>
            </a:r>
          </a:p>
        </p:txBody>
      </p:sp>
      <p:sp>
        <p:nvSpPr>
          <p:cNvPr id="19247979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559186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400019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(대리점영업팀) 기회수 상품권 번호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반입승인 재신청으로 인한 중복데이터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SAP 업그레이드 프로젝트 지원을 위한 권한 요청</a:t>
            </a:r>
          </a:p>
        </p:txBody>
      </p:sp>
      <p:sp>
        <p:nvSpPr>
          <p:cNvPr id="20525989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4920671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930233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5896700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74241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9531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83850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50172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8247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288997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45900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99229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186720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5197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28893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9432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03782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35760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77980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9843954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448115065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24413779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</a:p>
        </p:txBody>
      </p:sp>
      <p:sp>
        <p:nvSpPr>
          <p:cNvPr id="1900525320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1735062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51375522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터 컬럼 누락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정보 &gt; 거래처 검색 - 품질 VOC 내 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질부적합 중복 통보 삭제 요청 [ITSM-110981]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문 제거 및 (2) VOC 목록 내 종료일 추가 &amp; '등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록일' 검색 ( + 24일, 추가사항 발생 / 30일,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WAS 재기동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(3203)' / '경유(4007)' - 삭제 실패 Error 점검</a:t>
            </a:r>
            <a:br/>
          </a:p>
        </p:txBody>
      </p:sp>
      <p:sp>
        <p:nvSpPr>
          <p:cNvPr id="2016137745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882431467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580988351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230866926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878862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217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24487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7388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84393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26056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60631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44349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1340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98710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805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908707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10163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1301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77536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66623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665246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5196827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748630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01211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250348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SGIC 서울보증보험 인증서 갱신에 따른 서버작업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12443771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556631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1111987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12091731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53409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