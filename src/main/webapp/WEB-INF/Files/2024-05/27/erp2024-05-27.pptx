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3795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0169538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9919749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2415625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3519669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3868683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4455008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933991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0341009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460198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6094941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6916176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7175660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1255971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1048310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145805091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31630262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17036720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52834212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30638681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가공비 계산 신규개발 (ZPCOR2070)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수출체선시스템에서 지급전표 생성 로직 수정(ZFIR9114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수출체선시스템 전표 생성 별 로직 수정(ZFIR9124)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 휴가</a:t>
            </a:r>
          </a:p>
        </p:txBody>
      </p:sp>
      <p:sp>
        <p:nvSpPr>
          <p:cNvPr id="71662690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208387919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64419886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08139133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194858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73456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177978588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</a:p>
        </p:txBody>
      </p:sp>
      <p:sp>
        <p:nvSpPr>
          <p:cNvPr id="26445382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Vendor Master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UET- 울산에너지터미널 (구. 성운탱크터미널) VGO 재고-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민간 비축 보고 재고에서 확인</a:t>
            </a:r>
          </a:p>
        </p:txBody>
      </p:sp>
      <p:sp>
        <p:nvSpPr>
          <p:cNvPr id="143869687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9854964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25023048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Vendor Master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UET- 울산에너지터미널 (구. 성운탱크터미널) VGO 재고-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민간 비축 보고 재고에서 확인</a:t>
            </a:r>
          </a:p>
        </p:txBody>
      </p:sp>
      <p:sp>
        <p:nvSpPr>
          <p:cNvPr id="154599692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25323152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69515293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</a:p>
        </p:txBody>
      </p:sp>
      <p:sp>
        <p:nvSpPr>
          <p:cNvPr id="126762371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588272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32311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600537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07818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1454706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3595915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8388167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714300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052647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9375255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7475013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3064524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388692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3457599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6571531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624929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60449390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55979184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108539572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54968036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98336305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BW개발 시스템 오브젝트 Access Key 신규생성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'24년 5월 SAP시스템 인프라 취약점 조치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DMS서버 MaxDB 데이타파일 추가 및 AutoLog 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 삭제작업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BW개발 프로젝트 관련 Notes 반영 완료로 HANA DB SHD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Tenant 백업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기존 배치잡 삭제 및 신규설정 작업(ZPM_WO_DA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TE_GATHER 외1건)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58274150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81798789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46826002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</a:p>
        </p:txBody>
      </p:sp>
      <p:sp>
        <p:nvSpPr>
          <p:cNvPr id="17912698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9678630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941944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80847195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</a:p>
        </p:txBody>
      </p:sp>
      <p:sp>
        <p:nvSpPr>
          <p:cNvPr id="135763823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6604937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4092356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81566319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3 복습하기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4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5 공부하기</a:t>
            </a:r>
          </a:p>
        </p:txBody>
      </p:sp>
      <p:sp>
        <p:nvSpPr>
          <p:cNvPr id="105962630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</a:p>
        </p:txBody>
      </p:sp>
      <p:sp>
        <p:nvSpPr>
          <p:cNvPr id="110840077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05.23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1%</a:t>
            </a:r>
            <a:br/>
          </a:p>
        </p:txBody>
      </p:sp>
      <p:sp>
        <p:nvSpPr>
          <p:cNvPr id="113954774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6606914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815005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53172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2791523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9605557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2646415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868609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10622085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42153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1689234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004909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41450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080758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7019605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7750658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6561972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0306808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191949381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</a:p>
        </p:txBody>
      </p:sp>
      <p:sp>
        <p:nvSpPr>
          <p:cNvPr id="38647845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</a:p>
        </p:txBody>
      </p:sp>
      <p:sp>
        <p:nvSpPr>
          <p:cNvPr id="39351469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80941419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35466580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</a:p>
        </p:txBody>
      </p:sp>
      <p:sp>
        <p:nvSpPr>
          <p:cNvPr id="24973073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102886896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49359362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</a:p>
        </p:txBody>
      </p:sp>
      <p:sp>
        <p:nvSpPr>
          <p:cNvPr id="96545077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018956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40257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14729235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</a:p>
        </p:txBody>
      </p:sp>
      <p:sp>
        <p:nvSpPr>
          <p:cNvPr id="56912623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</a:t>
            </a:r>
          </a:p>
        </p:txBody>
      </p:sp>
      <p:sp>
        <p:nvSpPr>
          <p:cNvPr id="87105714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209953705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72601538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개발(oD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ata 70%)- 급여작업 지원(주택보조금 급여반영 오류 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개발(oD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ata 90%)- 급여작업 지원(주택보조금 급여반영 등)- 업무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(특근명령서 입력 오류 등)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[ITSM-111467] 주택자금대출 급여반영 데이터 수정 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[ITSM-105121] 배우자 동반 무급휴직 신청서 개발(CP EAI(3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0%))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개발(CP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EAI(70%))- 업무지원(경조금 신청시 경조코드 관련 문의 등)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퇴직자 생활안정자금 중도상환 신청 등록 지원- 변동공제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관리 사용여부에 따른 공제내역 확인</a:t>
            </a:r>
          </a:p>
        </p:txBody>
      </p:sp>
      <p:sp>
        <p:nvSpPr>
          <p:cNvPr id="179518752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4543593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55046136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19715766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9122345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4617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448792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4097572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4568693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8993882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1700015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349039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8229881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3153391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3992522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2828150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3184898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343925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7086556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2309351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75292472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102101049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40%</a:t>
            </a:r>
          </a:p>
        </p:txBody>
      </p:sp>
      <p:sp>
        <p:nvSpPr>
          <p:cNvPr id="107016389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56412383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4417039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급여명세서 문구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보훈정보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주택자금대출 급여반영 데이터 수정 요청</a:t>
            </a:r>
          </a:p>
        </p:txBody>
      </p:sp>
      <p:sp>
        <p:nvSpPr>
          <p:cNvPr id="186611405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46523467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5/22</a:t>
            </a:r>
            <a:br/>
          </a:p>
        </p:txBody>
      </p:sp>
      <p:sp>
        <p:nvSpPr>
          <p:cNvPr id="114501709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</a:p>
        </p:txBody>
      </p:sp>
      <p:sp>
        <p:nvSpPr>
          <p:cNvPr id="192851692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335345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65666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02210962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48186677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3699452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52892313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10798753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ITSM-110150e-Biz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 FNL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ITSM-111624수출신고 관련 T-CODE 에러 수정</a:t>
            </a:r>
          </a:p>
        </p:txBody>
      </p:sp>
      <p:sp>
        <p:nvSpPr>
          <p:cNvPr id="3214787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53804620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7530118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</a:p>
        </p:txBody>
      </p:sp>
      <p:sp>
        <p:nvSpPr>
          <p:cNvPr id="47058312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141640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