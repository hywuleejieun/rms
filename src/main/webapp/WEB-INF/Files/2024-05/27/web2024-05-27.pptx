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8006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1244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571642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370163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72181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6959930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67910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237344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10823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146472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7911758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832313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745586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156520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36936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92202488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9969250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ITSM-111233 유니폼 수량 제한 예외 처리 신청</a:t>
            </a:r>
          </a:p>
        </p:txBody>
      </p:sp>
      <p:sp>
        <p:nvSpPr>
          <p:cNvPr id="169971894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895710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37678075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ITSM-111477 ISIMS DB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ITSM-111485 법인카드 CCS 담당자 정보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ITSM-111233 유니폼 수량 제한 예외 처리 신청</a:t>
            </a:r>
          </a:p>
        </p:txBody>
      </p:sp>
      <p:sp>
        <p:nvSpPr>
          <p:cNvPr id="92978072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79728141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172536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141254104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89718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63797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43391891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21474290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189423381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9385686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9007140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52851375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7757669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84419216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88776672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162666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6508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908540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108058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539218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268092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0097924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120262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433753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41239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089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9929603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98933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2709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528138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4808366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28343361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12879281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유니폼 수량 제한 예외 처리 신청</a:t>
            </a:r>
          </a:p>
        </p:txBody>
      </p:sp>
      <p:sp>
        <p:nvSpPr>
          <p:cNvPr id="151581828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768865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4850235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유니폼 수량 제한 예외 처리 신청</a:t>
            </a:r>
          </a:p>
        </p:txBody>
      </p:sp>
      <p:sp>
        <p:nvSpPr>
          <p:cNvPr id="89557728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5918923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</a:p>
        </p:txBody>
      </p:sp>
      <p:sp>
        <p:nvSpPr>
          <p:cNvPr id="601891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117619303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38897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84793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47531066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126931293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59928564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8627326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55288624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ITSM-111464 요청정보 작성ITSM-111502 상태변경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스크립트 추가ITSM-111583 데이터 작업서 삭제ITSM-1114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44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ITSM-111437 서비스요청서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ITSM-94689 견적서 삭제ITSM-107346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mobile 설치지원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ITSM-111796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android push updata 로 인한 소스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ITSM-105121 요청자 변경</a:t>
            </a:r>
          </a:p>
        </p:txBody>
      </p:sp>
      <p:sp>
        <p:nvSpPr>
          <p:cNvPr id="145545693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93781703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91422574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3203617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094960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7426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04755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6596779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710381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5204539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318707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752152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50450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5429359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93807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237776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63212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377987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34209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1232576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903211963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</a:p>
        </p:txBody>
      </p:sp>
      <p:sp>
        <p:nvSpPr>
          <p:cNvPr id="1049232838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</a:p>
        </p:txBody>
      </p:sp>
      <p:sp>
        <p:nvSpPr>
          <p:cNvPr id="1669650567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14681888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778149311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새벽 에러 확인 및  녹화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'구매관리팀-구매송장처리업무' 작업 SAP 로그인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에러 -&gt; 담당자 변경 확인 Credential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외화입금전문' 작업 개선방향 및 프로세스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SAP 입력 방지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로직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'구매자금 추심' 작업 에러 확인 및 일부수정,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'소방대원 편성'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담당자 요청으로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인한 수기 승인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외화입금전문' 작업 OCR 개선 테스트 및 현 상황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논의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'분기별 나프타 수입부과금' 작업 수행 및 오류확인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재수행</a:t>
            </a:r>
          </a:p>
        </p:txBody>
      </p:sp>
      <p:sp>
        <p:nvSpPr>
          <p:cNvPr id="1084950912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95330802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516714065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013093458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4296919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32653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889272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5546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232601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400586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9485724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338087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75391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750702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500344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24274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43002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3245002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6581792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269452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0442673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61264109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3482045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1447864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04695616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6954927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87709460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59227067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696557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61418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6132821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br/>
            <a:br/>
            <a:br/>
          </a:p>
        </p:txBody>
      </p:sp>
      <p:sp>
        <p:nvSpPr>
          <p:cNvPr id="1807836010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br/>
            <a:br/>
            <a:br/>
            <a:br/>
          </a:p>
        </p:txBody>
      </p:sp>
      <p:sp>
        <p:nvSpPr>
          <p:cNvPr id="491428335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[OSPM] 편의성 수정 -&gt; 메뉴(작업완료관리)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(최소 기안 후 기안자만 전결근거 수정 가능하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도록 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풋살장 신청서 -수정사항-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1. 풋살장 신청서 -&gt; 연락처 삭제(개인정보라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 안된다고함), 사용일자체크 + 사용예약내역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리스트 + 동의서 변경 + 메일내용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2. 공통 -&gt; 메일발송 시점을 첫 결재자가 결재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할 경우 발송 + 김혜숙책임님한테도 추가발송</a:t>
            </a:r>
            <a:br/>
          </a:p>
        </p:txBody>
      </p:sp>
      <p:sp>
        <p:nvSpPr>
          <p:cNvPr id="1040303452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641763532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1565742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[OSPM] 편의성 수정 -&gt; 메뉴(작업완료관리)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프론트 화면 정리중(한글)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TSM-110729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CP 결재 새문서 ［마곡］ 탭 생성 및 신청서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요청 (작업완료 -&gt; 테스트 요청 드림)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ITSM-111637, ITSM-111653, ITSM-111652,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ITSM-110729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ITSM-111674, ITSM-111684, ITSM-111693,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ITSM-111718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ITSM-111773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ITSM-111815, ITSM-111813, ITSM-111811</a:t>
            </a:r>
            <a:br/>
          </a:p>
        </p:txBody>
      </p:sp>
      <p:sp>
        <p:nvSpPr>
          <p:cNvPr id="1219347356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2016859376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128309768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334880025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0470484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5257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40619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16888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6630173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566114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92035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50759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35181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74372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871706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133718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62667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4994888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9746672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90613723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542428514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57263935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</a:p>
        </p:txBody>
      </p:sp>
      <p:sp>
        <p:nvSpPr>
          <p:cNvPr id="1736041317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00637602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31509859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교육훈련신청서[공정안전보고서 작성 및 평가] 사업자번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호 오류 확인 및 변경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교육훈련신청서(API 510 자격 시험,5001-차승호), 교육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출장비신청서( ASME Sec. VIII Div.1 실무 교육,5133-김병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수)  전표번호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멘토링 및 ODA/TDA신청서 전표생성시 작업시간 초과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확인 및  생성된 전표번호 확인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VMS (BN3500 Series) 및 Vibration Monitoring 관련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교육	, 근태 중복 오류 확인 및 재처리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연계 오류 확인 및 삭제 요청(2024년 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장 단기 MBA 과정-정승문 책임)</a:t>
            </a:r>
          </a:p>
        </p:txBody>
      </p:sp>
      <p:sp>
        <p:nvSpPr>
          <p:cNvPr id="1087500762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746616430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210790307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561322066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2142215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7088021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299759878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153889651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(업무 프로세스 및 인터페이스 관련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원)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</a:p>
        </p:txBody>
      </p:sp>
      <p:sp>
        <p:nvSpPr>
          <p:cNvPr id="32654886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656625378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51356403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회수 ERP 연계 데이터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강남지사 기회수 상품권 조치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담당자 미팅 (업무 프로세스 및 인터페이스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관련 지원)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할당 불가 품목 조치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(품질관리창고) 자재 마스터 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인터페이스 정의서 최신화</a:t>
            </a:r>
          </a:p>
        </p:txBody>
      </p:sp>
      <p:sp>
        <p:nvSpPr>
          <p:cNvPr id="1607912564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275491038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911517666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</a:p>
        </p:txBody>
      </p:sp>
      <p:sp>
        <p:nvSpPr>
          <p:cNvPr id="453163389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8792453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321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4327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28893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2131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62154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8268896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763648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6986626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267305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7425376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2562450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596205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735738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465546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79808635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631478182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</a:p>
        </p:txBody>
      </p:sp>
      <p:sp>
        <p:nvSpPr>
          <p:cNvPr id="248532475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ITSM-109350 PRM 품질성적서 제공 시스템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보완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수정('중복 및 광고') 및 삭제 시, 서버 Error 발생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</a:p>
        </p:txBody>
      </p:sp>
      <p:sp>
        <p:nvSpPr>
          <p:cNvPr id="595521129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97730421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0715445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 관리 &gt; 저유소 재고 현황 Search time out 현상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(추가 발생 시, 쿼리 성능 향상 고려)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ITSM-109350 PRM 품질성적서 제공 시스템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보완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ISMS(P) 인증심사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HMP &gt; VOC 시스템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HMP 접수 '이메일' 누락으로 인한 불만 접수 건 점검 (HM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P-CRM-VOC)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PRM_ETL (대외문서) Error 점검 ( * Column 사이즈 이슈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이나, 미사용 항목으로 사유 확인 후 종료)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수정('중복 및 광고') 및 삭제 시, 서버 Error 발생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[VDI] 신규 발급 VDI 내 개발환경 세팅 (LOPAS/VOC/PRM) (로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컬 D 드라이브로 변경)</a:t>
            </a:r>
          </a:p>
        </p:txBody>
      </p:sp>
      <p:sp>
        <p:nvSpPr>
          <p:cNvPr id="263015336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542775186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841611056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</a:p>
        </p:txBody>
      </p:sp>
      <p:sp>
        <p:nvSpPr>
          <p:cNvPr id="1112161049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8977395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1096939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641120727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901238011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모니터링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(CHARM) Check 항목 추가</a:t>
            </a:r>
            <a:br/>
          </a:p>
        </p:txBody>
      </p:sp>
      <p:sp>
        <p:nvSpPr>
          <p:cNvPr id="1828066030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28976262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129134320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모니터링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VDI전환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(CHARM) Check 항목 추가</a:t>
            </a:r>
            <a:br/>
          </a:p>
        </p:txBody>
      </p:sp>
      <p:sp>
        <p:nvSpPr>
          <p:cNvPr id="1966328258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697222376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1531682969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703593602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6748328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