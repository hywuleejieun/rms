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952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59252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67450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25238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549740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084779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41114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34594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93788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564526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2229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98873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827966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01598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45216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7104936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21192512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</a:p>
        </p:txBody>
      </p:sp>
      <p:sp>
        <p:nvSpPr>
          <p:cNvPr id="206014750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733015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088280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ITSM-110888 RSS적용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ITSM-110910 직영주유소 카드매출 전송 오류 수정</a:t>
            </a:r>
          </a:p>
        </p:txBody>
      </p:sp>
      <p:sp>
        <p:nvSpPr>
          <p:cNvPr id="9655185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319057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773554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6516072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844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20972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90244564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213969450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</a:p>
        </p:txBody>
      </p:sp>
      <p:sp>
        <p:nvSpPr>
          <p:cNvPr id="182984902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1029363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6475672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</a:p>
        </p:txBody>
      </p:sp>
      <p:sp>
        <p:nvSpPr>
          <p:cNvPr id="7655437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569036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7037228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6488737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68584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7318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90812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4845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74472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28450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219110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85406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27183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10889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22285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26569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09500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1072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80250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942687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4861724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6464215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중처법대상여부 컬럼 및 Dataset 보완</a:t>
            </a:r>
            <a:br/>
          </a:p>
        </p:txBody>
      </p:sp>
      <p:sp>
        <p:nvSpPr>
          <p:cNvPr id="17415848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991499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48071380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중처법대상여부 컬럼 및 Dataset 보완</a:t>
            </a:r>
            <a:br/>
          </a:p>
        </p:txBody>
      </p:sp>
      <p:sp>
        <p:nvSpPr>
          <p:cNvPr id="11196759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445684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5071997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122678836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39582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91774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63407432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3790134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0959149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480610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226283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변경ITSM-110734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계정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변경ITSM-111208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ITSM-110933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전자결재 이미지 스크롤 오류 문의 및 UIWebView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→ WKWebView 변경 테스트 및 UI 수정 테스트</a:t>
            </a:r>
          </a:p>
        </p:txBody>
      </p:sp>
      <p:sp>
        <p:nvSpPr>
          <p:cNvPr id="18471505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03522331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1168502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34022658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164573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3685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15809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58766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51104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021717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951450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26689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529148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5045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42147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63064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93222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2955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90922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692535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25211560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929666015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Test 및 A360 Migration</a:t>
            </a:r>
            <a:br/>
          </a:p>
        </p:txBody>
      </p:sp>
      <p:sp>
        <p:nvSpPr>
          <p:cNvPr id="681377952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15342115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010982852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엑셀 오류로 인한 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벽작업 오류 확인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엑셀 미생성 확인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재부팅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담당자 확인 요청으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 인한 로그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OCR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Update 및 재운영을 위한 협의 및 자료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작업PC ODBC 및 OCR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SAP 입력 데이터 매핑 및 추출 과정 프로세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 생성 및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해당 작업 운영 서버 시현 및 녹화 영상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- 2년전 데이터 및 현재 데이터, RPA결과물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RPA로 구현되어있는 로직 중 RPA에서 쳐내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 SAP으로 전환할 부분 선별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'생산조정팀-전표처리'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</a:p>
        </p:txBody>
      </p:sp>
      <p:sp>
        <p:nvSpPr>
          <p:cNvPr id="644245573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723790377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914326619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813498581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575314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8445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27000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7991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430931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20599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254080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66097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28682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61559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62609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07489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14939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65822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853200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57202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20764251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9794556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379638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125315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4367629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6609277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67933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19091522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457447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7101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5111585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</a:p>
        </p:txBody>
      </p:sp>
      <p:sp>
        <p:nvSpPr>
          <p:cNvPr id="1274300487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</a:p>
        </p:txBody>
      </p:sp>
      <p:sp>
        <p:nvSpPr>
          <p:cNvPr id="1009842621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CP 결재 새문서 ［마곡］ 탭 생성 및 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요청</a:t>
            </a:r>
            <a:br/>
          </a:p>
        </p:txBody>
      </p:sp>
      <p:sp>
        <p:nvSpPr>
          <p:cNvPr id="1461620390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05283145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79163448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CP 결재 새문서 ［마곡］ 탭 생성 및 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요청 (작업완료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ITSM-111039, ITSM-111033, ITSM-111103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협조문(A83-24-0022)에 기안지(A83-24-0039)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첨부결재문서로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ITSM-111131, ITSM-111144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메일로 요청옴 -&gt; 자산위치부서변경 삭제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내역 복원(ITSM-110700)</a:t>
            </a:r>
            <a:br/>
          </a:p>
        </p:txBody>
      </p:sp>
      <p:sp>
        <p:nvSpPr>
          <p:cNvPr id="107658647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675868916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666424521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955076831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1130504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621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70291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181978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49754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629893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48396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42199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913660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07871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19784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633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35948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21721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497051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19826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5088300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730422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2845869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286624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1027797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[ERM 시스템] ERM sub committee 회의록 등록 관련 개최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회차 팝업 미출력 확인 및 대처방안 확인, 오류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행동평가대상 알림메일 발송건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ITSM-111240탈황3팀 김용환 주임(5320) ERS 부서지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침서 폴더 관리를 위한 관리자 권한 부여 요청</a:t>
            </a:r>
          </a:p>
        </p:txBody>
      </p:sp>
      <p:sp>
        <p:nvSpPr>
          <p:cNvPr id="4763431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</a:p>
        </p:txBody>
      </p:sp>
      <p:sp>
        <p:nvSpPr>
          <p:cNvPr id="10683705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5697292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34384610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09431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95295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651460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3085121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</a:p>
        </p:txBody>
      </p:sp>
      <p:sp>
        <p:nvSpPr>
          <p:cNvPr id="6015235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9310214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969591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상품권판매현황 ERP 연계된 데이터 취소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공구실 업무관련(대분류명 수정건)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PO : 4501187782 적치확정 데이터 취소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현재 기준 시나리오별 주관, 실무 담당자 리스트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추출</a:t>
            </a:r>
          </a:p>
        </p:txBody>
      </p:sp>
      <p:sp>
        <p:nvSpPr>
          <p:cNvPr id="21359863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397620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63324895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58867868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27638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138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85611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8217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760910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881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526802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520052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64155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55227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15811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51872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92433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79364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85499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002803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2508726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7485266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(CRM 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협의 필요)</a:t>
            </a:r>
          </a:p>
        </p:txBody>
      </p:sp>
      <p:sp>
        <p:nvSpPr>
          <p:cNvPr id="152852386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703047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03142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(CRM 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V240508-0000001-1 '완료승인요청' 상태 및 처리 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견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증적요청 자료 작성 (w. 강길제 과장님)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거래처코드(2017312) 내 담당자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접속기록 정기점검 (4월)</a:t>
            </a:r>
          </a:p>
        </p:txBody>
      </p:sp>
      <p:sp>
        <p:nvSpPr>
          <p:cNvPr id="3206354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3254142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6724308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17765301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33517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01903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6222813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15004546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2372237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2584028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818296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3560718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082463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5090860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577988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96304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