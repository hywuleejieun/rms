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  <p:sldId id="2562" r:id="rId2"/>
    <p:sldId id="2563" r:id="rId3"/>
    <p:sldId id="2564" r:id="rId4"/>
  </p:sldIdLst>
  <p:sldSz cx="10160000" cy="7429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990571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8749757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046128189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071270882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79055603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267181880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573532256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39330878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0263961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084060389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288176036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71519509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139583683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420176268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492108701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br/>
          </a:p>
        </p:txBody>
      </p:sp>
      <p:sp>
        <p:nvSpPr>
          <p:cNvPr id="1579303233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br/>
          </a:p>
        </p:txBody>
      </p:sp>
      <p:sp>
        <p:nvSpPr>
          <p:cNvPr id="440862506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구분회계기준 비용의 1차원가요소 data 산출 프로그램 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성 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[CO] PP 제조원가 검증 프로그램 개발(ZPCOR2050~ZPC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OR2090)</a:t>
            </a:r>
          </a:p>
        </p:txBody>
      </p:sp>
      <p:sp>
        <p:nvSpPr>
          <p:cNvPr id="2144908709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1505580270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366554833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PP 제조원가 검증용 기초정보 업로드 및 유지보수 생성(Z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PCOR2060)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[TR] 법인카드 WBS 마스터 CCS 전송 추가수정(ZCOT9040)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월별 PP 생산오더 액티비티 작업시간 생성(ZPCOR2050)</a:t>
            </a:r>
          </a:p>
        </p:txBody>
      </p:sp>
      <p:sp>
        <p:nvSpPr>
          <p:cNvPr id="931468567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</a:p>
        </p:txBody>
      </p:sp>
      <p:sp>
        <p:nvSpPr>
          <p:cNvPr id="223013855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</a:p>
        </p:txBody>
      </p:sp>
      <p:sp>
        <p:nvSpPr>
          <p:cNvPr id="1046729916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</a:p>
        </p:txBody>
      </p:sp>
      <p:sp>
        <p:nvSpPr>
          <p:cNvPr id="1653660167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99402479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61409415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</a:p>
        </p:txBody>
      </p:sp>
      <p:sp>
        <p:nvSpPr>
          <p:cNvPr id="126527714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</a:p>
        </p:txBody>
      </p:sp>
      <p:sp>
        <p:nvSpPr>
          <p:cNvPr id="1663965942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원유 구입 물품대 및 선박 관련 비용문서 Report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ERP와 e-Pro간 입고/납품완료 불일치 점검 및 모니터링 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포트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산업안전보건관리비 관련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ZLBR2050에서 구매발주 삭제 시 오류 수정 요청</a:t>
            </a:r>
          </a:p>
        </p:txBody>
      </p:sp>
      <p:sp>
        <p:nvSpPr>
          <p:cNvPr id="206875986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1233769001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462859842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원유 구입 물품대 및 선박 관련 비용문서 Report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ERP와 e-Pro간 입고/납품완료 불일치 점검 및 모니터링 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포트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산업안전보건관리비 관련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ZLBR2050에서 구매발주 삭제 시 오류 수정 요청</a:t>
            </a:r>
          </a:p>
        </p:txBody>
      </p:sp>
      <p:sp>
        <p:nvSpPr>
          <p:cNvPr id="142405228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</a:p>
        </p:txBody>
      </p:sp>
      <p:sp>
        <p:nvSpPr>
          <p:cNvPr id="560725004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</a:p>
        </p:txBody>
      </p:sp>
      <p:sp>
        <p:nvSpPr>
          <p:cNvPr id="645163666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</a:p>
        </p:txBody>
      </p:sp>
      <p:sp>
        <p:nvSpPr>
          <p:cNvPr id="146678944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42648405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686014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79094371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701632630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996666514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85699097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556504700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601879800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34823075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21724328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52316212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319704615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40284012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17142635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064640658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958099323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05/20</a:t>
            </a:r>
            <a:br/>
          </a:p>
        </p:txBody>
      </p:sp>
      <p:sp>
        <p:nvSpPr>
          <p:cNvPr id="238140155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05/14</a:t>
            </a:r>
            <a:br/>
          </a:p>
        </p:txBody>
      </p:sp>
      <p:sp>
        <p:nvSpPr>
          <p:cNvPr id="141421659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</a:p>
        </p:txBody>
      </p:sp>
      <p:sp>
        <p:nvSpPr>
          <p:cNvPr id="51237182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2080958569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2137875313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 마감업무 지원작업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ERP개발 QCI C프로그램 컴파일 작업 관련 업무지원(삼성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SDS)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BW운영 백업 공간 부족에 따른 BACKUP CATALOG 삭제작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고도화 프로젝트 BC관련  업무지원 (삼성SDS)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ERP운영(DB+CI) DB데이터 저장공간 확보를 위한 File 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ystem 증설 관련 정리 및 전달</a:t>
            </a:r>
          </a:p>
        </p:txBody>
      </p:sp>
      <p:sp>
        <p:nvSpPr>
          <p:cNvPr id="402999283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br/>
          </a:p>
        </p:txBody>
      </p:sp>
      <p:sp>
        <p:nvSpPr>
          <p:cNvPr id="1461924107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br/>
          </a:p>
        </p:txBody>
      </p:sp>
      <p:sp>
        <p:nvSpPr>
          <p:cNvPr id="1817432102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br/>
          </a:p>
        </p:txBody>
      </p:sp>
      <p:sp>
        <p:nvSpPr>
          <p:cNvPr id="2024882230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45297164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1555753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</a:p>
        </p:txBody>
      </p:sp>
      <p:sp>
        <p:nvSpPr>
          <p:cNvPr id="1996243828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05/13</a:t>
            </a:r>
            <a:br/>
          </a:p>
        </p:txBody>
      </p:sp>
      <p:sp>
        <p:nvSpPr>
          <p:cNvPr id="71179629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</a:t>
            </a:r>
          </a:p>
        </p:txBody>
      </p:sp>
      <p:sp>
        <p:nvSpPr>
          <p:cNvPr id="55590460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1692553798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1880181325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Do it! 자바 완전 정복:19장 공부하기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쉽게 배우는 JSP 웹프로그래밍:CH 1 공부하기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쉽게 배우는 JSP 웹프로그래밍:CH 2 공부하기</a:t>
            </a:r>
          </a:p>
        </p:txBody>
      </p:sp>
      <p:sp>
        <p:nvSpPr>
          <p:cNvPr id="78705751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</a:p>
        </p:txBody>
      </p:sp>
      <p:sp>
        <p:nvSpPr>
          <p:cNvPr id="110336803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</a:p>
        </p:txBody>
      </p:sp>
      <p:sp>
        <p:nvSpPr>
          <p:cNvPr id="1880459733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</a:p>
        </p:txBody>
      </p:sp>
      <p:sp>
        <p:nvSpPr>
          <p:cNvPr id="170718904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5040230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324065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40742120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580829083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174982823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050036078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564931597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989754308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989428824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050347731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976836060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91301954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59157298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9155265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972619596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041371780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</a:p>
        </p:txBody>
      </p:sp>
      <p:sp>
        <p:nvSpPr>
          <p:cNvPr id="807897355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br/>
          </a:p>
        </p:txBody>
      </p:sp>
      <p:sp>
        <p:nvSpPr>
          <p:cNvPr id="313365543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SHBE 대상 일반용역 사후평가표 수정 요청* 발주 생성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기성보고서 전송 RFC 함수 로직 추가</a:t>
            </a:r>
          </a:p>
        </p:txBody>
      </p:sp>
      <p:sp>
        <p:nvSpPr>
          <p:cNvPr id="2032137879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1724407244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1781264335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SHBE 대상 일반용역 사후평가표 수정 요청* 발주 생성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기성보고서 전송 RFC 함수 로직 추가</a:t>
            </a:r>
          </a:p>
        </p:txBody>
      </p:sp>
      <p:sp>
        <p:nvSpPr>
          <p:cNvPr id="349786625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</a:p>
        </p:txBody>
      </p:sp>
      <p:sp>
        <p:nvSpPr>
          <p:cNvPr id="309638467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</a:p>
        </p:txBody>
      </p:sp>
      <p:sp>
        <p:nvSpPr>
          <p:cNvPr id="913747196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br/>
          </a:p>
        </p:txBody>
      </p:sp>
      <p:sp>
        <p:nvSpPr>
          <p:cNvPr id="60188778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60374083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85205517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</a:p>
        </p:txBody>
      </p:sp>
      <p:sp>
        <p:nvSpPr>
          <p:cNvPr id="1778013168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05/13</a:t>
            </a:r>
            <a:br/>
          </a:p>
        </p:txBody>
      </p:sp>
      <p:sp>
        <p:nvSpPr>
          <p:cNvPr id="1495249821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[ITSM-105121] 배우자 동반 무급휴직 신청서 개발</a:t>
            </a:r>
          </a:p>
        </p:txBody>
      </p:sp>
      <p:sp>
        <p:nvSpPr>
          <p:cNvPr id="252874894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625482266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513194128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[ITSM-111041] SF 제공 매니저 정보 취득로직 수정(파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트조직일 경우 상위 팀리더로 변경)- 인사정보요청 개발문서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[ITSM-103122] 휴가사용조회(HCM)의 종류별 휴가 표기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- [ITSM-111144] 결재문서 내 담당부서 결재선 변경- [ITSM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-111160] 특근확인서 휴게시간 및 특근시간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주택자금/생활안정자금 반려시 메일발송 적용 검토- 조직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변경관련 문의 외 </a:t>
            </a:r>
          </a:p>
        </p:txBody>
      </p:sp>
      <p:sp>
        <p:nvSpPr>
          <p:cNvPr id="984703876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05/08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05/09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br/>
          </a:p>
        </p:txBody>
      </p:sp>
      <p:sp>
        <p:nvSpPr>
          <p:cNvPr id="565969596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05/08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05/09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br/>
          </a:p>
        </p:txBody>
      </p:sp>
      <p:sp>
        <p:nvSpPr>
          <p:cNvPr id="1153520731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05/08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05/09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br/>
          </a:p>
        </p:txBody>
      </p:sp>
      <p:sp>
        <p:nvSpPr>
          <p:cNvPr id="1865950827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87856715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497281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65342703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143553238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20720120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083222866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652203321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04594112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853891982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227250921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94137577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09269347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3502043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757595153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946688646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466313051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</a:p>
        </p:txBody>
      </p:sp>
      <p:sp>
        <p:nvSpPr>
          <p:cNvPr id="1215045928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05/09</a:t>
            </a:r>
            <a:br/>
          </a:p>
        </p:txBody>
      </p:sp>
      <p:sp>
        <p:nvSpPr>
          <p:cNvPr id="920683642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생산직 주간과장 직책수당 관련 요청 95%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근로시간단축 신청서의 근태 반영 요청 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DC 퇴직연금 계산 관련 20%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근태기록부 확인자 조직&amp; Unit 반영 자동 생성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출장명령서/출장비신청서의 출장기간 표기 추가 80%</a:t>
            </a:r>
          </a:p>
        </p:txBody>
      </p:sp>
      <p:sp>
        <p:nvSpPr>
          <p:cNvPr id="1682639170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633053975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209167337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학자금 및 영유아 보육지원 신청관리 일부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 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DC 퇴직연금 계산 관련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근태기록부 확인자 조직&amp; Unit 반영 자동 생성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출장명령서/출장비신청서의 출장기간 표기 추가</a:t>
            </a:r>
          </a:p>
        </p:txBody>
      </p:sp>
      <p:sp>
        <p:nvSpPr>
          <p:cNvPr id="1040590153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</a:p>
        </p:txBody>
      </p:sp>
      <p:sp>
        <p:nvSpPr>
          <p:cNvPr id="45824722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5/3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5/9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</a:p>
        </p:txBody>
      </p:sp>
      <p:sp>
        <p:nvSpPr>
          <p:cNvPr id="2061537929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05/09</a:t>
            </a:r>
            <a:br/>
          </a:p>
        </p:txBody>
      </p:sp>
      <p:sp>
        <p:nvSpPr>
          <p:cNvPr id="1270423255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50965380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31405167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</a:p>
        </p:txBody>
      </p:sp>
      <p:sp>
        <p:nvSpPr>
          <p:cNvPr id="1638282441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br/>
          </a:p>
        </p:txBody>
      </p:sp>
      <p:sp>
        <p:nvSpPr>
          <p:cNvPr id="1651167628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ITSM-107407자영대리점 거래처 관리업무 간소화 추진(1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ITSM-110195ZSDR 9301 승인시 반복적인 사번 및 비밀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번호 재입력 생략 요청</a:t>
            </a:r>
          </a:p>
        </p:txBody>
      </p:sp>
      <p:sp>
        <p:nvSpPr>
          <p:cNvPr id="1959957811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265166119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1604214891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ITSM-107407자영대리점 거래처 관리업무 간소화 추진(1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ITSM-110195ZSDR 9301 승인시 반복적인 사번 및 비밀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번호 재입력 생략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ITSM-110150e-Biz 납품보류 해제기능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ITSM-109418자가수송 실거리 내용 입력/수정 시 조회 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용 수정</a:t>
            </a:r>
          </a:p>
        </p:txBody>
      </p:sp>
      <p:sp>
        <p:nvSpPr>
          <p:cNvPr id="1808546981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</a:p>
        </p:txBody>
      </p:sp>
      <p:sp>
        <p:nvSpPr>
          <p:cNvPr id="190273506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</a:p>
        </p:txBody>
      </p:sp>
      <p:sp>
        <p:nvSpPr>
          <p:cNvPr id="1947161738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05/01</a:t>
            </a:r>
            <a:br/>
            <a:br/>
          </a:p>
        </p:txBody>
      </p:sp>
      <p:sp>
        <p:nvSpPr>
          <p:cNvPr id="1480523608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86076654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