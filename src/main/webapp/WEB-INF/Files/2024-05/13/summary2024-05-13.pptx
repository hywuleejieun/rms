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599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89969112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395786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050039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68073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33675110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110903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96123872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3860395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701182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63062720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62237030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07152215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10908951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01774291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04906055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4792653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9893367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9862724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977922716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649081237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006996326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0862672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5120086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8365148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8540471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5364710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2061977099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1974390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83529766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7768845" name="Frame"/>
          <p:cNvSpPr>
            <a:spLocks noGrp="1"/>
          </p:cNvSpPr>
          <p:nvPr/>
        </p:nvSpPr>
        <p:spPr>
          <a:xfrm>
            <a:off x="101600" y="26797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54835256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6674899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66456673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80768753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9321048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011967632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78848926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19128510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2206477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ERP와 e-Pro간 입고/납품완료 불일치 점검 및 모니터링 리포트 개발 요청</a:t>
            </a:r>
          </a:p>
        </p:txBody>
      </p:sp>
      <p:sp>
        <p:nvSpPr>
          <p:cNvPr id="1032770080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70627563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1924176748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6498719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2630957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8508966" name="Frame"/>
          <p:cNvSpPr>
            <a:spLocks noGrp="1"/>
          </p:cNvSpPr>
          <p:nvPr/>
        </p:nvSpPr>
        <p:spPr>
          <a:xfrm>
            <a:off x="165100" y="33020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84379492" name="Text">
    </p:cNvPr>
          <p:cNvSpPr>
            <a:spLocks noGrp="1"/>
          </p:cNvSpPr>
          <p:nvPr/>
        </p:nvSpPr>
        <p:spPr>
          <a:xfrm rot="0">
            <a:off x="165100" y="33020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26724964" name="Text">
    </p:cNvPr>
          <p:cNvSpPr>
            <a:spLocks noGrp="1"/>
          </p:cNvSpPr>
          <p:nvPr/>
        </p:nvSpPr>
        <p:spPr>
          <a:xfrm rot="0">
            <a:off x="965200" y="33782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 *발주 생성 및 기성보고서 전송 RFC 함수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로직 추가</a:t>
            </a:r>
          </a:p>
        </p:txBody>
      </p:sp>
      <p:sp>
        <p:nvSpPr>
          <p:cNvPr id="1509619646" name="Text">
    </p:cNvPr>
          <p:cNvSpPr>
            <a:spLocks noGrp="1"/>
          </p:cNvSpPr>
          <p:nvPr/>
        </p:nvSpPr>
        <p:spPr>
          <a:xfrm rot="0">
            <a:off x="7239000" y="33782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40247808" name="Text">
    </p:cNvPr>
          <p:cNvSpPr>
            <a:spLocks noGrp="1"/>
          </p:cNvSpPr>
          <p:nvPr/>
        </p:nvSpPr>
        <p:spPr>
          <a:xfrm rot="0">
            <a:off x="5549900" y="33782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136371637" name="Text">
    </p:cNvPr>
          <p:cNvSpPr>
            <a:spLocks noGrp="1"/>
          </p:cNvSpPr>
          <p:nvPr/>
        </p:nvSpPr>
        <p:spPr>
          <a:xfrm rot="0">
            <a:off x="901700" y="33020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9032202" name="Text">
    </p:cNvPr>
          <p:cNvSpPr>
            <a:spLocks noGrp="1"/>
          </p:cNvSpPr>
          <p:nvPr/>
        </p:nvSpPr>
        <p:spPr>
          <a:xfrm rot="0">
            <a:off x="6121400" y="33020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3748074" name="Text">
    </p:cNvPr>
          <p:cNvSpPr>
            <a:spLocks noGrp="1"/>
          </p:cNvSpPr>
          <p:nvPr/>
        </p:nvSpPr>
        <p:spPr>
          <a:xfrm rot="0">
            <a:off x="5549900" y="33020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4743463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38507568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49840743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40564272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ITSM-110910 직영주유소 카드매출 전송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'생산조정팀-전표처리'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행동평가대상 알림메일 발송건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ISMS(P) 증적요청 자료 작성</a:t>
            </a:r>
          </a:p>
        </p:txBody>
      </p:sp>
      <p:sp>
        <p:nvSpPr>
          <p:cNvPr id="488741675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97068610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62056870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</a:p>
        </p:txBody>
      </p:sp>
      <p:sp>
        <p:nvSpPr>
          <p:cNvPr id="20177233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4385567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6618794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1574220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0191480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44730141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07618348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제조원가 검증용 기초정보 업로드 및 유지보수 생성(ZPCOR2060)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WBS 마스터 CCS 전송 추가수정(ZCOT9040)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ZSDR9301 승인시 반복적인 사번 및 비밀번호 재입력 생략 요청</a:t>
            </a:r>
          </a:p>
        </p:txBody>
      </p:sp>
      <p:sp>
        <p:nvSpPr>
          <p:cNvPr id="1787851460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06950050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43961205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</a:p>
        </p:txBody>
      </p:sp>
      <p:sp>
        <p:nvSpPr>
          <p:cNvPr id="694857613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523190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3286788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5515742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