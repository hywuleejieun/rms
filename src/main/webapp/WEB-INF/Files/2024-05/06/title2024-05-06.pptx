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[2024.04.30 ~ 2024.05.06]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5월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