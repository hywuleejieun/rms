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6116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08399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598615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481879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298711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557765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65935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30877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6016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79598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891867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16213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52905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272204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593731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3647526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9769198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7919260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293675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228308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 요청번호 채번로직 수정(ZFIR9057)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추가 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제조원가 검증용-PP 생산오더 기초정보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(ZPCOR2060)</a:t>
            </a:r>
          </a:p>
        </p:txBody>
      </p:sp>
      <p:sp>
        <p:nvSpPr>
          <p:cNvPr id="82895082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7927517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30059670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</a:p>
        </p:txBody>
      </p:sp>
      <p:sp>
        <p:nvSpPr>
          <p:cNvPr id="7534772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08952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74829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86242442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44901574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18975917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460861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2956219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자재번호 신규생성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기성보고서(문서번호 AK1-24-0006) 결재월 변경의 건</a:t>
            </a:r>
          </a:p>
        </p:txBody>
      </p:sp>
      <p:sp>
        <p:nvSpPr>
          <p:cNvPr id="2820877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92178417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7892876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6557829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540900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2929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73239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78682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14034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199863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659987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478696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35925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31311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470917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534115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2724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07929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50241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46289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12907832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</a:p>
        </p:txBody>
      </p:sp>
      <p:sp>
        <p:nvSpPr>
          <p:cNvPr id="11190972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89627036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595216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320940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astm 환산 프로그램 QCI 관련 파일들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위치 확인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Batch Job 신규설정 및 등록작업(인포타입로그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메일발송)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 (삼성SDS)</a:t>
            </a:r>
          </a:p>
        </p:txBody>
      </p:sp>
      <p:sp>
        <p:nvSpPr>
          <p:cNvPr id="1905328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9059931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5398747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30377682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18398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53125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0777110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1393515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760113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6804204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0834677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정복:17장 복습하기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정복:18장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정복:19장 공부하기</a:t>
            </a:r>
          </a:p>
        </p:txBody>
      </p:sp>
      <p:sp>
        <p:nvSpPr>
          <p:cNvPr id="6350394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6948734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127959950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</a:p>
        </p:txBody>
      </p:sp>
      <p:sp>
        <p:nvSpPr>
          <p:cNvPr id="20263872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06014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4379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66653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47210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96749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31038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93065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31696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86289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10979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93601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990679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13488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69696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714934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84754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6200387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20742931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9208584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968405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664006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SAP→e-Pro PR 전송 시 구매그룹 지정 건* ZEPR1020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매그룹 지정 로직 변경 </a:t>
            </a:r>
          </a:p>
        </p:txBody>
      </p:sp>
      <p:sp>
        <p:nvSpPr>
          <p:cNvPr id="69035847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017640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</a:p>
        </p:txBody>
      </p:sp>
      <p:sp>
        <p:nvSpPr>
          <p:cNvPr id="19298405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7033632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86340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20088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92705340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17457093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인사정보 요청서 개발요건 재정의</a:t>
            </a:r>
          </a:p>
        </p:txBody>
      </p:sp>
      <p:sp>
        <p:nvSpPr>
          <p:cNvPr id="169091147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33785487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8715693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[ITSM-110848] 보직변경 발령시, 내부파견조직 DELI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MIT 처리- [ITSM-110750] SAP HCM alert 조회화면 개발(화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면개발 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[ITSM-110750] SAP HCM alert 조회화면 개발 및 oDa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[ITSM-110750] SAP HCM alert 조회화면 개발 건,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영반영 및 후속조치(권한세팅/url링크확인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화면 및 DB분석- 고정공제 조회시 정보누락 외 문의 대응</a:t>
            </a:r>
          </a:p>
        </p:txBody>
      </p:sp>
      <p:sp>
        <p:nvSpPr>
          <p:cNvPr id="7580682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49578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2347960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2065498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32267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4410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48623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05200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91218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883600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413609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00120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89218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869387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50951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852346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17322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51531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87191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84780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59573223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222896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학자금 및 영유아 보육지원 신청관리 일부 수정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</a:p>
        </p:txBody>
      </p:sp>
      <p:sp>
        <p:nvSpPr>
          <p:cNvPr id="19895113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133500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5274427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연동 정보 - picklist 날짜 형식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HCM alert 메일 송부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근로시간단축-생애주기 신청서 단축기간 제한 해제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학자금 및 영유아 보육지원 신청관리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퇴직금 계산 관련</a:t>
            </a:r>
          </a:p>
        </p:txBody>
      </p:sp>
      <p:sp>
        <p:nvSpPr>
          <p:cNvPr id="19850235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524094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</a:p>
        </p:txBody>
      </p:sp>
      <p:sp>
        <p:nvSpPr>
          <p:cNvPr id="4601085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</a:p>
        </p:txBody>
      </p:sp>
      <p:sp>
        <p:nvSpPr>
          <p:cNvPr id="14975774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62881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96313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722585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9336412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6336620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8010660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05808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[ITSM-109418][SD]2024.04.30 자가수송 실거리 내용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입력/수정 시 조회 내용 수정</a:t>
            </a:r>
          </a:p>
        </p:txBody>
      </p:sp>
      <p:sp>
        <p:nvSpPr>
          <p:cNvPr id="20610924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20267637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38950153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</a:p>
        </p:txBody>
      </p:sp>
      <p:sp>
        <p:nvSpPr>
          <p:cNvPr id="117596758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581718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