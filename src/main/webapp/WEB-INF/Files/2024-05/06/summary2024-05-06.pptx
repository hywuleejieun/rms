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27030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365175514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9367694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8175478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7606346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677938047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34278711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863510302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457378746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00123928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2064745349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40698390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92886651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78578713" name="Frame"/>
          <p:cNvSpPr>
            <a:spLocks noGrp="1"/>
          </p:cNvSpPr>
          <p:nvPr/>
        </p:nvSpPr>
        <p:spPr>
          <a:xfrm>
            <a:off x="25400" y="47879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934502462" name="Text">
    </p:cNvPr>
          <p:cNvSpPr>
            <a:spLocks noGrp="1"/>
          </p:cNvSpPr>
          <p:nvPr/>
        </p:nvSpPr>
        <p:spPr>
          <a:xfrm rot="0">
            <a:off x="152400" y="48133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676749197" name="Text">
    </p:cNvPr>
          <p:cNvSpPr>
            <a:spLocks noGrp="1"/>
          </p:cNvSpPr>
          <p:nvPr/>
        </p:nvSpPr>
        <p:spPr>
          <a:xfrm rot="0">
            <a:off x="6451600" y="53467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4658451" name="Text">
    </p:cNvPr>
          <p:cNvSpPr>
            <a:spLocks noGrp="1"/>
          </p:cNvSpPr>
          <p:nvPr/>
        </p:nvSpPr>
        <p:spPr>
          <a:xfrm rot="0">
            <a:off x="2057400" y="53467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3394128" name="Text">
    </p:cNvPr>
          <p:cNvSpPr>
            <a:spLocks noGrp="1"/>
          </p:cNvSpPr>
          <p:nvPr/>
        </p:nvSpPr>
        <p:spPr>
          <a:xfrm rot="0">
            <a:off x="101600" y="53467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8078052" name="Text">
    </p:cNvPr>
          <p:cNvSpPr>
            <a:spLocks noGrp="1"/>
          </p:cNvSpPr>
          <p:nvPr/>
        </p:nvSpPr>
        <p:spPr>
          <a:xfrm rot="0">
            <a:off x="101600" y="51054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652162519" name="Text">
    </p:cNvPr>
          <p:cNvSpPr>
            <a:spLocks noGrp="1"/>
          </p:cNvSpPr>
          <p:nvPr/>
        </p:nvSpPr>
        <p:spPr>
          <a:xfrm rot="0">
            <a:off x="2057400" y="51054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994599522" name="Text">
    </p:cNvPr>
          <p:cNvSpPr>
            <a:spLocks noGrp="1"/>
          </p:cNvSpPr>
          <p:nvPr/>
        </p:nvSpPr>
        <p:spPr>
          <a:xfrm rot="0">
            <a:off x="6451600" y="51054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432047006" name="Text">
    </p:cNvPr>
          <p:cNvSpPr>
            <a:spLocks noGrp="1"/>
          </p:cNvSpPr>
          <p:nvPr/>
        </p:nvSpPr>
        <p:spPr>
          <a:xfrm rot="0">
            <a:off x="101600" y="56388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6135964" name="Text">
    </p:cNvPr>
          <p:cNvSpPr>
            <a:spLocks noGrp="1"/>
          </p:cNvSpPr>
          <p:nvPr/>
        </p:nvSpPr>
        <p:spPr>
          <a:xfrm rot="0">
            <a:off x="6451600" y="56388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3029701" name="Text">
    </p:cNvPr>
          <p:cNvSpPr>
            <a:spLocks noGrp="1"/>
          </p:cNvSpPr>
          <p:nvPr/>
        </p:nvSpPr>
        <p:spPr>
          <a:xfrm rot="0">
            <a:off x="2057400" y="56388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0079145" name="Text">
    </p:cNvPr>
          <p:cNvSpPr>
            <a:spLocks noGrp="1"/>
          </p:cNvSpPr>
          <p:nvPr/>
        </p:nvSpPr>
        <p:spPr>
          <a:xfrm rot="0">
            <a:off x="1244600" y="56388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3105122" name="Text">
    </p:cNvPr>
          <p:cNvSpPr>
            <a:spLocks noGrp="1"/>
          </p:cNvSpPr>
          <p:nvPr/>
        </p:nvSpPr>
        <p:spPr>
          <a:xfrm rot="0">
            <a:off x="1244600" y="53467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565737" name="Text">
    </p:cNvPr>
          <p:cNvSpPr>
            <a:spLocks noGrp="1"/>
          </p:cNvSpPr>
          <p:nvPr/>
        </p:nvSpPr>
        <p:spPr>
          <a:xfrm rot="0">
            <a:off x="1244600" y="51054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195938520" name="Text">
    </p:cNvPr>
          <p:cNvSpPr>
            <a:spLocks noGrp="1"/>
          </p:cNvSpPr>
          <p:nvPr/>
        </p:nvSpPr>
        <p:spPr>
          <a:xfrm rot="0">
            <a:off x="8102600" y="56388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7262100" name="Text">
    </p:cNvPr>
          <p:cNvSpPr>
            <a:spLocks noGrp="1"/>
          </p:cNvSpPr>
          <p:nvPr/>
        </p:nvSpPr>
        <p:spPr>
          <a:xfrm rot="0">
            <a:off x="8102600" y="51054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07165934" name="Text">
    </p:cNvPr>
          <p:cNvSpPr>
            <a:spLocks noGrp="1"/>
          </p:cNvSpPr>
          <p:nvPr/>
        </p:nvSpPr>
        <p:spPr>
          <a:xfrm rot="0">
            <a:off x="8102600" y="53467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0480153" name="Frame"/>
          <p:cNvSpPr>
            <a:spLocks noGrp="1"/>
          </p:cNvSpPr>
          <p:nvPr/>
        </p:nvSpPr>
        <p:spPr>
          <a:xfrm>
            <a:off x="101600" y="2679700"/>
            <a:ext cx="9779000" cy="194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815032442" name="Text">
    </p:cNvPr>
          <p:cNvSpPr>
            <a:spLocks noGrp="1"/>
          </p:cNvSpPr>
          <p:nvPr/>
        </p:nvSpPr>
        <p:spPr>
          <a:xfrm rot="0">
            <a:off x="165100" y="27432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34113832" name="Text">
    </p:cNvPr>
          <p:cNvSpPr>
            <a:spLocks noGrp="1"/>
          </p:cNvSpPr>
          <p:nvPr/>
        </p:nvSpPr>
        <p:spPr>
          <a:xfrm rot="0">
            <a:off x="152400" y="27051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624196227" name="Text">
    </p:cNvPr>
          <p:cNvSpPr>
            <a:spLocks noGrp="1"/>
          </p:cNvSpPr>
          <p:nvPr/>
        </p:nvSpPr>
        <p:spPr>
          <a:xfrm rot="0">
            <a:off x="165100" y="29591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494550934" name="Text">
    </p:cNvPr>
          <p:cNvSpPr>
            <a:spLocks noGrp="1"/>
          </p:cNvSpPr>
          <p:nvPr/>
        </p:nvSpPr>
        <p:spPr>
          <a:xfrm rot="0">
            <a:off x="901700" y="29591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46850422" name="Text">
    </p:cNvPr>
          <p:cNvSpPr>
            <a:spLocks noGrp="1"/>
          </p:cNvSpPr>
          <p:nvPr/>
        </p:nvSpPr>
        <p:spPr>
          <a:xfrm rot="0">
            <a:off x="5549900" y="29591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522912461" name="Text">
    </p:cNvPr>
          <p:cNvSpPr>
            <a:spLocks noGrp="1"/>
          </p:cNvSpPr>
          <p:nvPr/>
        </p:nvSpPr>
        <p:spPr>
          <a:xfrm rot="0">
            <a:off x="6121400" y="29591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424510409" name="Frame"/>
          <p:cNvSpPr>
            <a:spLocks noGrp="1"/>
          </p:cNvSpPr>
          <p:nvPr/>
        </p:nvSpPr>
        <p:spPr>
          <a:xfrm>
            <a:off x="165100" y="40005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759867087" name="Text">
    </p:cNvPr>
          <p:cNvSpPr>
            <a:spLocks noGrp="1"/>
          </p:cNvSpPr>
          <p:nvPr/>
        </p:nvSpPr>
        <p:spPr>
          <a:xfrm rot="0">
            <a:off x="165100" y="39751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698260088" name="Text">
    </p:cNvPr>
          <p:cNvSpPr>
            <a:spLocks noGrp="1"/>
          </p:cNvSpPr>
          <p:nvPr/>
        </p:nvSpPr>
        <p:spPr>
          <a:xfrm rot="0">
            <a:off x="965200" y="40259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신용보증기금 연동 모듈 변경에 따른 설치 및 테스트</a:t>
            </a:r>
          </a:p>
        </p:txBody>
      </p:sp>
      <p:sp>
        <p:nvSpPr>
          <p:cNvPr id="1860487404" name="Text">
    </p:cNvPr>
          <p:cNvSpPr>
            <a:spLocks noGrp="1"/>
          </p:cNvSpPr>
          <p:nvPr/>
        </p:nvSpPr>
        <p:spPr>
          <a:xfrm rot="0">
            <a:off x="7239000" y="40259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57334066" name="Text">
    </p:cNvPr>
          <p:cNvSpPr>
            <a:spLocks noGrp="1"/>
          </p:cNvSpPr>
          <p:nvPr/>
        </p:nvSpPr>
        <p:spPr>
          <a:xfrm rot="0">
            <a:off x="5549900" y="40259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1482827165" name="Text">
    </p:cNvPr>
          <p:cNvSpPr>
            <a:spLocks noGrp="1"/>
          </p:cNvSpPr>
          <p:nvPr/>
        </p:nvSpPr>
        <p:spPr>
          <a:xfrm rot="0">
            <a:off x="901700" y="39751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9756467" name="Text">
    </p:cNvPr>
          <p:cNvSpPr>
            <a:spLocks noGrp="1"/>
          </p:cNvSpPr>
          <p:nvPr/>
        </p:nvSpPr>
        <p:spPr>
          <a:xfrm rot="0">
            <a:off x="6121400" y="39751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3492809" name="Text">
    </p:cNvPr>
          <p:cNvSpPr>
            <a:spLocks noGrp="1"/>
          </p:cNvSpPr>
          <p:nvPr/>
        </p:nvSpPr>
        <p:spPr>
          <a:xfrm rot="0">
            <a:off x="5549900" y="39751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4737045" name="Frame"/>
          <p:cNvSpPr>
            <a:spLocks noGrp="1"/>
          </p:cNvSpPr>
          <p:nvPr/>
        </p:nvSpPr>
        <p:spPr>
          <a:xfrm>
            <a:off x="165100" y="33020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30479554" name="Text">
    </p:cNvPr>
          <p:cNvSpPr>
            <a:spLocks noGrp="1"/>
          </p:cNvSpPr>
          <p:nvPr/>
        </p:nvSpPr>
        <p:spPr>
          <a:xfrm rot="0">
            <a:off x="165100" y="33020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429382007" name="Text">
    </p:cNvPr>
          <p:cNvSpPr>
            <a:spLocks noGrp="1"/>
          </p:cNvSpPr>
          <p:nvPr/>
        </p:nvSpPr>
        <p:spPr>
          <a:xfrm rot="0">
            <a:off x="965200" y="33782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PP(Polypropylene) 제품별 원가내역 조회 Report 개발 요청(ZPCOR2030)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ZSDR9301 승인시 반복적인 사번 및 비밀번호 재입력 생략 요청</a:t>
            </a:r>
          </a:p>
        </p:txBody>
      </p:sp>
      <p:sp>
        <p:nvSpPr>
          <p:cNvPr id="488156006" name="Text">
    </p:cNvPr>
          <p:cNvSpPr>
            <a:spLocks noGrp="1"/>
          </p:cNvSpPr>
          <p:nvPr/>
        </p:nvSpPr>
        <p:spPr>
          <a:xfrm rot="0">
            <a:off x="7239000" y="33782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5909941" name="Text">
    </p:cNvPr>
          <p:cNvSpPr>
            <a:spLocks noGrp="1"/>
          </p:cNvSpPr>
          <p:nvPr/>
        </p:nvSpPr>
        <p:spPr>
          <a:xfrm rot="0">
            <a:off x="5549900" y="33782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</a:p>
        </p:txBody>
      </p:sp>
      <p:sp>
        <p:nvSpPr>
          <p:cNvPr id="1756680795" name="Text">
    </p:cNvPr>
          <p:cNvSpPr>
            <a:spLocks noGrp="1"/>
          </p:cNvSpPr>
          <p:nvPr/>
        </p:nvSpPr>
        <p:spPr>
          <a:xfrm rot="0">
            <a:off x="901700" y="33020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9028059" name="Text">
    </p:cNvPr>
          <p:cNvSpPr>
            <a:spLocks noGrp="1"/>
          </p:cNvSpPr>
          <p:nvPr/>
        </p:nvSpPr>
        <p:spPr>
          <a:xfrm rot="0">
            <a:off x="6121400" y="33020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1394143" name="Text">
    </p:cNvPr>
          <p:cNvSpPr>
            <a:spLocks noGrp="1"/>
          </p:cNvSpPr>
          <p:nvPr/>
        </p:nvSpPr>
        <p:spPr>
          <a:xfrm rot="0">
            <a:off x="5549900" y="33020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2605750" name="Frame"/>
          <p:cNvSpPr>
            <a:spLocks noGrp="1"/>
          </p:cNvSpPr>
          <p:nvPr/>
        </p:nvSpPr>
        <p:spPr>
          <a:xfrm>
            <a:off x="127000" y="1384300"/>
            <a:ext cx="9779000" cy="1155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15951340" name="Frame"/>
          <p:cNvSpPr>
            <a:spLocks noGrp="1"/>
          </p:cNvSpPr>
          <p:nvPr/>
        </p:nvSpPr>
        <p:spPr>
          <a:xfrm>
            <a:off x="152400" y="19177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121874395" name="Text">
    </p:cNvPr>
          <p:cNvSpPr>
            <a:spLocks noGrp="1"/>
          </p:cNvSpPr>
          <p:nvPr/>
        </p:nvSpPr>
        <p:spPr>
          <a:xfrm rot="0">
            <a:off x="152400" y="189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957067796" name="Text">
    </p:cNvPr>
          <p:cNvSpPr>
            <a:spLocks noGrp="1"/>
          </p:cNvSpPr>
          <p:nvPr/>
        </p:nvSpPr>
        <p:spPr>
          <a:xfrm rot="0">
            <a:off x="952500" y="19431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A11 '#3 외화 입금' 작업 재가동을 위한 논의 및 프로세스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ITSM-110793 LMS 관리자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[VOC] 모의해킹 취약점 조치 개선 (XSS)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2024.3월 결산의 EIS, Yellow Book 반영</a:t>
            </a:r>
          </a:p>
        </p:txBody>
      </p:sp>
      <p:sp>
        <p:nvSpPr>
          <p:cNvPr id="293712677" name="Text">
    </p:cNvPr>
          <p:cNvSpPr>
            <a:spLocks noGrp="1"/>
          </p:cNvSpPr>
          <p:nvPr/>
        </p:nvSpPr>
        <p:spPr>
          <a:xfrm rot="0">
            <a:off x="7226300" y="19431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065640833" name="Text">
    </p:cNvPr>
          <p:cNvSpPr>
            <a:spLocks noGrp="1"/>
          </p:cNvSpPr>
          <p:nvPr/>
        </p:nvSpPr>
        <p:spPr>
          <a:xfrm rot="0">
            <a:off x="6108700" y="18923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258212240" name="Text">
    </p:cNvPr>
          <p:cNvSpPr>
            <a:spLocks noGrp="1"/>
          </p:cNvSpPr>
          <p:nvPr/>
        </p:nvSpPr>
        <p:spPr>
          <a:xfrm rot="0">
            <a:off x="5537200" y="19431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</a:p>
        </p:txBody>
      </p:sp>
      <p:sp>
        <p:nvSpPr>
          <p:cNvPr id="226449415" name="Text">
    </p:cNvPr>
          <p:cNvSpPr>
            <a:spLocks noGrp="1"/>
          </p:cNvSpPr>
          <p:nvPr/>
        </p:nvSpPr>
        <p:spPr>
          <a:xfrm rot="0">
            <a:off x="889000" y="189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1713942" name="Text">
    </p:cNvPr>
          <p:cNvSpPr>
            <a:spLocks noGrp="1"/>
          </p:cNvSpPr>
          <p:nvPr/>
        </p:nvSpPr>
        <p:spPr>
          <a:xfrm rot="0">
            <a:off x="7124700" y="18923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7851661" name="Text">
    </p:cNvPr>
          <p:cNvSpPr>
            <a:spLocks noGrp="1"/>
          </p:cNvSpPr>
          <p:nvPr/>
        </p:nvSpPr>
        <p:spPr>
          <a:xfrm rot="0">
            <a:off x="5537200" y="189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98258471" name="Rectangle"/>
          <p:cNvSpPr>
            <a:spLocks noGrp="1"/>
          </p:cNvSpPr>
          <p:nvPr/>
        </p:nvSpPr>
        <p:spPr>
          <a:xfrm>
            <a:off x="6870700" y="18923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2473394" name="Frame"/>
          <p:cNvSpPr>
            <a:spLocks noGrp="1"/>
          </p:cNvSpPr>
          <p:nvPr/>
        </p:nvSpPr>
        <p:spPr>
          <a:xfrm>
            <a:off x="152400" y="1371600"/>
            <a:ext cx="9639300" cy="520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389576149" name="Text">
    </p:cNvPr>
          <p:cNvSpPr>
            <a:spLocks noGrp="1"/>
          </p:cNvSpPr>
          <p:nvPr/>
        </p:nvSpPr>
        <p:spPr>
          <a:xfrm rot="0">
            <a:off x="152400" y="1371600"/>
            <a:ext cx="7366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342308169" name="Text">
    </p:cNvPr>
          <p:cNvSpPr>
            <a:spLocks noGrp="1"/>
          </p:cNvSpPr>
          <p:nvPr/>
        </p:nvSpPr>
        <p:spPr>
          <a:xfrm rot="0">
            <a:off x="939800" y="1422400"/>
            <a:ext cx="4610100" cy="469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제조원가 검증용-PP 생산오더 기초정보 프로그램 생성(ZPCOR2060)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법인카드 WBS 마스터 CCS 전송 추가 수정(ZCOT9040)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SAP→e-Pro PR 전송 시 구매그룹 지정 건 *ZEPR1020 구매그룹 지정 로직 변경</a:t>
            </a:r>
          </a:p>
        </p:txBody>
      </p:sp>
      <p:sp>
        <p:nvSpPr>
          <p:cNvPr id="1546683683" name="Text">
    </p:cNvPr>
          <p:cNvSpPr>
            <a:spLocks noGrp="1"/>
          </p:cNvSpPr>
          <p:nvPr/>
        </p:nvSpPr>
        <p:spPr>
          <a:xfrm rot="0">
            <a:off x="7226300" y="1447800"/>
            <a:ext cx="2552700" cy="444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38662200" name="Text">
    </p:cNvPr>
          <p:cNvSpPr>
            <a:spLocks noGrp="1"/>
          </p:cNvSpPr>
          <p:nvPr/>
        </p:nvSpPr>
        <p:spPr>
          <a:xfrm rot="0">
            <a:off x="6108700" y="1371600"/>
            <a:ext cx="7620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04808197" name="Text">
    </p:cNvPr>
          <p:cNvSpPr>
            <a:spLocks noGrp="1"/>
          </p:cNvSpPr>
          <p:nvPr/>
        </p:nvSpPr>
        <p:spPr>
          <a:xfrm rot="0">
            <a:off x="5537200" y="1447800"/>
            <a:ext cx="571500" cy="444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</a:p>
        </p:txBody>
      </p:sp>
      <p:sp>
        <p:nvSpPr>
          <p:cNvPr id="1783242054" name="Text">
    </p:cNvPr>
          <p:cNvSpPr>
            <a:spLocks noGrp="1"/>
          </p:cNvSpPr>
          <p:nvPr/>
        </p:nvSpPr>
        <p:spPr>
          <a:xfrm rot="0">
            <a:off x="889000" y="1371600"/>
            <a:ext cx="46482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8004273" name="Text">
    </p:cNvPr>
          <p:cNvSpPr>
            <a:spLocks noGrp="1"/>
          </p:cNvSpPr>
          <p:nvPr/>
        </p:nvSpPr>
        <p:spPr>
          <a:xfrm rot="0">
            <a:off x="7124700" y="1371600"/>
            <a:ext cx="26543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8255128" name="Text">
    </p:cNvPr>
          <p:cNvSpPr>
            <a:spLocks noGrp="1"/>
          </p:cNvSpPr>
          <p:nvPr/>
        </p:nvSpPr>
        <p:spPr>
          <a:xfrm rot="0">
            <a:off x="5537200" y="1371600"/>
            <a:ext cx="5715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9716502" name="Rectangle"/>
          <p:cNvSpPr>
            <a:spLocks noGrp="1"/>
          </p:cNvSpPr>
          <p:nvPr/>
        </p:nvSpPr>
        <p:spPr>
          <a:xfrm>
            <a:off x="6870700" y="1371600"/>
            <a:ext cx="254000" cy="520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556603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552364163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0722217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3582664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282851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29342424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29320722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158713459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620162514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82947310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1162836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098440634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383277114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52327184" name="Frame"/>
          <p:cNvSpPr>
            <a:spLocks noGrp="1"/>
          </p:cNvSpPr>
          <p:nvPr/>
        </p:nvSpPr>
        <p:spPr>
          <a:xfrm>
            <a:off x="25400" y="47879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05795984" name="Text">
    </p:cNvPr>
          <p:cNvSpPr>
            <a:spLocks noGrp="1"/>
          </p:cNvSpPr>
          <p:nvPr/>
        </p:nvSpPr>
        <p:spPr>
          <a:xfrm rot="0">
            <a:off x="152400" y="48133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079803614" name="Text">
    </p:cNvPr>
          <p:cNvSpPr>
            <a:spLocks noGrp="1"/>
          </p:cNvSpPr>
          <p:nvPr/>
        </p:nvSpPr>
        <p:spPr>
          <a:xfrm rot="0">
            <a:off x="6451600" y="53467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664605" name="Text">
    </p:cNvPr>
          <p:cNvSpPr>
            <a:spLocks noGrp="1"/>
          </p:cNvSpPr>
          <p:nvPr/>
        </p:nvSpPr>
        <p:spPr>
          <a:xfrm rot="0">
            <a:off x="2057400" y="53467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7001701" name="Text">
    </p:cNvPr>
          <p:cNvSpPr>
            <a:spLocks noGrp="1"/>
          </p:cNvSpPr>
          <p:nvPr/>
        </p:nvSpPr>
        <p:spPr>
          <a:xfrm rot="0">
            <a:off x="101600" y="53467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7688275" name="Text">
    </p:cNvPr>
          <p:cNvSpPr>
            <a:spLocks noGrp="1"/>
          </p:cNvSpPr>
          <p:nvPr/>
        </p:nvSpPr>
        <p:spPr>
          <a:xfrm rot="0">
            <a:off x="101600" y="51054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223585608" name="Text">
    </p:cNvPr>
          <p:cNvSpPr>
            <a:spLocks noGrp="1"/>
          </p:cNvSpPr>
          <p:nvPr/>
        </p:nvSpPr>
        <p:spPr>
          <a:xfrm rot="0">
            <a:off x="2057400" y="51054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699559921" name="Text">
    </p:cNvPr>
          <p:cNvSpPr>
            <a:spLocks noGrp="1"/>
          </p:cNvSpPr>
          <p:nvPr/>
        </p:nvSpPr>
        <p:spPr>
          <a:xfrm rot="0">
            <a:off x="6451600" y="51054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829803739" name="Text">
    </p:cNvPr>
          <p:cNvSpPr>
            <a:spLocks noGrp="1"/>
          </p:cNvSpPr>
          <p:nvPr/>
        </p:nvSpPr>
        <p:spPr>
          <a:xfrm rot="0">
            <a:off x="101600" y="56388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4227242" name="Text">
    </p:cNvPr>
          <p:cNvSpPr>
            <a:spLocks noGrp="1"/>
          </p:cNvSpPr>
          <p:nvPr/>
        </p:nvSpPr>
        <p:spPr>
          <a:xfrm rot="0">
            <a:off x="6451600" y="56388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8475641" name="Text">
    </p:cNvPr>
          <p:cNvSpPr>
            <a:spLocks noGrp="1"/>
          </p:cNvSpPr>
          <p:nvPr/>
        </p:nvSpPr>
        <p:spPr>
          <a:xfrm rot="0">
            <a:off x="2057400" y="56388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4569868" name="Text">
    </p:cNvPr>
          <p:cNvSpPr>
            <a:spLocks noGrp="1"/>
          </p:cNvSpPr>
          <p:nvPr/>
        </p:nvSpPr>
        <p:spPr>
          <a:xfrm rot="0">
            <a:off x="1244600" y="56388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0324462" name="Text">
    </p:cNvPr>
          <p:cNvSpPr>
            <a:spLocks noGrp="1"/>
          </p:cNvSpPr>
          <p:nvPr/>
        </p:nvSpPr>
        <p:spPr>
          <a:xfrm rot="0">
            <a:off x="1244600" y="53467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7721458" name="Text">
    </p:cNvPr>
          <p:cNvSpPr>
            <a:spLocks noGrp="1"/>
          </p:cNvSpPr>
          <p:nvPr/>
        </p:nvSpPr>
        <p:spPr>
          <a:xfrm rot="0">
            <a:off x="1244600" y="51054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578438654" name="Text">
    </p:cNvPr>
          <p:cNvSpPr>
            <a:spLocks noGrp="1"/>
          </p:cNvSpPr>
          <p:nvPr/>
        </p:nvSpPr>
        <p:spPr>
          <a:xfrm rot="0">
            <a:off x="8102600" y="56388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4173523" name="Text">
    </p:cNvPr>
          <p:cNvSpPr>
            <a:spLocks noGrp="1"/>
          </p:cNvSpPr>
          <p:nvPr/>
        </p:nvSpPr>
        <p:spPr>
          <a:xfrm rot="0">
            <a:off x="8102600" y="51054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574341797" name="Text">
    </p:cNvPr>
          <p:cNvSpPr>
            <a:spLocks noGrp="1"/>
          </p:cNvSpPr>
          <p:nvPr/>
        </p:nvSpPr>
        <p:spPr>
          <a:xfrm rot="0">
            <a:off x="8102600" y="53467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9736623" name="Frame"/>
          <p:cNvSpPr>
            <a:spLocks noGrp="1"/>
          </p:cNvSpPr>
          <p:nvPr/>
        </p:nvSpPr>
        <p:spPr>
          <a:xfrm>
            <a:off x="101600" y="2679700"/>
            <a:ext cx="9779000" cy="194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90032922" name="Text">
    </p:cNvPr>
          <p:cNvSpPr>
            <a:spLocks noGrp="1"/>
          </p:cNvSpPr>
          <p:nvPr/>
        </p:nvSpPr>
        <p:spPr>
          <a:xfrm rot="0">
            <a:off x="165100" y="27432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72703629" name="Text">
    </p:cNvPr>
          <p:cNvSpPr>
            <a:spLocks noGrp="1"/>
          </p:cNvSpPr>
          <p:nvPr/>
        </p:nvSpPr>
        <p:spPr>
          <a:xfrm rot="0">
            <a:off x="152400" y="27051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948688566" name="Text">
    </p:cNvPr>
          <p:cNvSpPr>
            <a:spLocks noGrp="1"/>
          </p:cNvSpPr>
          <p:nvPr/>
        </p:nvSpPr>
        <p:spPr>
          <a:xfrm rot="0">
            <a:off x="165100" y="29591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907168691" name="Text">
    </p:cNvPr>
          <p:cNvSpPr>
            <a:spLocks noGrp="1"/>
          </p:cNvSpPr>
          <p:nvPr/>
        </p:nvSpPr>
        <p:spPr>
          <a:xfrm rot="0">
            <a:off x="901700" y="29591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36987872" name="Text">
    </p:cNvPr>
          <p:cNvSpPr>
            <a:spLocks noGrp="1"/>
          </p:cNvSpPr>
          <p:nvPr/>
        </p:nvSpPr>
        <p:spPr>
          <a:xfrm rot="0">
            <a:off x="5549900" y="29591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953841215" name="Text">
    </p:cNvPr>
          <p:cNvSpPr>
            <a:spLocks noGrp="1"/>
          </p:cNvSpPr>
          <p:nvPr/>
        </p:nvSpPr>
        <p:spPr>
          <a:xfrm rot="0">
            <a:off x="6121400" y="29591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577204212" name="Frame"/>
          <p:cNvSpPr>
            <a:spLocks noGrp="1"/>
          </p:cNvSpPr>
          <p:nvPr/>
        </p:nvSpPr>
        <p:spPr>
          <a:xfrm>
            <a:off x="165100" y="40005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193000714" name="Text">
    </p:cNvPr>
          <p:cNvSpPr>
            <a:spLocks noGrp="1"/>
          </p:cNvSpPr>
          <p:nvPr/>
        </p:nvSpPr>
        <p:spPr>
          <a:xfrm rot="0">
            <a:off x="165100" y="39751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645333597" name="Text">
    </p:cNvPr>
          <p:cNvSpPr>
            <a:spLocks noGrp="1"/>
          </p:cNvSpPr>
          <p:nvPr/>
        </p:nvSpPr>
        <p:spPr>
          <a:xfrm rot="0">
            <a:off x="965200" y="40259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신용보증기금 연동 모듈 변경에 따른 설치 및 테스트</a:t>
            </a:r>
          </a:p>
        </p:txBody>
      </p:sp>
      <p:sp>
        <p:nvSpPr>
          <p:cNvPr id="152118702" name="Text">
    </p:cNvPr>
          <p:cNvSpPr>
            <a:spLocks noGrp="1"/>
          </p:cNvSpPr>
          <p:nvPr/>
        </p:nvSpPr>
        <p:spPr>
          <a:xfrm rot="0">
            <a:off x="7239000" y="40259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84067809" name="Text">
    </p:cNvPr>
          <p:cNvSpPr>
            <a:spLocks noGrp="1"/>
          </p:cNvSpPr>
          <p:nvPr/>
        </p:nvSpPr>
        <p:spPr>
          <a:xfrm rot="0">
            <a:off x="5549900" y="40259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</a:p>
        </p:txBody>
      </p:sp>
      <p:sp>
        <p:nvSpPr>
          <p:cNvPr id="1558869206" name="Text">
    </p:cNvPr>
          <p:cNvSpPr>
            <a:spLocks noGrp="1"/>
          </p:cNvSpPr>
          <p:nvPr/>
        </p:nvSpPr>
        <p:spPr>
          <a:xfrm rot="0">
            <a:off x="901700" y="39751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2988466" name="Text">
    </p:cNvPr>
          <p:cNvSpPr>
            <a:spLocks noGrp="1"/>
          </p:cNvSpPr>
          <p:nvPr/>
        </p:nvSpPr>
        <p:spPr>
          <a:xfrm rot="0">
            <a:off x="6121400" y="39751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8501575" name="Text">
    </p:cNvPr>
          <p:cNvSpPr>
            <a:spLocks noGrp="1"/>
          </p:cNvSpPr>
          <p:nvPr/>
        </p:nvSpPr>
        <p:spPr>
          <a:xfrm rot="0">
            <a:off x="5549900" y="39751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8728135" name="Frame"/>
          <p:cNvSpPr>
            <a:spLocks noGrp="1"/>
          </p:cNvSpPr>
          <p:nvPr/>
        </p:nvSpPr>
        <p:spPr>
          <a:xfrm>
            <a:off x="165100" y="33020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656989941" name="Text">
    </p:cNvPr>
          <p:cNvSpPr>
            <a:spLocks noGrp="1"/>
          </p:cNvSpPr>
          <p:nvPr/>
        </p:nvSpPr>
        <p:spPr>
          <a:xfrm rot="0">
            <a:off x="165100" y="33020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079238199" name="Text">
    </p:cNvPr>
          <p:cNvSpPr>
            <a:spLocks noGrp="1"/>
          </p:cNvSpPr>
          <p:nvPr/>
        </p:nvSpPr>
        <p:spPr>
          <a:xfrm rot="0">
            <a:off x="965200" y="33782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PP(Polypropylene) 제품별 원가내역 조회 Report 개발 요청(ZPCOR2030)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ZSDR9301 승인시 반복적인 사번 및 비밀번호 재입력 생략 요청</a:t>
            </a:r>
          </a:p>
        </p:txBody>
      </p:sp>
      <p:sp>
        <p:nvSpPr>
          <p:cNvPr id="23314402" name="Text">
    </p:cNvPr>
          <p:cNvSpPr>
            <a:spLocks noGrp="1"/>
          </p:cNvSpPr>
          <p:nvPr/>
        </p:nvSpPr>
        <p:spPr>
          <a:xfrm rot="0">
            <a:off x="7239000" y="33782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35389084" name="Text">
    </p:cNvPr>
          <p:cNvSpPr>
            <a:spLocks noGrp="1"/>
          </p:cNvSpPr>
          <p:nvPr/>
        </p:nvSpPr>
        <p:spPr>
          <a:xfrm rot="0">
            <a:off x="5549900" y="33782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</a:p>
        </p:txBody>
      </p:sp>
      <p:sp>
        <p:nvSpPr>
          <p:cNvPr id="303974853" name="Text">
    </p:cNvPr>
          <p:cNvSpPr>
            <a:spLocks noGrp="1"/>
          </p:cNvSpPr>
          <p:nvPr/>
        </p:nvSpPr>
        <p:spPr>
          <a:xfrm rot="0">
            <a:off x="901700" y="33020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2342049" name="Text">
    </p:cNvPr>
          <p:cNvSpPr>
            <a:spLocks noGrp="1"/>
          </p:cNvSpPr>
          <p:nvPr/>
        </p:nvSpPr>
        <p:spPr>
          <a:xfrm rot="0">
            <a:off x="6121400" y="33020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67675" name="Text">
    </p:cNvPr>
          <p:cNvSpPr>
            <a:spLocks noGrp="1"/>
          </p:cNvSpPr>
          <p:nvPr/>
        </p:nvSpPr>
        <p:spPr>
          <a:xfrm rot="0">
            <a:off x="5549900" y="33020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4364096" name="Frame"/>
          <p:cNvSpPr>
            <a:spLocks noGrp="1"/>
          </p:cNvSpPr>
          <p:nvPr/>
        </p:nvSpPr>
        <p:spPr>
          <a:xfrm>
            <a:off x="127000" y="1384300"/>
            <a:ext cx="9779000" cy="1155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90167063" name="Frame"/>
          <p:cNvSpPr>
            <a:spLocks noGrp="1"/>
          </p:cNvSpPr>
          <p:nvPr/>
        </p:nvSpPr>
        <p:spPr>
          <a:xfrm>
            <a:off x="152400" y="19177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087688239" name="Text">
    </p:cNvPr>
          <p:cNvSpPr>
            <a:spLocks noGrp="1"/>
          </p:cNvSpPr>
          <p:nvPr/>
        </p:nvSpPr>
        <p:spPr>
          <a:xfrm rot="0">
            <a:off x="152400" y="189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043744338" name="Text">
    </p:cNvPr>
          <p:cNvSpPr>
            <a:spLocks noGrp="1"/>
          </p:cNvSpPr>
          <p:nvPr/>
        </p:nvSpPr>
        <p:spPr>
          <a:xfrm rot="0">
            <a:off x="952500" y="19431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A11 '#3 외화 입금' 작업 재가동을 위한 논의 및 프로세스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ITSM-110793 LMS 관리자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[VOC] 모의해킹 취약점 조치 개선 (XSS)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2024.3월 결산의 EIS, Yellow Book 반영</a:t>
            </a:r>
          </a:p>
        </p:txBody>
      </p:sp>
      <p:sp>
        <p:nvSpPr>
          <p:cNvPr id="355399505" name="Text">
    </p:cNvPr>
          <p:cNvSpPr>
            <a:spLocks noGrp="1"/>
          </p:cNvSpPr>
          <p:nvPr/>
        </p:nvSpPr>
        <p:spPr>
          <a:xfrm rot="0">
            <a:off x="7226300" y="19431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96566631" name="Text">
    </p:cNvPr>
          <p:cNvSpPr>
            <a:spLocks noGrp="1"/>
          </p:cNvSpPr>
          <p:nvPr/>
        </p:nvSpPr>
        <p:spPr>
          <a:xfrm rot="0">
            <a:off x="6108700" y="18923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963294235" name="Text">
    </p:cNvPr>
          <p:cNvSpPr>
            <a:spLocks noGrp="1"/>
          </p:cNvSpPr>
          <p:nvPr/>
        </p:nvSpPr>
        <p:spPr>
          <a:xfrm rot="0">
            <a:off x="5537200" y="19431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</a:p>
        </p:txBody>
      </p:sp>
      <p:sp>
        <p:nvSpPr>
          <p:cNvPr id="904032690" name="Text">
    </p:cNvPr>
          <p:cNvSpPr>
            <a:spLocks noGrp="1"/>
          </p:cNvSpPr>
          <p:nvPr/>
        </p:nvSpPr>
        <p:spPr>
          <a:xfrm rot="0">
            <a:off x="889000" y="189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9357088" name="Text">
    </p:cNvPr>
          <p:cNvSpPr>
            <a:spLocks noGrp="1"/>
          </p:cNvSpPr>
          <p:nvPr/>
        </p:nvSpPr>
        <p:spPr>
          <a:xfrm rot="0">
            <a:off x="7124700" y="18923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71019809" name="Text">
    </p:cNvPr>
          <p:cNvSpPr>
            <a:spLocks noGrp="1"/>
          </p:cNvSpPr>
          <p:nvPr/>
        </p:nvSpPr>
        <p:spPr>
          <a:xfrm rot="0">
            <a:off x="5537200" y="189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3260399" name="Rectangle"/>
          <p:cNvSpPr>
            <a:spLocks noGrp="1"/>
          </p:cNvSpPr>
          <p:nvPr/>
        </p:nvSpPr>
        <p:spPr>
          <a:xfrm>
            <a:off x="6870700" y="18923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368641" name="Frame"/>
          <p:cNvSpPr>
            <a:spLocks noGrp="1"/>
          </p:cNvSpPr>
          <p:nvPr/>
        </p:nvSpPr>
        <p:spPr>
          <a:xfrm>
            <a:off x="152400" y="1371600"/>
            <a:ext cx="9639300" cy="520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091222473" name="Text">
    </p:cNvPr>
          <p:cNvSpPr>
            <a:spLocks noGrp="1"/>
          </p:cNvSpPr>
          <p:nvPr/>
        </p:nvSpPr>
        <p:spPr>
          <a:xfrm rot="0">
            <a:off x="152400" y="1371600"/>
            <a:ext cx="7366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527764780" name="Text">
    </p:cNvPr>
          <p:cNvSpPr>
            <a:spLocks noGrp="1"/>
          </p:cNvSpPr>
          <p:nvPr/>
        </p:nvSpPr>
        <p:spPr>
          <a:xfrm rot="0">
            <a:off x="939800" y="1422400"/>
            <a:ext cx="4610100" cy="469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제조원가 검증용-PP 생산오더 기초정보 프로그램 생성(ZPCOR2060)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[TR] 법인카드 WBS 마스터 CCS 전송 추가 수정(ZCOT9040)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SAP→e-Pro PR 전송 시 구매그룹 지정 건 *ZEPR1020 구매그룹 지정 로직 변경</a:t>
            </a:r>
          </a:p>
        </p:txBody>
      </p:sp>
      <p:sp>
        <p:nvSpPr>
          <p:cNvPr id="632065852" name="Text">
    </p:cNvPr>
          <p:cNvSpPr>
            <a:spLocks noGrp="1"/>
          </p:cNvSpPr>
          <p:nvPr/>
        </p:nvSpPr>
        <p:spPr>
          <a:xfrm rot="0">
            <a:off x="7226300" y="1447800"/>
            <a:ext cx="2552700" cy="444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29895021" name="Text">
    </p:cNvPr>
          <p:cNvSpPr>
            <a:spLocks noGrp="1"/>
          </p:cNvSpPr>
          <p:nvPr/>
        </p:nvSpPr>
        <p:spPr>
          <a:xfrm rot="0">
            <a:off x="6108700" y="1371600"/>
            <a:ext cx="7620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38687047" name="Text">
    </p:cNvPr>
          <p:cNvSpPr>
            <a:spLocks noGrp="1"/>
          </p:cNvSpPr>
          <p:nvPr/>
        </p:nvSpPr>
        <p:spPr>
          <a:xfrm rot="0">
            <a:off x="5537200" y="1447800"/>
            <a:ext cx="571500" cy="444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05/02</a:t>
            </a:r>
          </a:p>
        </p:txBody>
      </p:sp>
      <p:sp>
        <p:nvSpPr>
          <p:cNvPr id="1153400041" name="Text">
    </p:cNvPr>
          <p:cNvSpPr>
            <a:spLocks noGrp="1"/>
          </p:cNvSpPr>
          <p:nvPr/>
        </p:nvSpPr>
        <p:spPr>
          <a:xfrm rot="0">
            <a:off x="889000" y="1371600"/>
            <a:ext cx="46482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145517" name="Text">
    </p:cNvPr>
          <p:cNvSpPr>
            <a:spLocks noGrp="1"/>
          </p:cNvSpPr>
          <p:nvPr/>
        </p:nvSpPr>
        <p:spPr>
          <a:xfrm rot="0">
            <a:off x="7124700" y="1371600"/>
            <a:ext cx="26543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4361388" name="Text">
    </p:cNvPr>
          <p:cNvSpPr>
            <a:spLocks noGrp="1"/>
          </p:cNvSpPr>
          <p:nvPr/>
        </p:nvSpPr>
        <p:spPr>
          <a:xfrm rot="0">
            <a:off x="5537200" y="1371600"/>
            <a:ext cx="5715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9757337" name="Rectangle"/>
          <p:cNvSpPr>
            <a:spLocks noGrp="1"/>
          </p:cNvSpPr>
          <p:nvPr/>
        </p:nvSpPr>
        <p:spPr>
          <a:xfrm>
            <a:off x="6870700" y="1371600"/>
            <a:ext cx="254000" cy="520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