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  <p:sldId id="2567" r:id="rId7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5102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852520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3801957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3358044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7546033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35905834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9552983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9117722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9652010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1207457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4583787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0325996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6520231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8363380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9255914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36737737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141676316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ITSM-110150 e-Biz 납품보류 해제기능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ITSM-110888 RSS적용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ITSM-110910 직영주유소 카드매출 전송 오류 수정</a:t>
            </a:r>
          </a:p>
        </p:txBody>
      </p:sp>
      <p:sp>
        <p:nvSpPr>
          <p:cNvPr id="62744241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64304190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88218315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ITSM-110623	유니폼 제어로직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ITSM-110150 e-Biz 납품보류 해제기능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ITSM-110888 RSS적용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ITSM-110910 직영주유소 카드매출 전송 오류 수정</a:t>
            </a:r>
          </a:p>
        </p:txBody>
      </p:sp>
      <p:sp>
        <p:nvSpPr>
          <p:cNvPr id="188082803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70287869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191503989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186145170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9990012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4442556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2505364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191361926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</a:p>
        </p:txBody>
      </p:sp>
      <p:sp>
        <p:nvSpPr>
          <p:cNvPr id="49151062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82912983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40159713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Comment 리스트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</a:p>
        </p:txBody>
      </p:sp>
      <p:sp>
        <p:nvSpPr>
          <p:cNvPr id="43565810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</a:p>
        </p:txBody>
      </p:sp>
      <p:sp>
        <p:nvSpPr>
          <p:cNvPr id="152077214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93117540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</a:p>
        </p:txBody>
      </p:sp>
      <p:sp>
        <p:nvSpPr>
          <p:cNvPr id="160339926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788490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2184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7645538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8680339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4621634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5453108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888190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6052014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7058288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3558756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0585986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2471551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1375726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8496359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5931660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0759078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45478636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4937685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</a:p>
        </p:txBody>
      </p:sp>
      <p:sp>
        <p:nvSpPr>
          <p:cNvPr id="4188020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67657989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59343371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</a:p>
        </p:txBody>
      </p:sp>
      <p:sp>
        <p:nvSpPr>
          <p:cNvPr id="71022743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35086329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</a:p>
        </p:txBody>
      </p:sp>
      <p:sp>
        <p:nvSpPr>
          <p:cNvPr id="120565160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48625883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2024650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0774496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</a:p>
        </p:txBody>
      </p:sp>
      <p:sp>
        <p:nvSpPr>
          <p:cNvPr id="125032708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</a:p>
        </p:txBody>
      </p:sp>
      <p:sp>
        <p:nvSpPr>
          <p:cNvPr id="20082405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11435327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31073757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80637027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GW_ mobile webview scroll 장애 원인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ITSM-110901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ITSM-110947 변경요청서 삭제ITSM-110980 변경결과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ITSM-111024 작업자 변경ITSM-111049 변경결과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</a:t>
            </a:r>
          </a:p>
        </p:txBody>
      </p:sp>
      <p:sp>
        <p:nvSpPr>
          <p:cNvPr id="57446901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60077491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43870373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68902628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1961432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34691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8716100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5576177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5043709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9965932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08806159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8762442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7340508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2181308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1515790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7573775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4046435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0636608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2388698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3075935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4560604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</a:p>
        </p:txBody>
      </p:sp>
      <p:sp>
        <p:nvSpPr>
          <p:cNvPr id="61568922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SAP Test 및 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360 Migration</a:t>
            </a:r>
          </a:p>
        </p:txBody>
      </p:sp>
      <p:sp>
        <p:nvSpPr>
          <p:cNvPr id="123944446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56953627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47586033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작업 수행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논의 및 프로세스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'CCS 사전점검' 작업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MTE Studio 큐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RPA 서버 교체로 인한 정상 확인 및딜레이된 작업 데이터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정리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'법인영업팀-항공급유 매출입력' 작업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'생산조정팀-전표처리' 작업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외화송금' 작업 엑셀 오류 확인 및 재수행</a:t>
            </a:r>
          </a:p>
        </p:txBody>
      </p:sp>
      <p:sp>
        <p:nvSpPr>
          <p:cNvPr id="76744304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</a:p>
        </p:txBody>
      </p:sp>
      <p:sp>
        <p:nvSpPr>
          <p:cNvPr id="174136367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</a:p>
        </p:txBody>
      </p:sp>
      <p:sp>
        <p:nvSpPr>
          <p:cNvPr id="143362888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</a:p>
        </p:txBody>
      </p:sp>
      <p:sp>
        <p:nvSpPr>
          <p:cNvPr id="55686380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2779827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0580631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26542457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65016553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요청서 (CP 전자결제-공장 tab)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</a:p>
        </p:txBody>
      </p:sp>
      <p:sp>
        <p:nvSpPr>
          <p:cNvPr id="117342062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30947868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37083689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요청서 (CP 전자결제-공장 tab)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</a:p>
        </p:txBody>
      </p:sp>
      <p:sp>
        <p:nvSpPr>
          <p:cNvPr id="192506289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81988570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br/>
          </a:p>
        </p:txBody>
      </p:sp>
      <p:sp>
        <p:nvSpPr>
          <p:cNvPr id="37001482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184127247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4584261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8585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1840460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5874351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968967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4178757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11433991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5332941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4272228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6937146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5206173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7336307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2144906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4632901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4511321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7508620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8244028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</a:p>
        </p:txBody>
      </p:sp>
      <p:sp>
        <p:nvSpPr>
          <p:cNvPr id="146500156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메뉴(작업계획서)		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ITSM-110729CP 결재 새문서 ［마곡］ 탭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신청서 추가 요청</a:t>
            </a:r>
          </a:p>
        </p:txBody>
      </p:sp>
      <p:sp>
        <p:nvSpPr>
          <p:cNvPr id="43238445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45629867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49367115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메뉴(작업완료관리)		-&gt; 프로시저 수정,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작업- 프론트 화면 정리중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ITSM-110829, ITSM-110850, ITSM-110856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ITSM-110841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ITSM-110862, ITSM-110856, ITSM-110923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ITSM-110983, ITSM-110969, ITSM-110986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ITSM-111007, ITSM-110979, ITSM-111007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ITSM-111027, ITSM-111025</a:t>
            </a:r>
          </a:p>
        </p:txBody>
      </p:sp>
      <p:sp>
        <p:nvSpPr>
          <p:cNvPr id="153168232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187829635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139777041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68478450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9563046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8467764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89227005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43691289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</a:p>
        </p:txBody>
      </p:sp>
      <p:sp>
        <p:nvSpPr>
          <p:cNvPr id="146701429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64516065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55026706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ITSM-110343 ERM 시스템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ITSM-110793 LMS 관리자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ITSM-110913규정관리기안지 개정 시 개정일자 기준으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로 공지 게시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부서지침서 &gt; RFCC1공장공통 &gt; RFCC1팀 &gt; RFCC1-W-0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034 / 0036  개정오류 2건, 재개정처리.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24년 4월 휴넷 교육이력 735건, LMS시스템에 연계되도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록 데이터 INSERT 및 배치실행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ITSM-111025규정관리 기안지(DB2-24-0016, MSDS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정) 관련 첨부 문서 변경</a:t>
            </a:r>
          </a:p>
        </p:txBody>
      </p:sp>
      <p:sp>
        <p:nvSpPr>
          <p:cNvPr id="182155403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102913435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64626846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170806569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7914887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03467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9683654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304311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6811070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3691249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5170940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5103475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7112602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1197149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6571475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2029683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320024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1533828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0899472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3520646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</a:p>
        </p:txBody>
      </p:sp>
      <p:sp>
        <p:nvSpPr>
          <p:cNvPr id="56874469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</a:p>
        </p:txBody>
      </p:sp>
      <p:sp>
        <p:nvSpPr>
          <p:cNvPr id="39884262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공구창고 재고조회 대분류 항목 추가</a:t>
            </a:r>
          </a:p>
        </p:txBody>
      </p:sp>
      <p:sp>
        <p:nvSpPr>
          <p:cNvPr id="192479792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35591860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14000190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(대리점영업팀) 기회수 상품권 번호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반입승인 재신청으로 인한 중복데이터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SAP 업그레이드 프로젝트 지원을 위한 권한 요청</a:t>
            </a:r>
          </a:p>
        </p:txBody>
      </p:sp>
      <p:sp>
        <p:nvSpPr>
          <p:cNvPr id="205259898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</a:p>
        </p:txBody>
      </p:sp>
      <p:sp>
        <p:nvSpPr>
          <p:cNvPr id="149206717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</a:p>
        </p:txBody>
      </p:sp>
      <p:sp>
        <p:nvSpPr>
          <p:cNvPr id="9302337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</a:p>
        </p:txBody>
      </p:sp>
      <p:sp>
        <p:nvSpPr>
          <p:cNvPr id="158967009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0742418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95313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3838501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9501722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282471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2889978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1459000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2992297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1186720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651977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6288938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0943200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4037825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4357602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5779801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49843954" name="Text">
    </p:cNvPr>
          <p:cNvSpPr>
            <a:spLocks noGrp="1"/>
          </p:cNvSpPr>
          <p:nvPr/>
        </p:nvSpPr>
        <p:spPr>
          <a:xfrm rot="0">
            <a:off x="97028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448115065" name="Text">
    </p:cNvPr>
          <p:cNvSpPr>
            <a:spLocks noGrp="1"/>
          </p:cNvSpPr>
          <p:nvPr/>
        </p:nvSpPr>
        <p:spPr>
          <a:xfrm rot="0">
            <a:off x="93345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724413779" name="Text">
    </p:cNvPr>
          <p:cNvSpPr>
            <a:spLocks noGrp="1"/>
          </p:cNvSpPr>
          <p:nvPr/>
        </p:nvSpPr>
        <p:spPr>
          <a:xfrm rot="0">
            <a:off x="5930900" y="1511300"/>
            <a:ext cx="3403600" cy="3340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ITSM-109350 PRM 품질성적서 제공 시스템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추가 보완 요청 (품질규격 마스터 및 메일링 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비스)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ITSM-110824 ISMS-P 관련 VOC System 정리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(CRM 측 협의 필요)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SAP DS 가이드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ISMS(P) 증적요청 자료 작성 (w. 강길제 과장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님)</a:t>
            </a:r>
            <a:br/>
          </a:p>
        </p:txBody>
      </p:sp>
      <p:sp>
        <p:nvSpPr>
          <p:cNvPr id="1900525320" name="Text">
    </p:cNvPr>
          <p:cNvSpPr>
            <a:spLocks noGrp="1"/>
          </p:cNvSpPr>
          <p:nvPr/>
        </p:nvSpPr>
        <p:spPr>
          <a:xfrm rot="0">
            <a:off x="5308600" y="1511300"/>
            <a:ext cx="5715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61735062" name="Text">
    </p:cNvPr>
          <p:cNvSpPr>
            <a:spLocks noGrp="1"/>
          </p:cNvSpPr>
          <p:nvPr/>
        </p:nvSpPr>
        <p:spPr>
          <a:xfrm rot="0">
            <a:off x="88900" y="1511300"/>
            <a:ext cx="5715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051375522" name="Text">
    </p:cNvPr>
          <p:cNvSpPr>
            <a:spLocks noGrp="1"/>
          </p:cNvSpPr>
          <p:nvPr/>
        </p:nvSpPr>
        <p:spPr>
          <a:xfrm rot="0">
            <a:off x="711200" y="1511300"/>
            <a:ext cx="3403600" cy="3340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ITSM-109350 PRM 품질성적서 제공 시스템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추가 보완 요청 (품질규격 마스터 및 메일링 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비스)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품질성적서 &gt; 거래처별 품질성적서 내 컬럼 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터 컬럼 누락 추가 [ITSM-110813]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거래처 정보 &gt; 거래처 검색 - 품질 VOC 내 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질부적합 중복 통보 삭제 요청 [ITSM-110981]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SAP DS 가이드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모의해킹 취약점 조치 개선 (XSS)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(1) 처리 및 관리 페이지 내 고객정보 Like 쿼리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문 제거 및 (2) VOC 목록 내 종료일 추가 &amp; '등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록일' 검색 ( + 24일, 추가사항 발생 / 30일,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WAS 재기동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ITSM-110824 ISMS-P 관련 VOC System 정리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(CRM 측 협의 필요)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ISMS(P) 증적요청 자료 작성 (w. 강길제 과장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이관관리 &gt; 이관계획결과관리 '제주저유소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(3203)' / '경유(4007)' - 삭제 실패 Error 점검</a:t>
            </a:r>
            <a:br/>
          </a:p>
        </p:txBody>
      </p:sp>
      <p:sp>
        <p:nvSpPr>
          <p:cNvPr id="2016137745" name="Text">
    </p:cNvPr>
          <p:cNvSpPr>
            <a:spLocks noGrp="1"/>
          </p:cNvSpPr>
          <p:nvPr/>
        </p:nvSpPr>
        <p:spPr>
          <a:xfrm rot="0">
            <a:off x="44831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882431467" name="Text">
    </p:cNvPr>
          <p:cNvSpPr>
            <a:spLocks noGrp="1"/>
          </p:cNvSpPr>
          <p:nvPr/>
        </p:nvSpPr>
        <p:spPr>
          <a:xfrm rot="0">
            <a:off x="48514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</a:p>
        </p:txBody>
      </p:sp>
      <p:sp>
        <p:nvSpPr>
          <p:cNvPr id="580988351" name="Text">
    </p:cNvPr>
          <p:cNvSpPr>
            <a:spLocks noGrp="1"/>
          </p:cNvSpPr>
          <p:nvPr/>
        </p:nvSpPr>
        <p:spPr>
          <a:xfrm rot="0">
            <a:off x="41148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1230866926" name="Text">
    </p:cNvPr>
          <p:cNvSpPr>
            <a:spLocks noGrp="1"/>
          </p:cNvSpPr>
          <p:nvPr/>
        </p:nvSpPr>
        <p:spPr>
          <a:xfrm rot="0">
            <a:off x="660400" y="1511300"/>
            <a:ext cx="34544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74878862" name="Text">
    </p:cNvPr>
          <p:cNvSpPr>
            <a:spLocks noGrp="1"/>
          </p:cNvSpPr>
          <p:nvPr/>
        </p:nvSpPr>
        <p:spPr>
          <a:xfrm rot="0">
            <a:off x="5880100" y="1511300"/>
            <a:ext cx="34544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92174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1244873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3273881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13843939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8260564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82606312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5443499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713404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8987103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668053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0908707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8101636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9130160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7775365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3666236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166524679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</a:p>
        </p:txBody>
      </p:sp>
      <p:sp>
        <p:nvSpPr>
          <p:cNvPr id="51968270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4월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ERP와 e-Pro간 입고/납품완료 불일치 점검 및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SHBE 대상 일반용역 사후평가표 수정 요청</a:t>
            </a:r>
          </a:p>
        </p:txBody>
      </p:sp>
      <p:sp>
        <p:nvSpPr>
          <p:cNvPr id="27486306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200121134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42503488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2024.3월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4월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SGIC 서울보증보험 인증서 갱신에 따른 서버작업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ERP와 e-Pro간 입고/납품완료 불일치 점검 및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SHBE 대상 일반용역 사후평가표 수정 요청</a:t>
            </a:r>
          </a:p>
        </p:txBody>
      </p:sp>
      <p:sp>
        <p:nvSpPr>
          <p:cNvPr id="124437712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125566312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</a:p>
        </p:txBody>
      </p:sp>
      <p:sp>
        <p:nvSpPr>
          <p:cNvPr id="211119874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</a:p>
        </p:txBody>
      </p:sp>
      <p:sp>
        <p:nvSpPr>
          <p:cNvPr id="120917312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0534095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