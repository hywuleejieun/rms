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[2024.05.07 ~ 2024.05.13]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5월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599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89969112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0395786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0050039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4668073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33675110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110903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96123872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3860395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701182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3062720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62237030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715221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10908951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01774291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04906055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4792653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989336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986272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977922716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49081237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006996326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0862672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120086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8365148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540471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5364710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2061977099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1974390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83529766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7768845" name="Frame"/>
          <p:cNvSpPr>
            <a:spLocks noGrp="1"/>
          </p:cNvSpPr>
          <p:nvPr/>
        </p:nvSpPr>
        <p:spPr>
          <a:xfrm>
            <a:off x="101600" y="26797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54835256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674899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6456673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80768753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9321048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011967632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8848926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19128510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2206477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ERP와 e-Pro간 입고/납품완료 불일치 점검 및 모니터링 리포트 개발 요청</a:t>
            </a:r>
          </a:p>
        </p:txBody>
      </p:sp>
      <p:sp>
        <p:nvSpPr>
          <p:cNvPr id="1032770080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70627563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924176748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6498719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2630957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508966" name="Frame"/>
          <p:cNvSpPr>
            <a:spLocks noGrp="1"/>
          </p:cNvSpPr>
          <p:nvPr/>
        </p:nvSpPr>
        <p:spPr>
          <a:xfrm>
            <a:off x="165100" y="33020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84379492" name="Text">
    </p:cNvPr>
          <p:cNvSpPr>
            <a:spLocks noGrp="1"/>
          </p:cNvSpPr>
          <p:nvPr/>
        </p:nvSpPr>
        <p:spPr>
          <a:xfrm rot="0">
            <a:off x="165100" y="33020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26724964" name="Text">
    </p:cNvPr>
          <p:cNvSpPr>
            <a:spLocks noGrp="1"/>
          </p:cNvSpPr>
          <p:nvPr/>
        </p:nvSpPr>
        <p:spPr>
          <a:xfrm rot="0">
            <a:off x="965200" y="33782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 *발주 생성 및 기성보고서 전송 RFC 함수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로직 추가</a:t>
            </a:r>
          </a:p>
        </p:txBody>
      </p:sp>
      <p:sp>
        <p:nvSpPr>
          <p:cNvPr id="1509619646" name="Text">
    </p:cNvPr>
          <p:cNvSpPr>
            <a:spLocks noGrp="1"/>
          </p:cNvSpPr>
          <p:nvPr/>
        </p:nvSpPr>
        <p:spPr>
          <a:xfrm rot="0">
            <a:off x="7239000" y="33782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40247808" name="Text">
    </p:cNvPr>
          <p:cNvSpPr>
            <a:spLocks noGrp="1"/>
          </p:cNvSpPr>
          <p:nvPr/>
        </p:nvSpPr>
        <p:spPr>
          <a:xfrm rot="0">
            <a:off x="5549900" y="33782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136371637" name="Text">
    </p:cNvPr>
          <p:cNvSpPr>
            <a:spLocks noGrp="1"/>
          </p:cNvSpPr>
          <p:nvPr/>
        </p:nvSpPr>
        <p:spPr>
          <a:xfrm rot="0">
            <a:off x="901700" y="33020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032202" name="Text">
    </p:cNvPr>
          <p:cNvSpPr>
            <a:spLocks noGrp="1"/>
          </p:cNvSpPr>
          <p:nvPr/>
        </p:nvSpPr>
        <p:spPr>
          <a:xfrm rot="0">
            <a:off x="6121400" y="33020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3748074" name="Text">
    </p:cNvPr>
          <p:cNvSpPr>
            <a:spLocks noGrp="1"/>
          </p:cNvSpPr>
          <p:nvPr/>
        </p:nvSpPr>
        <p:spPr>
          <a:xfrm rot="0">
            <a:off x="5549900" y="33020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4743463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38507568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49840743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40564272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ITSM-110910 직영주유소 카드매출 전송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'생산조정팀-전표처리'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행동평가대상 알림메일 발송건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ISMS(P) 증적요청 자료 작성</a:t>
            </a:r>
          </a:p>
        </p:txBody>
      </p:sp>
      <p:sp>
        <p:nvSpPr>
          <p:cNvPr id="488741675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97068610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62056870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</a:p>
        </p:txBody>
      </p:sp>
      <p:sp>
        <p:nvSpPr>
          <p:cNvPr id="20177233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4385567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6618794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1574220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80191480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44730141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7618348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 기초정보 업로드 및 유지보수 생성(ZPCOR2060)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추가수정(ZCOT9040)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1787851460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0695005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43961205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</a:p>
        </p:txBody>
      </p:sp>
      <p:sp>
        <p:nvSpPr>
          <p:cNvPr id="694857613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523190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328678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5515742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9905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7497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61281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712708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905560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671818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3532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9330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26396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40603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81760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15195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5836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201762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921087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57930323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44086250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21449087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0558027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6655483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제조원가 검증용 기초정보 업로드 및 유지보수 생성(Z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법인카드 WBS 마스터 CCS 전송 추가수정(ZCOT9040)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월별 PP 생산오더 액티비티 작업시간 생성(ZPCOR2050)</a:t>
            </a:r>
          </a:p>
        </p:txBody>
      </p:sp>
      <p:sp>
        <p:nvSpPr>
          <p:cNvPr id="9314685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22301385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0467299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6536601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94024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4094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265277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6639659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2068759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3376900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6285984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</a:p>
        </p:txBody>
      </p:sp>
      <p:sp>
        <p:nvSpPr>
          <p:cNvPr id="1424052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6072500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6451636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466789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264840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860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90943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16326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66665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569909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565047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18798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48230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17243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23162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97046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2840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71426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46406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809932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2381401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</a:p>
        </p:txBody>
      </p:sp>
      <p:sp>
        <p:nvSpPr>
          <p:cNvPr id="1414216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5123718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809585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378753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QCI C프로그램 컴파일 작업 관련 업무지원(삼성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백업 공간 부족에 따른 BACKUP CATALOG 삭제작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 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ERP운영(DB+CI) DB데이터 저장공간 확보를 위한 File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ystem 증설 관련 정리 및 전달</a:t>
            </a:r>
          </a:p>
        </p:txBody>
      </p:sp>
      <p:sp>
        <p:nvSpPr>
          <p:cNvPr id="40299928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4619241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8174321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20248822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52971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5557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99624382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711796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555904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6925537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801813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정복:19장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1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2 공부하기</a:t>
            </a:r>
          </a:p>
        </p:txBody>
      </p:sp>
      <p:sp>
        <p:nvSpPr>
          <p:cNvPr id="7870575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1033680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88045973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707189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04023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240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074212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08290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749828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500360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649315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97543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94288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03477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68360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3019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91572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5526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261959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137178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078973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3133655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20321378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244072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812643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3497866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3096384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91374719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601887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3740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2055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7780131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14952498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</a:t>
            </a:r>
          </a:p>
        </p:txBody>
      </p:sp>
      <p:sp>
        <p:nvSpPr>
          <p:cNvPr id="2528748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62548226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1319412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[ITSM-111041] SF 제공 매니저 정보 취득로직 수정(파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트조직일 경우 상위 팀리더로 변경)- 인사정보요청 개발문서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[ITSM-103122]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[ITSM-111144] 결재문서 내 담당부서 결재선 변경- [ITSM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-111160] 특근확인서 휴게시간 및 특근시간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주택자금/생활안정자금 반려시 메일발송 적용 검토- 조직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변경관련 문의 외 </a:t>
            </a:r>
          </a:p>
        </p:txBody>
      </p:sp>
      <p:sp>
        <p:nvSpPr>
          <p:cNvPr id="9847038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56596959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1535207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86595082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785671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4972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534270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35532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72012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832228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22033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459411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38919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72509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41375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26934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350204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75951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66886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63130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2150459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9206836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출장명령서/출장비신청서의 출장기간 표기 추가 80%</a:t>
            </a:r>
          </a:p>
        </p:txBody>
      </p:sp>
      <p:sp>
        <p:nvSpPr>
          <p:cNvPr id="16826391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330539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91673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학자금 및 영유아 보육지원 신청관리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출장명령서/출장비신청서의 출장기간 표기 추가</a:t>
            </a:r>
          </a:p>
        </p:txBody>
      </p:sp>
      <p:sp>
        <p:nvSpPr>
          <p:cNvPr id="104059015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58247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615379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127042325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09653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14051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3828244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6511676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195995781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651661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0421489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</a:p>
        </p:txBody>
      </p:sp>
      <p:sp>
        <p:nvSpPr>
          <p:cNvPr id="180854698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902735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9471617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</a:p>
        </p:txBody>
      </p:sp>
      <p:sp>
        <p:nvSpPr>
          <p:cNvPr id="14805236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607665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952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59252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67450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25238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549740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084779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41114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34594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93788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564526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2229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98873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827966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01598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45216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7104936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21192512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</a:p>
        </p:txBody>
      </p:sp>
      <p:sp>
        <p:nvSpPr>
          <p:cNvPr id="206014750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733015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3088280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ITSM-110888 RSS적용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ITSM-110910 직영주유소 카드매출 전송 오류 수정</a:t>
            </a:r>
          </a:p>
        </p:txBody>
      </p:sp>
      <p:sp>
        <p:nvSpPr>
          <p:cNvPr id="9655185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319057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773554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6516072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844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20972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90244564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213969450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</a:p>
        </p:txBody>
      </p:sp>
      <p:sp>
        <p:nvSpPr>
          <p:cNvPr id="182984902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1029363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6475672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</a:p>
        </p:txBody>
      </p:sp>
      <p:sp>
        <p:nvSpPr>
          <p:cNvPr id="7655437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569036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7037228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6488737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468584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7318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90812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4845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74472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28450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219110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85406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27183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10889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22285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26569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09500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1072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80250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942687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4861724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6464215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중처법대상여부 컬럼 및 Dataset 보완</a:t>
            </a:r>
            <a:br/>
          </a:p>
        </p:txBody>
      </p:sp>
      <p:sp>
        <p:nvSpPr>
          <p:cNvPr id="17415848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991499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48071380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중처법대상여부 컬럼 및 Dataset 보완</a:t>
            </a:r>
            <a:br/>
          </a:p>
        </p:txBody>
      </p:sp>
      <p:sp>
        <p:nvSpPr>
          <p:cNvPr id="11196759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445684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5071997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122678836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39582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91774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63407432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3790134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0959149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480610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226283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변경ITSM-110734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계정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변경ITSM-111208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ITSM-110933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전자결재 이미지 스크롤 오류 문의 및 UIWebView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→ WKWebView 변경 테스트 및 UI 수정 테스트</a:t>
            </a:r>
          </a:p>
        </p:txBody>
      </p:sp>
      <p:sp>
        <p:nvSpPr>
          <p:cNvPr id="18471505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03522331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1168502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34022658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164573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3685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15809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58766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51104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021717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951450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26689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529148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5045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42147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63064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93222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2955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90922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692535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525211560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929666015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Test 및 A360 Migration</a:t>
            </a:r>
            <a:br/>
          </a:p>
        </p:txBody>
      </p:sp>
      <p:sp>
        <p:nvSpPr>
          <p:cNvPr id="681377952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15342115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010982852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엑셀 오류로 인한 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벽작업 오류 확인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엑셀 미생성 확인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재부팅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담당자 확인 요청으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 인한 로그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OCR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Update 및 재운영을 위한 협의 및 자료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작업PC ODBC 및 OCR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SAP 입력 데이터 매핑 및 추출 과정 프로세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 생성 및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해당 작업 운영 서버 시현 및 녹화 영상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- 2년전 데이터 및 현재 데이터, RPA결과물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RPA로 구현되어있는 로직 중 RPA에서 쳐내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 SAP으로 전환할 부분 선별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'생산조정팀-전표처리'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</a:p>
        </p:txBody>
      </p:sp>
      <p:sp>
        <p:nvSpPr>
          <p:cNvPr id="644245573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723790377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914326619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813498581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575314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8445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27000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7991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430931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20599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254080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66097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28682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61559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62609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07489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14939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65822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853200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57202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20764251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9794556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379638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125315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4367629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6609277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67933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19091522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457447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7101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5111585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</a:p>
        </p:txBody>
      </p:sp>
      <p:sp>
        <p:nvSpPr>
          <p:cNvPr id="1274300487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</a:p>
        </p:txBody>
      </p:sp>
      <p:sp>
        <p:nvSpPr>
          <p:cNvPr id="1009842621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CP 결재 새문서 ［마곡］ 탭 생성 및 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요청</a:t>
            </a:r>
            <a:br/>
          </a:p>
        </p:txBody>
      </p:sp>
      <p:sp>
        <p:nvSpPr>
          <p:cNvPr id="1461620390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05283145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79163448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TSM-110729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CP 결재 새문서 ［마곡］ 탭 생성 및 신청서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요청 (작업완료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ITSM-111039, ITSM-111033, ITSM-111103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협조문(A83-24-0022)에 기안지(A83-24-0039)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첨부결재문서로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ITSM-111131, ITSM-111144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메일로 요청옴 -&gt; 자산위치부서변경 삭제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내역 복원(ITSM-110700)</a:t>
            </a:r>
            <a:br/>
          </a:p>
        </p:txBody>
      </p:sp>
      <p:sp>
        <p:nvSpPr>
          <p:cNvPr id="107658647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675868916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666424521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955076831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1130504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621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70291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181978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49754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629893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48396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42199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913660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07871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19784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633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35948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21721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497051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19826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5088300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730422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2845869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286624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1027797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[ERM 시스템] ERM sub committee 회의록 등록 관련 개최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회차 팝업 미출력 확인 및 대처방안 확인, 오류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행동평가대상 알림메일 발송건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ITSM-111240탈황3팀 김용환 주임(5320) ERS 부서지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침서 폴더 관리를 위한 관리자 권한 부여 요청</a:t>
            </a:r>
          </a:p>
        </p:txBody>
      </p:sp>
      <p:sp>
        <p:nvSpPr>
          <p:cNvPr id="4763431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</a:p>
        </p:txBody>
      </p:sp>
      <p:sp>
        <p:nvSpPr>
          <p:cNvPr id="10683705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5697292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34384610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09431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95295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651460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3085121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</a:p>
        </p:txBody>
      </p:sp>
      <p:sp>
        <p:nvSpPr>
          <p:cNvPr id="6015235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9310214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969591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상품권판매현황 ERP 연계된 데이터 취소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공구실 업무관련(대분류명 수정건)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PO : 4501187782 적치확정 데이터 취소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현재 기준 시나리오별 주관, 실무 담당자 리스트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추출</a:t>
            </a:r>
          </a:p>
        </p:txBody>
      </p:sp>
      <p:sp>
        <p:nvSpPr>
          <p:cNvPr id="21359863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397620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63324895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158867868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27638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138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85611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8217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760910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881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526802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520052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64155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55227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15811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51872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92433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79364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85499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002803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2508726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7485266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(CRM 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협의 필요)</a:t>
            </a:r>
          </a:p>
        </p:txBody>
      </p:sp>
      <p:sp>
        <p:nvSpPr>
          <p:cNvPr id="152852386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703047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03142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(CRM 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V240508-0000001-1 '완료승인요청' 상태 및 처리 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견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증적요청 자료 작성 (w. 강길제 과장님)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거래처코드(2017312) 내 담당자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접속기록 정기점검 (4월)</a:t>
            </a:r>
          </a:p>
        </p:txBody>
      </p:sp>
      <p:sp>
        <p:nvSpPr>
          <p:cNvPr id="3206354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3254142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</a:p>
        </p:txBody>
      </p:sp>
      <p:sp>
        <p:nvSpPr>
          <p:cNvPr id="6724308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17765301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33517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01903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6222813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15004546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2372237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2584028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818296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3560718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082463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5090860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577988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96304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