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8370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01532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43092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95337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051434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020861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34841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57324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78088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15011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53047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6479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32270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77866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96062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583507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4764373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</a:p>
        </p:txBody>
      </p:sp>
      <p:sp>
        <p:nvSpPr>
          <p:cNvPr id="10060221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524808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205506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ITSM-115839거래처 삭제 (주)마포주유소</a:t>
            </a:r>
          </a:p>
        </p:txBody>
      </p:sp>
      <p:sp>
        <p:nvSpPr>
          <p:cNvPr id="72718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721313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098375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233866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324651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23446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1655688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39698505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0139598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652296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0447715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[ITSM-115541]LIMS와 인터페이스용 제품탱크별 Leve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 정보 View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24년 8월 인프라 취약점 조치</a:t>
            </a:r>
          </a:p>
        </p:txBody>
      </p:sp>
      <p:sp>
        <p:nvSpPr>
          <p:cNvPr id="104835298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</a:p>
        </p:txBody>
      </p:sp>
      <p:sp>
        <p:nvSpPr>
          <p:cNvPr id="20922126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</a:p>
        </p:txBody>
      </p:sp>
      <p:sp>
        <p:nvSpPr>
          <p:cNvPr id="8045797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471824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655560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599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5173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01811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69959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435601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067385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834544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24182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18856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3615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67059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5042265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15335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108806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44994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3642523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20786003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46742653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742047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368410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220901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7768480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</a:p>
        </p:txBody>
      </p:sp>
      <p:sp>
        <p:nvSpPr>
          <p:cNvPr id="332300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386006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00347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07386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2799784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13937103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google 정책 사항 변경으로 e-biz 소스 수정 및 배포</a:t>
            </a:r>
          </a:p>
        </p:txBody>
      </p:sp>
      <p:sp>
        <p:nvSpPr>
          <p:cNvPr id="17534129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2956106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008016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변경ITSM-115638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기준정보(EAMS) 명칭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ITSM-114885 변경등급 변경ITSM-115677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제ITSM-115754 견적서 공수 변경ITSM-108193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 배치로 인한 CPU 과부화로 서버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google 정책 사항 변경으로 e-biz 소스 수정 및 배포</a:t>
            </a:r>
          </a:p>
        </p:txBody>
      </p:sp>
      <p:sp>
        <p:nvSpPr>
          <p:cNvPr id="61412522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53190298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3677064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89566370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79436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4062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3539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14886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540368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7906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205361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33206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1733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842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38729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40939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93265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28424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854145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0030776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482649346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</a:p>
        </p:txBody>
      </p:sp>
      <p:sp>
        <p:nvSpPr>
          <p:cNvPr id="1179613754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</a:p>
        </p:txBody>
      </p:sp>
      <p:sp>
        <p:nvSpPr>
          <p:cNvPr id="1686469666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32535115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86570772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에러 원인 확인 및 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당자 전달        - 메일 수신 내역 하나 누락. 담당자 조치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'윤활유 빌링'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Spoke 서버 DB 연결정보 'PO_TAS 개발서버 확인 내용 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층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A11-&gt;A360 '#3 외화입금내역 반제 자동화' 작업 SAP U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pgrade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및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특정PC에서 RPA Control Room에 PDF업로드 불가. 보안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담당자 문의.         - RPA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내역은 남아있으나, 담당자의 SAP 화면에서 조회가 안됨.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로이터 보안패치 정상가동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오류 확인 및 수정        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특정 T-CODE명 변경 관계로 인한 RPA 탐색불가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재고현황 수집' 작업 오류처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'구매요구서 및 기술검수증 생성' 작업 수행 및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류확인, 재수행</a:t>
            </a:r>
          </a:p>
        </p:txBody>
      </p:sp>
      <p:sp>
        <p:nvSpPr>
          <p:cNvPr id="1664223574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748232062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745059229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073039119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1751710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9102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43554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99281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45594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92655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127305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767894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83877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56459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14008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04507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746920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1757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63879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77463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68489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15226353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881773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706833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91387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5273618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357003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11479328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9273476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74349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7191138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218753672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324969250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ITSM-115639OSPM(외주용역관리) 결재 대행자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지정 기능 추가 요청</a:t>
            </a:r>
          </a:p>
        </p:txBody>
      </p:sp>
      <p:sp>
        <p:nvSpPr>
          <p:cNvPr id="2112812694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24258016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56927232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ITSM-115603, ITSM-115635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ITSM-115662, ITSM-115654, ITSM-115648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TSM-115650, ITSM-115469, ITSM-115644, ITSM-115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668, ITSM-115674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ITSM-115719, ITSM-115727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ITSM-115767, ITSM-115771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ITSM-115783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008498558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910978093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094738551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886343378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6479537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1191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32921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56016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452807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296167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505661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6360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12548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54485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59125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07857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90816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42538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32411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6213345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971109926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1268554261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892469347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38919897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71488012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안전보건교육절차 최상배 대리 , 시험 재응시 가능하도록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[LMS]안전-elearning 교육과정에 등록된 수강인원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료인원 통계.(2024.08.20 기준)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HQLMSDEV 서버 드라이브 정리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작업허가절차 시험 응시 오류 확인 및 수정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이러닝 교육 후 시험 응시시 튕김으로 인해 재응시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처리(최상배 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회수후, 작성중인 문서에서 조회 안 됨.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SOB-01-002 직제규정 국문 조회 안됨. 상태 변경요청.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출장비신청서 회수후 작성중인 문서 조회 안됨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(이상배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멘토링활동비 신청서 작성시 직급-생산직, 직책-계장 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경우 10만원으로 지원금액 제한되도록 로직 수정 적용</a:t>
            </a:r>
          </a:p>
        </p:txBody>
      </p:sp>
      <p:sp>
        <p:nvSpPr>
          <p:cNvPr id="479371861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956729532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667044814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589744147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2730004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0351545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375649618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66973300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문의 사항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</a:p>
        </p:txBody>
      </p:sp>
      <p:sp>
        <p:nvSpPr>
          <p:cNvPr id="339609900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35352056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41854829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 예산 장기 미 집행 시나리오 확인 및 감액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완료 건 모니터링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문의 사항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외부 감사인 전산 감사 사전 요청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상품권 8월 데이터 조회 에러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- 24년 상반기 방화벽 정책 Rule Revalidation 확인 요청</a:t>
            </a:r>
          </a:p>
        </p:txBody>
      </p:sp>
      <p:sp>
        <p:nvSpPr>
          <p:cNvPr id="931405099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402410398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453934134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983288452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0804908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245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59537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18170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36103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068515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66698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7297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54530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35181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49293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6149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65526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75143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967296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1386756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291507660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245125424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588869107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98695260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02166996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[2024 상반기 방화벽 정책 Revalidation] (이여진 사원님)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여부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선사 사용자 ID : VA100005, 에스제이탱커 계정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태 확인 (비밀번호 오류로 인한 잠금)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개발(DEV) Windows 보안 패치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ROB_JOB_LOPAS_SHIPMENT_2 중복키(8건)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운영(PRD) Windows 보안 패치 점검 (18:30~22:30)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스팸 메일 및 중복 접수 (홈페이지,HMP) 종료 처리 단순화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요청 건 개선안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황 경유-1 세탄지수 법적규격 수정 요청 (하기임에도 혹한기로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설정)</a:t>
            </a:r>
          </a:p>
        </p:txBody>
      </p:sp>
      <p:sp>
        <p:nvSpPr>
          <p:cNvPr id="1497115533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650675446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</a:p>
        </p:txBody>
      </p:sp>
      <p:sp>
        <p:nvSpPr>
          <p:cNvPr id="1373507212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1263486522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9303581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485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64491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9707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398075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40243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85331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3287961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27434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03070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78895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11984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07597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88466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68029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8794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0663013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4083342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7월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369577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281464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3303326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7월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Upgrade에 따른 EAI 연동 테스트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EIS시스템 Upgrade에 따른  소스 및 문서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EIS시스템 Upgrade에 따른 업무 및 Longview소스 설명</a:t>
            </a:r>
          </a:p>
        </p:txBody>
      </p:sp>
      <p:sp>
        <p:nvSpPr>
          <p:cNvPr id="16576598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6183861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4988434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471311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0551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