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</p:sldIdLst>
  <p:sldSz cx="9906000" cy="7556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96908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61620686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803863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0186553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400379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70091382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9445940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624129150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36081043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32395508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53174866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247824366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444080102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48451525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708815987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658367971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0057735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79292896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2635187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622071570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649681055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603497886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5595782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9108253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5726022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6563257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0079338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747635226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0990912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998931624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7315436" name="Frame"/>
          <p:cNvSpPr>
            <a:spLocks noGrp="1"/>
          </p:cNvSpPr>
          <p:nvPr/>
        </p:nvSpPr>
        <p:spPr>
          <a:xfrm>
            <a:off x="101600" y="2984500"/>
            <a:ext cx="9779000" cy="194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547479216" name="Text">
    </p:cNvPr>
          <p:cNvSpPr>
            <a:spLocks noGrp="1"/>
          </p:cNvSpPr>
          <p:nvPr/>
        </p:nvSpPr>
        <p:spPr>
          <a:xfrm rot="0">
            <a:off x="165100" y="30480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63777668" name="Text">
    </p:cNvPr>
          <p:cNvSpPr>
            <a:spLocks noGrp="1"/>
          </p:cNvSpPr>
          <p:nvPr/>
        </p:nvSpPr>
        <p:spPr>
          <a:xfrm rot="0">
            <a:off x="152400" y="30099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 b="1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2094502425" name="Text">
    </p:cNvPr>
          <p:cNvSpPr>
            <a:spLocks noGrp="1"/>
          </p:cNvSpPr>
          <p:nvPr/>
        </p:nvSpPr>
        <p:spPr>
          <a:xfrm rot="0">
            <a:off x="165100" y="32639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24054548" name="Text">
    </p:cNvPr>
          <p:cNvSpPr>
            <a:spLocks noGrp="1"/>
          </p:cNvSpPr>
          <p:nvPr/>
        </p:nvSpPr>
        <p:spPr>
          <a:xfrm rot="0">
            <a:off x="901700" y="32639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11754279" name="Text">
    </p:cNvPr>
          <p:cNvSpPr>
            <a:spLocks noGrp="1"/>
          </p:cNvSpPr>
          <p:nvPr/>
        </p:nvSpPr>
        <p:spPr>
          <a:xfrm rot="0">
            <a:off x="5549900" y="32639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360368401" name="Text">
    </p:cNvPr>
          <p:cNvSpPr>
            <a:spLocks noGrp="1"/>
          </p:cNvSpPr>
          <p:nvPr/>
        </p:nvSpPr>
        <p:spPr>
          <a:xfrm rot="0">
            <a:off x="6121400" y="32639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434310397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086533534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727723250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ITSM-107407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SGI서울보증 차세대시스템 구축에 따른 전자보증 시스템 테스트</a:t>
            </a:r>
          </a:p>
        </p:txBody>
      </p:sp>
      <p:sp>
        <p:nvSpPr>
          <p:cNvPr id="1754356430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07234847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76609570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8107068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6605133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6038728" name="Frame"/>
          <p:cNvSpPr>
            <a:spLocks noGrp="1"/>
          </p:cNvSpPr>
          <p:nvPr/>
        </p:nvSpPr>
        <p:spPr>
          <a:xfrm>
            <a:off x="165100" y="36068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676574647" name="Text">
    </p:cNvPr>
          <p:cNvSpPr>
            <a:spLocks noGrp="1"/>
          </p:cNvSpPr>
          <p:nvPr/>
        </p:nvSpPr>
        <p:spPr>
          <a:xfrm rot="0">
            <a:off x="165100" y="36068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402605842" name="Text">
    </p:cNvPr>
          <p:cNvSpPr>
            <a:spLocks noGrp="1"/>
          </p:cNvSpPr>
          <p:nvPr/>
        </p:nvSpPr>
        <p:spPr>
          <a:xfrm rot="0">
            <a:off x="965200" y="3683000"/>
            <a:ext cx="4584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643164110" name="Text">
    </p:cNvPr>
          <p:cNvSpPr>
            <a:spLocks noGrp="1"/>
          </p:cNvSpPr>
          <p:nvPr/>
        </p:nvSpPr>
        <p:spPr>
          <a:xfrm rot="0">
            <a:off x="7239000" y="36830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59490137" name="Text">
    </p:cNvPr>
          <p:cNvSpPr>
            <a:spLocks noGrp="1"/>
          </p:cNvSpPr>
          <p:nvPr/>
        </p:nvSpPr>
        <p:spPr>
          <a:xfrm rot="0">
            <a:off x="5549900" y="36830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</a:p>
        </p:txBody>
      </p:sp>
      <p:sp>
        <p:nvSpPr>
          <p:cNvPr id="1098948474" name="Text">
    </p:cNvPr>
          <p:cNvSpPr>
            <a:spLocks noGrp="1"/>
          </p:cNvSpPr>
          <p:nvPr/>
        </p:nvSpPr>
        <p:spPr>
          <a:xfrm rot="0">
            <a:off x="901700" y="36068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6800217" name="Text">
    </p:cNvPr>
          <p:cNvSpPr>
            <a:spLocks noGrp="1"/>
          </p:cNvSpPr>
          <p:nvPr/>
        </p:nvSpPr>
        <p:spPr>
          <a:xfrm rot="0">
            <a:off x="6121400" y="36068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8301060" name="Text">
    </p:cNvPr>
          <p:cNvSpPr>
            <a:spLocks noGrp="1"/>
          </p:cNvSpPr>
          <p:nvPr/>
        </p:nvSpPr>
        <p:spPr>
          <a:xfrm rot="0">
            <a:off x="5549900" y="36068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593126" name="Frame"/>
          <p:cNvSpPr>
            <a:spLocks noGrp="1"/>
          </p:cNvSpPr>
          <p:nvPr/>
        </p:nvSpPr>
        <p:spPr>
          <a:xfrm>
            <a:off x="127000" y="1384300"/>
            <a:ext cx="9779000" cy="14605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287877036" name="Frame"/>
          <p:cNvSpPr>
            <a:spLocks noGrp="1"/>
          </p:cNvSpPr>
          <p:nvPr/>
        </p:nvSpPr>
        <p:spPr>
          <a:xfrm>
            <a:off x="152400" y="2070100"/>
            <a:ext cx="9664700" cy="7747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13115937" name="Text">
    </p:cNvPr>
          <p:cNvSpPr>
            <a:spLocks noGrp="1"/>
          </p:cNvSpPr>
          <p:nvPr/>
        </p:nvSpPr>
        <p:spPr>
          <a:xfrm rot="0">
            <a:off x="152400" y="20447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110920673" name="Text">
    </p:cNvPr>
          <p:cNvSpPr>
            <a:spLocks noGrp="1"/>
          </p:cNvSpPr>
          <p:nvPr/>
        </p:nvSpPr>
        <p:spPr>
          <a:xfrm rot="0">
            <a:off x="952500" y="2095500"/>
            <a:ext cx="45974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[RPA] A11 '윤활유 빌링'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CCS(법인카드정산)시스템 적요란 글자수 증액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[VOC] 스팸 메일 및 중복 접수 (홈페이지,HMP) 종료 처리 단순화 기능 요청 건 개선안 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ERP Upgrade에 따른 EAI 연동 테스트 지원</a:t>
            </a:r>
          </a:p>
        </p:txBody>
      </p:sp>
      <p:sp>
        <p:nvSpPr>
          <p:cNvPr id="518632585" name="Text">
    </p:cNvPr>
          <p:cNvSpPr>
            <a:spLocks noGrp="1"/>
          </p:cNvSpPr>
          <p:nvPr/>
        </p:nvSpPr>
        <p:spPr>
          <a:xfrm rot="0">
            <a:off x="7226300" y="2095500"/>
            <a:ext cx="25527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240529129" name="Text">
    </p:cNvPr>
          <p:cNvSpPr>
            <a:spLocks noGrp="1"/>
          </p:cNvSpPr>
          <p:nvPr/>
        </p:nvSpPr>
        <p:spPr>
          <a:xfrm rot="0">
            <a:off x="6108700" y="20447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59147261" name="Text">
    </p:cNvPr>
          <p:cNvSpPr>
            <a:spLocks noGrp="1"/>
          </p:cNvSpPr>
          <p:nvPr/>
        </p:nvSpPr>
        <p:spPr>
          <a:xfrm rot="0">
            <a:off x="5537200" y="2095500"/>
            <a:ext cx="571500" cy="749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</a:p>
        </p:txBody>
      </p:sp>
      <p:sp>
        <p:nvSpPr>
          <p:cNvPr id="1386293479" name="Text">
    </p:cNvPr>
          <p:cNvSpPr>
            <a:spLocks noGrp="1"/>
          </p:cNvSpPr>
          <p:nvPr/>
        </p:nvSpPr>
        <p:spPr>
          <a:xfrm rot="0">
            <a:off x="889000" y="20447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43814" name="Text">
    </p:cNvPr>
          <p:cNvSpPr>
            <a:spLocks noGrp="1"/>
          </p:cNvSpPr>
          <p:nvPr/>
        </p:nvSpPr>
        <p:spPr>
          <a:xfrm rot="0">
            <a:off x="7124700" y="20447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9988792" name="Text">
    </p:cNvPr>
          <p:cNvSpPr>
            <a:spLocks noGrp="1"/>
          </p:cNvSpPr>
          <p:nvPr/>
        </p:nvSpPr>
        <p:spPr>
          <a:xfrm rot="0">
            <a:off x="5537200" y="20447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9269640" name="Rectangle"/>
          <p:cNvSpPr>
            <a:spLocks noGrp="1"/>
          </p:cNvSpPr>
          <p:nvPr/>
        </p:nvSpPr>
        <p:spPr>
          <a:xfrm>
            <a:off x="6870700" y="20447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652136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rtlCol="0" anchor="ctr"/>
          <a:lstStyle/>
          <a:p>
            <a:pPr algn="ctr"/>
          </a:p>
        </p:txBody>
      </p:sp>
      <p:sp>
        <p:nvSpPr>
          <p:cNvPr id="1557924333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591439114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반제품 제조원가 검증 개선(ZPCOR2080)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부서발생비용 결재요청 PTI OPEN 로직 수정(ZEAM4100, ZEAM4200)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기성보고서 (4501187708 2023 ESG 보고서 디자인용역)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ITSM-115687 ZSDT8060 로직 수정</a:t>
            </a:r>
          </a:p>
        </p:txBody>
      </p:sp>
      <p:sp>
        <p:nvSpPr>
          <p:cNvPr id="920128220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9454281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32679836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</a:p>
        </p:txBody>
      </p:sp>
      <p:sp>
        <p:nvSpPr>
          <p:cNvPr id="224740886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65507212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7641777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47034408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