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945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17947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07010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30937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83656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529458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48370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55909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77123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11204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5590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3350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09740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19102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90849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3607917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1023787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24013567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581998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4434604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 개선 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반제전표 생성 로직 수정(ZFIR7032_1)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ZEAM8000 CP 결재문서 증빙청부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부서발생비용 결재요청 PTI OPEN 로직 수정 (ZEAM4100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ZEAM4200)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8212189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78391765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7914858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90536338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28411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87737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05805426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105183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4807429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820980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841177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(4501187708 2023 ESG 보고서 디자인용역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36509586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0036138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0215011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417867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56884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912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22928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84967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245487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265672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339453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97005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093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73529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25031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55963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77235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14338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51559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11154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3987490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</a:p>
        </p:txBody>
      </p:sp>
      <p:sp>
        <p:nvSpPr>
          <p:cNvPr id="97297236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2867256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4754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059461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 재설정 작업 (ZTD_40_D_DELETE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SHIP SCHEDULE 외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'24년도 2분기 용인/온산공장 NT서버 보안패치 작업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해당 SAP 시스템 서비스 점검작업(OSKPRO, hqhrcont)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8월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(hqbwdev, OSKPRO, OSKPRO2)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 2024년도 상반기 FW Rule Revalidation 수행 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검증에 따른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220085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5934591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556277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9099164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87641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352582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77235289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53926447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2794260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306191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1993142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9 (복습)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12</a:t>
            </a:r>
          </a:p>
        </p:txBody>
      </p:sp>
      <p:sp>
        <p:nvSpPr>
          <p:cNvPr id="113995215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48018003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02004966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4569183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671154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6880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70847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8117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76250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766914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145740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69496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5146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0694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37197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95298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20723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19273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50861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336848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97600623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061440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885298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41349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040480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1223353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435131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274506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762945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3461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4955246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334395644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</a:p>
        </p:txBody>
      </p:sp>
      <p:sp>
        <p:nvSpPr>
          <p:cNvPr id="969988450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사무직 Job 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otation 관련 HCM 시스템 개발</a:t>
            </a:r>
          </a:p>
        </p:txBody>
      </p:sp>
      <p:sp>
        <p:nvSpPr>
          <p:cNvPr id="1537104929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624323287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39836975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근태기록부 예외자 결재 오류 외 문의 대응- 배우자 출산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휴가 예외 처리(출산일 90일 초과 2차 신청)- [ITSM-115636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 해외출장명령서 완결문서 목록 조회시 기안자 한글성명 동시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표기 요청 건에 대한 분석(cp 결재로 이관)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이사비신청서 최종결재승인시 오류 원인 조사 및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치(전기보류 해제요청)- 8월급여작업 지원 : 주택자금 이자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내용 수정 및 후속조치 외- [ITSM-115753] HCM 병가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[ITSM-115752] SF FTP 접속 정보 변경에 따른 리포트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수정- 생활안정자금 신청정보 삭제문의 대응- ERP upgrade 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rj 지원 : 전자결재 결재직위 생성 로직문의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계획근무 및 퇴직예정일 관련 문의 대응- 방문교통비 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력오류 문의 대응- Job Rotation 관련 면담관리 개발 업무 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석 및 설계</a:t>
            </a:r>
          </a:p>
        </p:txBody>
      </p:sp>
      <p:sp>
        <p:nvSpPr>
          <p:cNvPr id="520721537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br/>
          </a:p>
        </p:txBody>
      </p:sp>
      <p:sp>
        <p:nvSpPr>
          <p:cNvPr id="920632341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br/>
          </a:p>
        </p:txBody>
      </p:sp>
      <p:sp>
        <p:nvSpPr>
          <p:cNvPr id="547952843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br/>
          </a:p>
        </p:txBody>
      </p:sp>
      <p:sp>
        <p:nvSpPr>
          <p:cNvPr id="1793002187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473869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1800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99812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06423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50339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477318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650531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27560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39216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08422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81181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39728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87194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20032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578743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82318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0717063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</a:p>
        </p:txBody>
      </p:sp>
      <p:sp>
        <p:nvSpPr>
          <p:cNvPr id="164197030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 30%</a:t>
            </a:r>
          </a:p>
        </p:txBody>
      </p:sp>
      <p:sp>
        <p:nvSpPr>
          <p:cNvPr id="4851062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705290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401013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 중복신청에 따른 삭제 요청</a:t>
            </a:r>
          </a:p>
        </p:txBody>
      </p:sp>
      <p:sp>
        <p:nvSpPr>
          <p:cNvPr id="12302094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38188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8/19</a:t>
            </a:r>
            <a:br/>
          </a:p>
        </p:txBody>
      </p:sp>
      <p:sp>
        <p:nvSpPr>
          <p:cNvPr id="199605886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302757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395205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391987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131092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8127099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38783648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590029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3677114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ITSM-115687ZSDT8060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634683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803457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6816924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4349672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382173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