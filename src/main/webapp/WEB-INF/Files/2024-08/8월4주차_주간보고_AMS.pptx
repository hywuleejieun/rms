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2024-07-29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[2024.08.13 ~ 2024.08.19]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8월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4978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4885564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1525532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1056133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4490823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0927249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624016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3323858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8916225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069398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9705203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6321321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5565105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35875644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1496371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80782282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435769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809141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639101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77439732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704058686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9639216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3013347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74730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85855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24544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4089801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07854515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4354479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568952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960384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1014596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496281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565177546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0123392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6769391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72775787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14593615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29392334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9926474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[ITSM-112959]ERP Upgrade 관련 OAS Interface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881446342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592263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911229622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315080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248026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8810400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1126976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2390390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838248797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65027555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2102870684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1783499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522383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82016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8587455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8691397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5450327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계약서현황 분석을 위한 View 제공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'#2 외화지급계좌 증빙대사' 작업 수정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시행 관련 시험 재응시 처리 요청</a:t>
            </a:r>
          </a:p>
        </p:txBody>
      </p:sp>
      <p:sp>
        <p:nvSpPr>
          <p:cNvPr id="98435692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66507696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723971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</a:p>
        </p:txBody>
      </p:sp>
      <p:sp>
        <p:nvSpPr>
          <p:cNvPr id="177373465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597446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28504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797678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1389847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5481285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79419144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 기초정보 추가수정(ZPCOR2060)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방문교통비 신청시 WBS 적용(투자예산-&gt;입력값)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QA테스트서버 System Copy(데이터 동기화)작업 후 마무리 설정작업</a:t>
            </a:r>
          </a:p>
        </p:txBody>
      </p:sp>
      <p:sp>
        <p:nvSpPr>
          <p:cNvPr id="102253657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733702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12044377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</a:p>
        </p:txBody>
      </p:sp>
      <p:sp>
        <p:nvSpPr>
          <p:cNvPr id="138075907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8560194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896400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4391572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2126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15871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2254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2369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5768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091662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2114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64311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5545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55417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68319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88379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9558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01770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20816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0144205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4433068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2330692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1593942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176942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[CO]PP 반제품 제조원가 검증(ZPCOR2080)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[CO]PP 제조원가 검증용 기초정보 추가수정(ZPCOR2060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 및 Off duty</a:t>
            </a:r>
          </a:p>
        </p:txBody>
      </p:sp>
      <p:sp>
        <p:nvSpPr>
          <p:cNvPr id="1407189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710425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5880385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</a:p>
        </p:txBody>
      </p:sp>
      <p:sp>
        <p:nvSpPr>
          <p:cNvPr id="12574999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4858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9775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347988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37620761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4659223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19699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571372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331423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350926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190918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3043327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71018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6509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74540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35934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29918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13251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025135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00248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92944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34736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39658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4217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65156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09836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302754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46336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933051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</a:p>
        </p:txBody>
      </p:sp>
      <p:sp>
        <p:nvSpPr>
          <p:cNvPr id="2770076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0539222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859629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612794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QA테스트서버 System Copy(데이터 동기화)작업 후 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무리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전산감사 1차 Field Work 사전 요청자료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76925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2917802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7811763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9303143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14901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70796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</a:p>
        </p:txBody>
      </p:sp>
      <p:sp>
        <p:nvSpPr>
          <p:cNvPr id="6876202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734709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48913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62915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906730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</a:p>
        </p:txBody>
      </p:sp>
      <p:sp>
        <p:nvSpPr>
          <p:cNvPr id="12533984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8077186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595906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0417973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30168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0383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80839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997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15232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39128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934667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08291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39821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29773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7565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77365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06526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71274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17583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576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4836982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710356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73081974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408715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902447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203814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905502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1256115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002992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91927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015152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7683402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2175056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9121191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832461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191666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[ITSM-115236] 경조금 신청현황 수정(반려기능 추가)-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[ITSM-115370] 방문교통비 신청시 투자예산코드 입력로직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가- RM요청사항 : HCM 기준정보 데이터 작성(45개 항목)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RM요청사항 : HCM 기준정보 데이터 작성(45개 항목)- [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ITSM-115455] 방문교통비 신청시 WBS 적용(투자예산-&gt;입력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[ITSM-115456] 의료비 신청서 안내문구 변경- [ITSM-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115236] 경조금 신청현황 화면에서 반려기능 추가</a:t>
            </a:r>
          </a:p>
        </p:txBody>
      </p:sp>
      <p:sp>
        <p:nvSpPr>
          <p:cNvPr id="60193148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3747980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9718461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3578952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9040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4954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75221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37300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95302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6474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589161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4105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61877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11399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34272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17902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4611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37366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62509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0485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6458325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6394344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</a:p>
        </p:txBody>
      </p:sp>
      <p:sp>
        <p:nvSpPr>
          <p:cNvPr id="7370185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369420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193707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공장 직원 퇴직추계액 지급율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고정공제 담당자 결재선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고정공제신청서의 작성부서 결재선 변경</a:t>
            </a:r>
          </a:p>
        </p:txBody>
      </p:sp>
      <p:sp>
        <p:nvSpPr>
          <p:cNvPr id="945645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5855539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8/13</a:t>
            </a:r>
            <a:br/>
          </a:p>
        </p:txBody>
      </p:sp>
      <p:sp>
        <p:nvSpPr>
          <p:cNvPr id="9062522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</a:p>
        </p:txBody>
      </p:sp>
      <p:sp>
        <p:nvSpPr>
          <p:cNvPr id="3042082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2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10512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1948628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5314609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765142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9146497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9660486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1942509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847118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3259168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8220190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596557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40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33871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35264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2651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33572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37200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189738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86167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20879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53068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22384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39688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48444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6671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15053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349201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3162649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6998835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043006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318536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18308088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1346013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4352535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6236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58878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96342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162121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5659041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34332214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479093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660711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6153287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30301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3631306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582922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1390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35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07616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05664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043269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3308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315055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0259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88633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13536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88087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4800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98858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90063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5759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8600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6874334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</a:p>
        </p:txBody>
      </p:sp>
      <p:sp>
        <p:nvSpPr>
          <p:cNvPr id="7424293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</a:p>
        </p:txBody>
      </p:sp>
      <p:sp>
        <p:nvSpPr>
          <p:cNvPr id="7422069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410752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472685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</a:p>
        </p:txBody>
      </p:sp>
      <p:sp>
        <p:nvSpPr>
          <p:cNvPr id="2775067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279636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5057953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</a:p>
        </p:txBody>
      </p:sp>
      <p:sp>
        <p:nvSpPr>
          <p:cNvPr id="13484759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4689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626930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0858774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7382998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3047140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128462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8287185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ITSM-115466 변경요청서 삭제ITSM-115433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변경ITSM-115322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변경요청서 플로우 프로세스 스크립트 수정</a:t>
            </a:r>
          </a:p>
        </p:txBody>
      </p:sp>
      <p:sp>
        <p:nvSpPr>
          <p:cNvPr id="3481952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63397709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20988480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9017708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3709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7900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05284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89201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29169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99031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39356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03457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9152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06647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61294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22478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3009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86719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460177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2652889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46416605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</a:p>
        </p:txBody>
      </p:sp>
      <p:sp>
        <p:nvSpPr>
          <p:cNvPr id="9381469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856103407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05194654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04138886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'PRM OPINET'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팝업으로 인한 작업 방해 방지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수정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EAI Upgrade 프로젝트 PPS 테스트 확인을 위한 DB접근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사전점검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요청으로 인한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'정유해외마케팅팀-Daily Market Movement 작성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보고' 작업 개발을 위한 사전 인터뷰 및 파일서버 접근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신청, 프로세스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오류 확인 및 타PC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'S-imoms Application Availability 점검' 작업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Spoke 서버 DB 연결정보 'TAS/SCM/EPR/PP-WMS' 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각 시스템 담당자 확인 및 기입,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[EAI/PPS] EAI Upgrade 테스트 관련 EAI계정 PPS(SCM)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개발서버 INTG DB 접근불가 확인요청</a:t>
            </a:r>
          </a:p>
        </p:txBody>
      </p:sp>
      <p:sp>
        <p:nvSpPr>
          <p:cNvPr id="93182749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68316079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1930929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4183170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265294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6810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655118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7149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00866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02823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688582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276858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7924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2981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14153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72751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89541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2644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64215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45097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2669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8014603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185122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227374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805145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9345902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9807010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20819558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17536496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23498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7721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</a:p>
        </p:txBody>
      </p:sp>
      <p:sp>
        <p:nvSpPr>
          <p:cNvPr id="14314318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</a:p>
        </p:txBody>
      </p:sp>
      <p:sp>
        <p:nvSpPr>
          <p:cNvPr id="1528085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ITSM-115469결재새문서(S-imoms 작업요청서)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</a:p>
        </p:txBody>
      </p:sp>
      <p:sp>
        <p:nvSpPr>
          <p:cNvPr id="16575565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306003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5337642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ITSM-115420, ITSM-115452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ITSM-115553, ITSM-115555, ITSM-115579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ITSM-115580, ITSM-115584, ITSM-115587,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5590, ITSM-115591메일요청 -&gt; 조병호책임 기안일자(24.0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8.13) 회의록 내용 수정</a:t>
            </a:r>
          </a:p>
        </p:txBody>
      </p:sp>
      <p:sp>
        <p:nvSpPr>
          <p:cNvPr id="15303195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  <a:br/>
          </a:p>
        </p:txBody>
      </p:sp>
      <p:sp>
        <p:nvSpPr>
          <p:cNvPr id="15358511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08.14</a:t>
            </a:r>
            <a:br/>
            <a:br/>
            <a:br/>
            <a:br/>
          </a:p>
        </p:txBody>
      </p:sp>
      <p:sp>
        <p:nvSpPr>
          <p:cNvPr id="6694425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  <a:br/>
          </a:p>
        </p:txBody>
      </p:sp>
      <p:sp>
        <p:nvSpPr>
          <p:cNvPr id="20320886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26193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789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0806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637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32825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034372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87730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1843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10626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69315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95959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21239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1581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210933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2421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372019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450877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492136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0749394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155222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715347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3분기 모의해킹 업무 협의에 관한 건 - SLMS 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요청정보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 PSM 절차 동영상 교육 시행 관련 시험 재응시 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E-Learning 교육시 동영상 강의 수강시 크롬 진도관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기능제한 조치관련 처리방안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인터페이스 대상 중, ERS 연계 목적 확인 및 사용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24.08.13 일자, ERS_CP_INTERFACE, 부서지침서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 오류 2건 재처리</a:t>
            </a:r>
          </a:p>
        </p:txBody>
      </p:sp>
      <p:sp>
        <p:nvSpPr>
          <p:cNvPr id="17597833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69567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2821056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79903270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62380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5851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3702398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6356184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</a:t>
            </a:r>
          </a:p>
        </p:txBody>
      </p:sp>
      <p:sp>
        <p:nvSpPr>
          <p:cNvPr id="11127745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808655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401395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금결원에 미 등록된 상품권 회수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중복 입고 오류 원인 확인 및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24년 상반기 시스템 권한 검토 보고서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[리스크관리팀] 24년 1st interim IAMS 운영 감사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3873201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14354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26083803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</a:p>
        </p:txBody>
      </p:sp>
      <p:sp>
        <p:nvSpPr>
          <p:cNvPr id="10531886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6420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5434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26777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44014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996468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4600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96889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49876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37799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9051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7739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62835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9840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5483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8519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368527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856656001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485060167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개발(DEv) Windows 보안 패치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운영(PRD) Windows 보안 패치 점검 (18:30~22:30)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04690353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95359091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97571568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V240813-0000005-1 완료승인요청 이후 최종의견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 (상태변경 조치)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감사자료 가이드 작성 및 보조</a:t>
            </a:r>
          </a:p>
        </p:txBody>
      </p:sp>
      <p:sp>
        <p:nvSpPr>
          <p:cNvPr id="1120594649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33318082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806036639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649573205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9703672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304678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40550802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999163099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보증 시스템 테스트</a:t>
            </a:r>
            <a:br/>
          </a:p>
        </p:txBody>
      </p:sp>
      <p:sp>
        <p:nvSpPr>
          <p:cNvPr id="201698485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93182686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45080857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</a:p>
        </p:txBody>
      </p:sp>
      <p:sp>
        <p:nvSpPr>
          <p:cNvPr id="1838172112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49385502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68195000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54521449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0017207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74555240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