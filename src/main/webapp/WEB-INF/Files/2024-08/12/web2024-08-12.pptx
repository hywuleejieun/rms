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38431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2156593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93380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1154308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1268365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8635301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716659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30613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29149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6062156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535296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170103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0351166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2544207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587517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6578205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72092806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ITSM-114798 그리드 라이선스 갱신</a:t>
            </a:r>
          </a:p>
        </p:txBody>
      </p:sp>
      <p:sp>
        <p:nvSpPr>
          <p:cNvPr id="186508051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346179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35508125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ITSM-114798 그리드 라이선스 갱신</a:t>
            </a:r>
          </a:p>
        </p:txBody>
      </p:sp>
      <p:sp>
        <p:nvSpPr>
          <p:cNvPr id="9602581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585459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38533889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63023965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821583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263826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93525934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39908019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94489328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68754592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1446061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[ITSM-115059]OAS 수정 요청</a:t>
            </a:r>
          </a:p>
        </p:txBody>
      </p:sp>
      <p:sp>
        <p:nvSpPr>
          <p:cNvPr id="73755079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47788319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146642923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73727868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33528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4770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65185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406097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6582494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811513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3072758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4711146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5638238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1547920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8076176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8431678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4871979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2426756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6438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5850370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178138611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69254510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계약서현황 분석을 위한 View 제공 요청</a:t>
            </a:r>
          </a:p>
        </p:txBody>
      </p:sp>
      <p:sp>
        <p:nvSpPr>
          <p:cNvPr id="177008678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18773461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11141039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계약서현황 분석을 위한 View 제공 요청</a:t>
            </a:r>
          </a:p>
        </p:txBody>
      </p:sp>
      <p:sp>
        <p:nvSpPr>
          <p:cNvPr id="92563009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143052506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21951329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208957135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785957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0415954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722128303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892891202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</a:p>
        </p:txBody>
      </p:sp>
      <p:sp>
        <p:nvSpPr>
          <p:cNvPr id="2124143826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50156015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24922429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ITSM-113591 배포상태 변경,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ITSM-114389 변경결과 작성,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ITSM-115099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ITSM-115164 cts 번호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ITSM-80828 견적서 삭제,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ITSM-115271 데이터작업 삭제,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ITSM-115236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시스템 기준정보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사용자 계정 추가 및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ITSM-115266 견적서 삭제,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ITSM-115264	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eai 인터페이스 atss db 지원</a:t>
            </a:r>
            <a:br/>
          </a:p>
        </p:txBody>
      </p:sp>
      <p:sp>
        <p:nvSpPr>
          <p:cNvPr id="1695622260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171003720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306381381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845704756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071428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62126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574455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1944723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7631493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106307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995624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623879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45209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50711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08805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1078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696063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061095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511175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000793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br/>
          </a:p>
        </p:txBody>
      </p:sp>
      <p:sp>
        <p:nvSpPr>
          <p:cNvPr id="126927650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br/>
          </a:p>
        </p:txBody>
      </p:sp>
      <p:sp>
        <p:nvSpPr>
          <p:cNvPr id="7903921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개발을 위한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터뷰 및 프로세스 정리</a:t>
            </a:r>
          </a:p>
        </p:txBody>
      </p:sp>
      <p:sp>
        <p:nvSpPr>
          <p:cNvPr id="10212789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8935608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3362952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WMB7 설치불가 - 현업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PPS 개발 웹페이지 및 개발DB 접근 계정생성 및 권한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전자결제 및 SA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 개선에 따라 RPA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외화지금계좌 증빙대사' 작업 JS에러 확인 -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식불가 특수문자로 인한 에러 -&gt; 로직추가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담당자 휴가 백업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MTE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'나프타 수입부과금' 작업 오류 확인 및 담당자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달 -&gt; 담당자 조치 후 재수행</a:t>
            </a:r>
          </a:p>
        </p:txBody>
      </p:sp>
      <p:sp>
        <p:nvSpPr>
          <p:cNvPr id="126345988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21068679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40014356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67344125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6292847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747598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89619531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</a:p>
        </p:txBody>
      </p:sp>
      <p:sp>
        <p:nvSpPr>
          <p:cNvPr id="4726304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법인카드 관련 제요청서 요청내역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업무용차량 배차관리를 위한 차량사용신청서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(비용신청서 포함) 및 GAS 일부 변경</a:t>
            </a:r>
          </a:p>
        </p:txBody>
      </p:sp>
      <p:sp>
        <p:nvSpPr>
          <p:cNvPr id="42161340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1984655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8583678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법인카드 관련 제요청서 요청내역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업무용차량 배차관리를 위한 차량사용신청서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(비용신청서 포함) 및 GAS 일부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정성평가 요청서 / 정성평가 결과서 양식 개선 요청</a:t>
            </a:r>
          </a:p>
        </p:txBody>
      </p:sp>
      <p:sp>
        <p:nvSpPr>
          <p:cNvPr id="170216300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98365446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79297263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164878382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326749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77052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070840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6128106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7205520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125690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234827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4288840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538016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265526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4563896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4290511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98193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4046660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4292763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449081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</a:p>
        </p:txBody>
      </p:sp>
      <p:sp>
        <p:nvSpPr>
          <p:cNvPr id="142328112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</a:p>
        </p:txBody>
      </p:sp>
      <p:sp>
        <p:nvSpPr>
          <p:cNvPr id="142909223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</a:p>
        </p:txBody>
      </p:sp>
      <p:sp>
        <p:nvSpPr>
          <p:cNvPr id="86072166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83489517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6362333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ITSM-115035, ITSM-115074, ITSM-115109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ITSM-115140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ITSM-115189, ITSM-115215, ITSM-115224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작업정산서 승인요청시 작업물량 데이터 저장 에러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ITSM-115323, ITSM-115326, ITSM-115333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ITSM-115354</a:t>
            </a:r>
          </a:p>
        </p:txBody>
      </p:sp>
      <p:sp>
        <p:nvSpPr>
          <p:cNvPr id="83221219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184712329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190236156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12824345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652445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6605083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641178212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26508398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29702805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046262699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61545547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[LMS]안전-elearning 교육과정에 등록된 수강인원 및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료인원 통계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회수시 상태변경 안됨. 작성중인문서에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조회되도록 상태변경 처리.(유재식 계장)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회수시 상태변경 안됨. 작성중인문서에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조회되도록 상태변경 처리(황희철 계장)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[CCS]구매팀 송영은 책임, 신규 법인카드 등록 문의 안내 및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신 데이터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이상준 계장님, 작성중인문서 데이터 조회 안됨.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부서지침서 9개 부서별 다운로드 요청(생산IT지원팀 이민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형 책임)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[CCS]법인카드 사용내역 조회 안됨. 확인 요청(최유희 책임)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OS/DB/WAS EOS관련 업그레이드 계획을 위한 인터뷰/미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팅 참석(LMS/ERM)</a:t>
            </a:r>
          </a:p>
        </p:txBody>
      </p:sp>
      <p:sp>
        <p:nvSpPr>
          <p:cNvPr id="909995113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512027049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1549583863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</a:p>
        </p:txBody>
      </p:sp>
      <p:sp>
        <p:nvSpPr>
          <p:cNvPr id="1981665603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1817421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4293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7369891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079687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585284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679434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7998233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4855388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305112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138952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50550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663436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7542500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904365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8345265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04590924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1098650670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974439436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JDK 1.5 -&gt; JDK1.8 업그레이드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지원 [시스템 프로세스 확인 요청]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JDK 1.5 -&gt; JDK1.8 업그레이드 검토</a:t>
            </a:r>
          </a:p>
        </p:txBody>
      </p:sp>
      <p:sp>
        <p:nvSpPr>
          <p:cNvPr id="986069642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33770987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484616466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[멤버십마케팅팀] 검수 지연에 따른 알람 메일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제작사 부서 코드 영향도 검토 후 51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0A - &gt;511 로 부서코드 변경 DB작업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실재고와 데이터가 달라 재고 조정 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B작업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상품권 판매 일부 취소 후 별도 판매로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등록 DB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[인사후생팀] GCMS 접속 오류 원격지원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ERP 연계 역분개 처리로 인한 DB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[삼성SDS] ERP Upgrade 지원 [시스템 프로세스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[자재관리팀] 중복 입고로 인한 입고 취소 요청 DB 작업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[IT운영팀] GCMS / EWS 서버 EOS로 업그레이드 계획 인터뷰</a:t>
            </a:r>
          </a:p>
        </p:txBody>
      </p:sp>
      <p:sp>
        <p:nvSpPr>
          <p:cNvPr id="4860454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90010063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186938113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335670525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7389874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9892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065044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32369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3724087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4504350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9905408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37002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57134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751360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740863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99241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763544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8891121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0213464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12948452" name="Text">
    </p:cNvPr>
          <p:cNvSpPr>
            <a:spLocks noGrp="1"/>
          </p:cNvSpPr>
          <p:nvPr/>
        </p:nvSpPr>
        <p:spPr>
          <a:xfrm rot="0">
            <a:off x="9702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1574598611" name="Text">
    </p:cNvPr>
          <p:cNvSpPr>
            <a:spLocks noGrp="1"/>
          </p:cNvSpPr>
          <p:nvPr/>
        </p:nvSpPr>
        <p:spPr>
          <a:xfrm rot="0">
            <a:off x="93345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</a:p>
        </p:txBody>
      </p:sp>
      <p:sp>
        <p:nvSpPr>
          <p:cNvPr id="878909759" name="Text">
    </p:cNvPr>
          <p:cNvSpPr>
            <a:spLocks noGrp="1"/>
          </p:cNvSpPr>
          <p:nvPr/>
        </p:nvSpPr>
        <p:spPr>
          <a:xfrm rot="0">
            <a:off x="5930900" y="1511300"/>
            <a:ext cx="3403600" cy="3340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'유경미' 사원님 VOC 스팸처리 시 에러 메세지 발생 건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'김민주' 팀장님 VOC Summary 및 완료보고서  수신자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구도일주유소 센텀시티(2017417) 품질검사 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미갱신 점검 (품질정보안내 내 갱신X)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진보주유소(2002823) 품질검사 미갱신 점검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(품질정보안내 내 갱신0)</a:t>
            </a:r>
          </a:p>
        </p:txBody>
      </p:sp>
      <p:sp>
        <p:nvSpPr>
          <p:cNvPr id="1925223460" name="Text">
    </p:cNvPr>
          <p:cNvSpPr>
            <a:spLocks noGrp="1"/>
          </p:cNvSpPr>
          <p:nvPr/>
        </p:nvSpPr>
        <p:spPr>
          <a:xfrm rot="0">
            <a:off x="53086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7970566" name="Text">
    </p:cNvPr>
          <p:cNvSpPr>
            <a:spLocks noGrp="1"/>
          </p:cNvSpPr>
          <p:nvPr/>
        </p:nvSpPr>
        <p:spPr>
          <a:xfrm rot="0">
            <a:off x="889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59567256" name="Text">
    </p:cNvPr>
          <p:cNvSpPr>
            <a:spLocks noGrp="1"/>
          </p:cNvSpPr>
          <p:nvPr/>
        </p:nvSpPr>
        <p:spPr>
          <a:xfrm rot="0">
            <a:off x="711200" y="1511300"/>
            <a:ext cx="3403600" cy="3340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운영 'URL Rewrite' 모듈 활성화 (HTTP 통신 제한, 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TTPS 접근)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물류비관리 &gt; 수송수단별 계획 vs. 실적 물류비 현황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내 04월 수송수단 데이터 미조회 건 점검 (TS_TRANS_COST)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24년도 본사 IT 시스템 어플리케이션 계정 유효성 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증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'유경미' 사원님 VOC 스팸처리 시 에러 메세지 발생 건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'김민주' 팀장님 VOC Summary 및 완료보고서  수신자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구도일주유소 센텀시티(2017417) 품질검사 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미갱신 점검 (품질정보안내 내 갱신X)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진보주유소(2002823) 품질검사 미갱신 점검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(품질정보안내 내 갱신0)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[ERP 계정관리] ERP QA(테스트) 데이터 동기화 자료 회신</a:t>
            </a:r>
          </a:p>
        </p:txBody>
      </p:sp>
      <p:sp>
        <p:nvSpPr>
          <p:cNvPr id="603911337" name="Text">
    </p:cNvPr>
          <p:cNvSpPr>
            <a:spLocks noGrp="1"/>
          </p:cNvSpPr>
          <p:nvPr/>
        </p:nvSpPr>
        <p:spPr>
          <a:xfrm rot="0">
            <a:off x="44831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432958278" name="Text">
    </p:cNvPr>
          <p:cNvSpPr>
            <a:spLocks noGrp="1"/>
          </p:cNvSpPr>
          <p:nvPr/>
        </p:nvSpPr>
        <p:spPr>
          <a:xfrm rot="0">
            <a:off x="48514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170703464" name="Text">
    </p:cNvPr>
          <p:cNvSpPr>
            <a:spLocks noGrp="1"/>
          </p:cNvSpPr>
          <p:nvPr/>
        </p:nvSpPr>
        <p:spPr>
          <a:xfrm rot="0">
            <a:off x="4114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260173350" name="Text">
    </p:cNvPr>
          <p:cNvSpPr>
            <a:spLocks noGrp="1"/>
          </p:cNvSpPr>
          <p:nvPr/>
        </p:nvSpPr>
        <p:spPr>
          <a:xfrm rot="0">
            <a:off x="6604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6035011" name="Text">
    </p:cNvPr>
          <p:cNvSpPr>
            <a:spLocks noGrp="1"/>
          </p:cNvSpPr>
          <p:nvPr/>
        </p:nvSpPr>
        <p:spPr>
          <a:xfrm rot="0">
            <a:off x="58801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16987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6694310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033050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33739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6557151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1780597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5704372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248290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9480443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6882992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406548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424841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6366231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2523644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1942207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76872929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13567582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</a:p>
        </p:txBody>
      </p:sp>
      <p:sp>
        <p:nvSpPr>
          <p:cNvPr id="179526634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92614876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36533689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6월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SAP ERP TS 기능 변경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지원관리 시스템 관련 EAI PO번호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프로젝트 진행사항 공유 및 업무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YB 계정 유효성 점검 및 퇴사자처리</a:t>
            </a:r>
          </a:p>
        </p:txBody>
      </p:sp>
      <p:sp>
        <p:nvSpPr>
          <p:cNvPr id="91205790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36760306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204455195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148393841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5696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