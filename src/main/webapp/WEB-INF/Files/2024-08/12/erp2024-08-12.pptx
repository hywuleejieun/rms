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39133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4169972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6474015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2378835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4567142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77588492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2550896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558668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0183420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3477992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9980483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2858961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1390928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9879184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6828713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61268618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161209879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[CO] PP 제조원가 검증 프로그램 개발(ZPCOR2050~ZPC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OR2090)</a:t>
            </a:r>
          </a:p>
        </p:txBody>
      </p:sp>
      <p:sp>
        <p:nvSpPr>
          <p:cNvPr id="119011279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61373723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64338161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월별 PP생산오더액티비티 작업시간 (ZPCOR2050)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MIRO전표 역분개 수정 BDC 개선 (ZFIR6070)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구매처코드 계좌 삭제 레이아웃 개선(ZFBR3020, ZFBR3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 반제품 제조원가 검증 개선 (ZPCOR2080)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수송비 계정 반제 프로그램 BDC 개선(ZFIR7185)</a:t>
            </a:r>
          </a:p>
        </p:txBody>
      </p:sp>
      <p:sp>
        <p:nvSpPr>
          <p:cNvPr id="194600568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122221353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126396055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60682944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7813087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7173575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17945903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96087491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PO 2건 미착 명시 예외 신청</a:t>
            </a:r>
          </a:p>
        </p:txBody>
      </p:sp>
      <p:sp>
        <p:nvSpPr>
          <p:cNvPr id="1801974268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25165098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55277066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영업시설물 시스템 추가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주간수급보고 관련 한라석유 직매거래처 보고 방법 수정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PO 2건 미착 명시 예외 신청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입고취소 처리 요청</a:t>
            </a:r>
          </a:p>
        </p:txBody>
      </p:sp>
      <p:sp>
        <p:nvSpPr>
          <p:cNvPr id="93830171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167468390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</a:p>
        </p:txBody>
      </p:sp>
      <p:sp>
        <p:nvSpPr>
          <p:cNvPr id="30637141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</a:p>
        </p:txBody>
      </p:sp>
      <p:sp>
        <p:nvSpPr>
          <p:cNvPr id="65269882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7405178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99959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019986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1612777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4674875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4138075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47315410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5868060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8508837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4772491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7078641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4351555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062931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940406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848751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3171518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</a:p>
        </p:txBody>
      </p:sp>
      <p:sp>
        <p:nvSpPr>
          <p:cNvPr id="214464383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</a:p>
        </p:txBody>
      </p:sp>
      <p:sp>
        <p:nvSpPr>
          <p:cNvPr id="66835547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83713712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7252933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57779679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배치잡 신규설정 및 등록작업(MM-IV 역분개전표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AP 반제 외 2건)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23년 노후 서버 교체, VM 이관 작업에 따른 서비스 점검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업무지원(OSKPRO, OSPPRO2)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 QA테스트 System Copy 작업</a:t>
            </a:r>
          </a:p>
        </p:txBody>
      </p:sp>
      <p:sp>
        <p:nvSpPr>
          <p:cNvPr id="125960964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08/11</a:t>
            </a:r>
            <a:br/>
          </a:p>
        </p:txBody>
      </p:sp>
      <p:sp>
        <p:nvSpPr>
          <p:cNvPr id="147604258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08/11</a:t>
            </a:r>
            <a:br/>
          </a:p>
        </p:txBody>
      </p:sp>
      <p:sp>
        <p:nvSpPr>
          <p:cNvPr id="118413286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</a:p>
        </p:txBody>
      </p:sp>
      <p:sp>
        <p:nvSpPr>
          <p:cNvPr id="111140597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9102759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800294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</a:p>
        </p:txBody>
      </p:sp>
      <p:sp>
        <p:nvSpPr>
          <p:cNvPr id="132925509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202369962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135816223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61615896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204485666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다시하기: CH 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다시하기: CH 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다시하기: CH 9</a:t>
            </a:r>
          </a:p>
        </p:txBody>
      </p:sp>
      <p:sp>
        <p:nvSpPr>
          <p:cNvPr id="202750994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93406941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</a:p>
        </p:txBody>
      </p:sp>
      <p:sp>
        <p:nvSpPr>
          <p:cNvPr id="192483368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</a:p>
        </p:txBody>
      </p:sp>
      <p:sp>
        <p:nvSpPr>
          <p:cNvPr id="46948922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184782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12436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9571606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3728432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2036495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688490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86304691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1456196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0563446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105444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3441693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7055161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0753391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9216824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2864917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4097146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85310445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6197313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46590139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69308812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47717419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유해화학물질 사용량 관리를 위한 입고 시점 개선* 지정된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화공약품에 대해서는 기술검수결재완료시 반입일 기준으로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입고 처리</a:t>
            </a:r>
          </a:p>
        </p:txBody>
      </p:sp>
      <p:sp>
        <p:nvSpPr>
          <p:cNvPr id="30790586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br/>
          </a:p>
        </p:txBody>
      </p:sp>
      <p:sp>
        <p:nvSpPr>
          <p:cNvPr id="97565983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br/>
          </a:p>
        </p:txBody>
      </p:sp>
      <p:sp>
        <p:nvSpPr>
          <p:cNvPr id="22976223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br/>
            <a:br/>
          </a:p>
        </p:txBody>
      </p:sp>
      <p:sp>
        <p:nvSpPr>
          <p:cNvPr id="42951071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0428835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77861564" name="Text">
    </p:cNvPr>
          <p:cNvSpPr>
            <a:spLocks noGrp="1"/>
          </p:cNvSpPr>
          <p:nvPr/>
        </p:nvSpPr>
        <p:spPr>
          <a:xfrm rot="0">
            <a:off x="9702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</a:p>
        </p:txBody>
      </p:sp>
      <p:sp>
        <p:nvSpPr>
          <p:cNvPr id="1509999417" name="Text">
    </p:cNvPr>
          <p:cNvSpPr>
            <a:spLocks noGrp="1"/>
          </p:cNvSpPr>
          <p:nvPr/>
        </p:nvSpPr>
        <p:spPr>
          <a:xfrm rot="0">
            <a:off x="93345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223322159" name="Text">
    </p:cNvPr>
          <p:cNvSpPr>
            <a:spLocks noGrp="1"/>
          </p:cNvSpPr>
          <p:nvPr/>
        </p:nvSpPr>
        <p:spPr>
          <a:xfrm rot="0">
            <a:off x="5930900" y="37719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</a:t>
            </a:r>
          </a:p>
        </p:txBody>
      </p:sp>
      <p:sp>
        <p:nvSpPr>
          <p:cNvPr id="411065685" name="Text">
    </p:cNvPr>
          <p:cNvSpPr>
            <a:spLocks noGrp="1"/>
          </p:cNvSpPr>
          <p:nvPr/>
        </p:nvSpPr>
        <p:spPr>
          <a:xfrm rot="0">
            <a:off x="53086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937296761" name="Text">
    </p:cNvPr>
          <p:cNvSpPr>
            <a:spLocks noGrp="1"/>
          </p:cNvSpPr>
          <p:nvPr/>
        </p:nvSpPr>
        <p:spPr>
          <a:xfrm rot="0">
            <a:off x="889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800964900" name="Text">
    </p:cNvPr>
          <p:cNvSpPr>
            <a:spLocks noGrp="1"/>
          </p:cNvSpPr>
          <p:nvPr/>
        </p:nvSpPr>
        <p:spPr>
          <a:xfrm rot="0">
            <a:off x="711200" y="37719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문의 대응 : 연간휴가입력 예외처리 문의 외- DC퇴직연금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불입내역 조회화면 소스분석(관리자화면 및 PDF출력기능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가)- 생리휴가 생성시, db중복입력 오류 원인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[ITSM-115108] DC퇴직연금 불입관련 수정(hcm조회화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면 조회기간 제어) 개발- 문의 대응 : 1년미만 입사자 연차쿼터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갯수 문의 외- 중식비예외지 입력지원(31명)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erp 업그레이드 prj 지원(eai결재 관련 정보 제공)- 주택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자금 금액수정 후, 재계산 문의 대응- 배우자출산휴가 예외(기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간초과)처리 문의대응- [ITSM-115108] DC퇴직연금 불입관련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수정(PDF출력기능 추가)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[ITSM-115108] DC퇴직연금 불입관련 수정(관리자 화면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에서 타 사번 조회기능 추가)- [ITSM-115236] 경조금 신청현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황 수정(반려 기능 추가)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: 평가대상자 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평가예외구분 저장오류 수정 외- [ITSM-115236] 경조금 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청현황 수정(반려기능 추가)</a:t>
            </a:r>
          </a:p>
        </p:txBody>
      </p:sp>
      <p:sp>
        <p:nvSpPr>
          <p:cNvPr id="1594053156" name="Text">
    </p:cNvPr>
          <p:cNvSpPr>
            <a:spLocks noGrp="1"/>
          </p:cNvSpPr>
          <p:nvPr/>
        </p:nvSpPr>
        <p:spPr>
          <a:xfrm rot="0">
            <a:off x="44831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br/>
          </a:p>
        </p:txBody>
      </p:sp>
      <p:sp>
        <p:nvSpPr>
          <p:cNvPr id="1165219428" name="Text">
    </p:cNvPr>
          <p:cNvSpPr>
            <a:spLocks noGrp="1"/>
          </p:cNvSpPr>
          <p:nvPr/>
        </p:nvSpPr>
        <p:spPr>
          <a:xfrm rot="0">
            <a:off x="48514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br/>
          </a:p>
        </p:txBody>
      </p:sp>
      <p:sp>
        <p:nvSpPr>
          <p:cNvPr id="1884674230" name="Text">
    </p:cNvPr>
          <p:cNvSpPr>
            <a:spLocks noGrp="1"/>
          </p:cNvSpPr>
          <p:nvPr/>
        </p:nvSpPr>
        <p:spPr>
          <a:xfrm rot="0">
            <a:off x="4114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br/>
          </a:p>
        </p:txBody>
      </p:sp>
      <p:sp>
        <p:nvSpPr>
          <p:cNvPr id="824218489" name="Text">
    </p:cNvPr>
          <p:cNvSpPr>
            <a:spLocks noGrp="1"/>
          </p:cNvSpPr>
          <p:nvPr/>
        </p:nvSpPr>
        <p:spPr>
          <a:xfrm rot="0">
            <a:off x="6604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53985803" name="Text">
    </p:cNvPr>
          <p:cNvSpPr>
            <a:spLocks noGrp="1"/>
          </p:cNvSpPr>
          <p:nvPr/>
        </p:nvSpPr>
        <p:spPr>
          <a:xfrm rot="0">
            <a:off x="58801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01947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9809874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5214289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852364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9048296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8215217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034517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9092195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111394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7232586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2577704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6098001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9757881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3558409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7482605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126124709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</a:p>
        </p:txBody>
      </p:sp>
      <p:sp>
        <p:nvSpPr>
          <p:cNvPr id="18923440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 97%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생산직평가 시스템 변경 요청 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교대근무 대근자 정보 Interface Table Attribute로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평균임금 조회 화면 개발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육아휴직 만료시 사전 안내 자동발송기능 개발 요청 80%</a:t>
            </a:r>
          </a:p>
        </p:txBody>
      </p:sp>
      <p:sp>
        <p:nvSpPr>
          <p:cNvPr id="199210999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78434703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23363747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변동공제 항목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생산직평가 시스템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육아휴직 만료시 사전 안내 자동발송기능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SAP HR - 보훈정보 관련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SAP 경조금 신청현황 수정 요청</a:t>
            </a:r>
          </a:p>
        </p:txBody>
      </p:sp>
      <p:sp>
        <p:nvSpPr>
          <p:cNvPr id="203995491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172441729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8/9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8/5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8/7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8/8</a:t>
            </a:r>
            <a:br/>
          </a:p>
        </p:txBody>
      </p:sp>
      <p:sp>
        <p:nvSpPr>
          <p:cNvPr id="153322660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</a:p>
        </p:txBody>
      </p:sp>
      <p:sp>
        <p:nvSpPr>
          <p:cNvPr id="74769246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1460427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1561305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21345035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66362244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23910226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36057903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58526068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ITSM-113285대리점 자가수송 최적출하지 점검 승인 프로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그램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ITSM-115143ERP Upgrade 프로젝트 소스 수정사항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ITSM-115139S-RICH 시스템 국제유가 전송 중지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ITSM-115036PP 인보이스 출력 관련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ITSM-113242자가수송 최적출하지 우선순위 프로그램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</a:t>
            </a:r>
          </a:p>
        </p:txBody>
      </p:sp>
      <p:sp>
        <p:nvSpPr>
          <p:cNvPr id="15502314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7927985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</a:p>
        </p:txBody>
      </p:sp>
      <p:sp>
        <p:nvSpPr>
          <p:cNvPr id="211813853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</a:p>
        </p:txBody>
      </p:sp>
      <p:sp>
        <p:nvSpPr>
          <p:cNvPr id="122989269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246259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