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78575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9799866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92549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72963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345575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521203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9730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03208234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8977569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3863282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8488889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7478764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08006775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2268857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8228148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08750814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4994916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2099718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4083202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81524750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28052411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815858759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3163916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6818542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375161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8976410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990327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014462962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94039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49937080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450301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659510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7187986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86205924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1419794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9626814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38592635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85576762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25653200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60878491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2091496102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46595597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435942041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75983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098979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3021222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4940414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1047269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440485471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3117274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635475026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4730726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24296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4802315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76520675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5876124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10988848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시스템추가보완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'#2 외화지급계좌 증빙대사' 작업 전자결제 및 SAP 개선에 따라 RPA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정성평가 요청서 / 정성평가 결과서 양식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OS/DB/WAS EOS관련 업그레이드 계획을 위한 인터뷰/미팅 참석(LMS/ERM)</a:t>
            </a:r>
          </a:p>
        </p:txBody>
      </p:sp>
      <p:sp>
        <p:nvSpPr>
          <p:cNvPr id="1648472477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35682054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36606507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</a:p>
        </p:txBody>
      </p:sp>
      <p:sp>
        <p:nvSpPr>
          <p:cNvPr id="519629255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175612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16125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711875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058643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29252711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38594469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수송비 계정 반제 프로그램 BDC 개선(ZFIR7185)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유해화학물질 사용량 관리를 위한 입고 시점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ITSM-113285 대리점 자가수송 최적출하지 점검 승인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 System Copy 작업</a:t>
            </a:r>
          </a:p>
        </p:txBody>
      </p:sp>
      <p:sp>
        <p:nvSpPr>
          <p:cNvPr id="1081773722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31485377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31538778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</a:p>
        </p:txBody>
      </p:sp>
      <p:sp>
        <p:nvSpPr>
          <p:cNvPr id="627260248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84305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593694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11242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