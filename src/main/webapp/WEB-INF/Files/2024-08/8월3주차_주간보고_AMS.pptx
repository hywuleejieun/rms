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2024-07-29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[2024.08.06 ~ 2024.08.12]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8월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264259050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 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광복절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Off-Duty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78575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97998661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6992549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58272963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99345575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55521203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973040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03208234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8977569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386328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984888897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7478764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080067759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82268857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28228148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08750814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4994916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2099718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4083202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81524750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28052411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815858759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3163916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6818542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375161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8976410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6990327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014462962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094039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499370803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450301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6595106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7187986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62059243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1419794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962681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38592635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85576762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25653200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60878491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2091496102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46595597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435942041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759830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6098979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3021222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4940414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1047269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440485471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03117274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635475026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4730726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1324296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4802315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76520675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5876124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10988848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'#2 외화지급계좌 증빙대사' 작업 전자결제 및 SAP 개선에 따라 RPA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정성평가 요청서 / 정성평가 결과서 양식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OS/DB/WAS EOS관련 업그레이드 계획을 위한 인터뷰/미팅 참석(LMS/ERM)</a:t>
            </a:r>
          </a:p>
        </p:txBody>
      </p:sp>
      <p:sp>
        <p:nvSpPr>
          <p:cNvPr id="1648472477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35682054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36606507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</a:p>
        </p:txBody>
      </p:sp>
      <p:sp>
        <p:nvSpPr>
          <p:cNvPr id="519629255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175612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16125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7118750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00586434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2925271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38594469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수송비 계정 반제 프로그램 BDC 개선(ZFIR7185)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유해화학물질 사용량 관리를 위한 입고 시점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ITSM-113285 대리점 자가수송 최적출하지 점검 승인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 QA테스트 System Copy 작업</a:t>
            </a:r>
          </a:p>
        </p:txBody>
      </p:sp>
      <p:sp>
        <p:nvSpPr>
          <p:cNvPr id="1081773722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3148537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31538778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</a:p>
        </p:txBody>
      </p:sp>
      <p:sp>
        <p:nvSpPr>
          <p:cNvPr id="627260248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843051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5593694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711242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3913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16997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474015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37883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456714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758849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550896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58668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018342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47799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98048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85896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39092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9879184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82871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6126861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6120987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19011279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137372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433816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월별 PP생산오더액티비티 작업시간 (ZPCOR2050)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MIRO전표 역분개 수정 BDC 개선 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구매처코드 계좌 삭제 레이아웃 개선(ZFBR3020, ZFBR3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반제품 제조원가 검증 개선 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수송비 계정 반제 프로그램 BDC 개선(ZFIR7185)</a:t>
            </a:r>
          </a:p>
        </p:txBody>
      </p:sp>
      <p:sp>
        <p:nvSpPr>
          <p:cNvPr id="194600568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2222135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2639605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60682944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81308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17357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7945903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96087491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</a:p>
        </p:txBody>
      </p:sp>
      <p:sp>
        <p:nvSpPr>
          <p:cNvPr id="18019742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5165098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527706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입고취소 처리 요청</a:t>
            </a:r>
          </a:p>
        </p:txBody>
      </p:sp>
      <p:sp>
        <p:nvSpPr>
          <p:cNvPr id="9383017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67468390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30637141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65269882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405178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9959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01998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612777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467487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413807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731541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86806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50883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77249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078641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35155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62931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4040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487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171518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214464383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</a:p>
        </p:txBody>
      </p:sp>
      <p:sp>
        <p:nvSpPr>
          <p:cNvPr id="6683554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83713712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25293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5777967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배치잡 신규설정 및 등록작업(MM-IV 역분개전표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AP 반제 외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업무지원(OSKPRO, OSPPRO2)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System Copy 작업</a:t>
            </a:r>
          </a:p>
        </p:txBody>
      </p:sp>
      <p:sp>
        <p:nvSpPr>
          <p:cNvPr id="12596096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147604258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11841328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111140597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10275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80029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13292550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202369962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35816223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61615896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04485666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9</a:t>
            </a:r>
          </a:p>
        </p:txBody>
      </p:sp>
      <p:sp>
        <p:nvSpPr>
          <p:cNvPr id="202750994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9340694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92483368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</a:p>
        </p:txBody>
      </p:sp>
      <p:sp>
        <p:nvSpPr>
          <p:cNvPr id="4694892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18478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1243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957160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72843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203649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8849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6304691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145619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056344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0544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441693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05516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753391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21682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86491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09714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531044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619731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4659013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6930881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771741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유해화학물질 사용량 관리를 위한 입고 시점 개선* 지정된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화공약품에 대해서는 기술검수결재완료시 반입일 기준으로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입고 처리</a:t>
            </a:r>
          </a:p>
        </p:txBody>
      </p:sp>
      <p:sp>
        <p:nvSpPr>
          <p:cNvPr id="30790586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9756598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</a:p>
        </p:txBody>
      </p:sp>
      <p:sp>
        <p:nvSpPr>
          <p:cNvPr id="22976223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</a:p>
        </p:txBody>
      </p:sp>
      <p:sp>
        <p:nvSpPr>
          <p:cNvPr id="4295107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42883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7861564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1509999417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223322159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411065685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937296761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00964900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문의 대응 : 연간휴가입력 예외처리 문의 외- DC퇴직연금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불입내역 조회화면 소스분석(관리자화면 및 PDF출력기능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가)- 생리휴가 생성시, db중복입력 오류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[ITSM-115108] DC퇴직연금 불입관련 수정(hcm조회화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 조회기간 제어) 개발- 문의 대응 : 1년미만 입사자 연차쿼터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갯수 문의 외- 중식비예외지 입력지원(31명)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erp 업그레이드 prj 지원(eai결재 관련 정보 제공)- 주택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자금 금액수정 후, 재계산 문의 대응- 배우자출산휴가 예외(기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간초과)처리 문의대응- [ITSM-115108] DC퇴직연금 불입관련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수정(PDF출력기능 추가)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[ITSM-115108] DC퇴직연금 불입관련 수정(관리자 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에서 타 사번 조회기능 추가)- [ITSM-115236] 경조금 신청현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황 수정(반려 기능 추가)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: 평가대상자 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평가예외구분 저장오류 수정 외- [ITSM-115236] 경조금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청현황 수정(반려기능 추가)</a:t>
            </a:r>
          </a:p>
        </p:txBody>
      </p:sp>
      <p:sp>
        <p:nvSpPr>
          <p:cNvPr id="1594053156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</a:p>
        </p:txBody>
      </p:sp>
      <p:sp>
        <p:nvSpPr>
          <p:cNvPr id="116521942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</a:p>
        </p:txBody>
      </p:sp>
      <p:sp>
        <p:nvSpPr>
          <p:cNvPr id="1884674230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</a:p>
        </p:txBody>
      </p:sp>
      <p:sp>
        <p:nvSpPr>
          <p:cNvPr id="824218489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3985803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0194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80987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21428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85236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048296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821521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3451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09219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11394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723258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577704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09800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9757881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355840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48260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26124709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</a:p>
        </p:txBody>
      </p:sp>
      <p:sp>
        <p:nvSpPr>
          <p:cNvPr id="18923440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 80%</a:t>
            </a:r>
          </a:p>
        </p:txBody>
      </p:sp>
      <p:sp>
        <p:nvSpPr>
          <p:cNvPr id="19921099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7843470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3363747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변동공제 항목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SAP HR - 보훈정보 관련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SAP 경조금 신청현황 수정 요청</a:t>
            </a:r>
          </a:p>
        </p:txBody>
      </p:sp>
      <p:sp>
        <p:nvSpPr>
          <p:cNvPr id="20399549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7244172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8/9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8/8</a:t>
            </a:r>
            <a:br/>
          </a:p>
        </p:txBody>
      </p:sp>
      <p:sp>
        <p:nvSpPr>
          <p:cNvPr id="153322660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</a:p>
        </p:txBody>
      </p:sp>
      <p:sp>
        <p:nvSpPr>
          <p:cNvPr id="74769246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46042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561305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2134503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66362244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391022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605790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852606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ITSM-113285대리점 자가수송 최적출하지 점검 승인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ITSM-115139S-RICH 시스템 국제유가 전송 중지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15502314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7927985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211813853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22989269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46259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3843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156593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93380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115430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268365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8635301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71665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30613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29149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06215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53529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70103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35116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254420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587517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657820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7209280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ITSM-114798 그리드 라이선스 갱신</a:t>
            </a:r>
          </a:p>
        </p:txBody>
      </p:sp>
      <p:sp>
        <p:nvSpPr>
          <p:cNvPr id="18650805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346179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3550812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ITSM-114798 그리드 라이선스 갱신</a:t>
            </a:r>
          </a:p>
        </p:txBody>
      </p:sp>
      <p:sp>
        <p:nvSpPr>
          <p:cNvPr id="9602581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58545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38533889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6302396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821583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26382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93525934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39908019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4489328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68754592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1446061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[ITSM-115059]OAS 수정 요청</a:t>
            </a:r>
          </a:p>
        </p:txBody>
      </p:sp>
      <p:sp>
        <p:nvSpPr>
          <p:cNvPr id="7375507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47788319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46642923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7372786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33528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4770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65185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06097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658249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811513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3072758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471114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563823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54792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07617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843167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87197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42675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438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850370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78138611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69254510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계약서현황 분석을 위한 View 제공 요청</a:t>
            </a:r>
          </a:p>
        </p:txBody>
      </p:sp>
      <p:sp>
        <p:nvSpPr>
          <p:cNvPr id="17700867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8773461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1141039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계약서현황 분석을 위한 View 제공 요청</a:t>
            </a:r>
          </a:p>
        </p:txBody>
      </p:sp>
      <p:sp>
        <p:nvSpPr>
          <p:cNvPr id="92563009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4305250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2195132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0895713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785957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0415954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722128303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892891202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</a:p>
        </p:txBody>
      </p:sp>
      <p:sp>
        <p:nvSpPr>
          <p:cNvPr id="2124143826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50156015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24922429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ITSM-113591 배포상태 변경,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ITSM-114389 변경결과 작성,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ITSM-115099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ITSM-115164 cts 번호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ITSM-80828 견적서 삭제,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ITSM-115271 데이터작업 삭제,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ITSM-115236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시스템 기준정보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ITSM-115266 견적서 삭제,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ITSM-115264	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eai 인터페이스 atss db 지원</a:t>
            </a:r>
            <a:br/>
          </a:p>
        </p:txBody>
      </p:sp>
      <p:sp>
        <p:nvSpPr>
          <p:cNvPr id="1695622260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171003720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306381381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845704756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071428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6212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74455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194472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7631493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106307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995624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62387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45209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50711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8805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107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696063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61095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11175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000793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br/>
          </a:p>
        </p:txBody>
      </p:sp>
      <p:sp>
        <p:nvSpPr>
          <p:cNvPr id="12692765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</a:p>
        </p:txBody>
      </p:sp>
      <p:sp>
        <p:nvSpPr>
          <p:cNvPr id="7903921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개발을 위한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터뷰 및 프로세스 정리</a:t>
            </a:r>
          </a:p>
        </p:txBody>
      </p:sp>
      <p:sp>
        <p:nvSpPr>
          <p:cNvPr id="10212789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935608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336295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WMB7 설치불가 - 현업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PPS 개발 웹페이지 및 개발DB 접근 계정생성 및 권한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전자결제 및 SA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 개선에 따라 RPA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외화지금계좌 증빙대사' 작업 JS에러 확인 -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식불가 특수문자로 인한 에러 -&gt; 로직추가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담당자 휴가 백업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MTE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작업 오류 확인 및 담당자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 -&gt; 담당자 조치 후 재수행</a:t>
            </a:r>
          </a:p>
        </p:txBody>
      </p:sp>
      <p:sp>
        <p:nvSpPr>
          <p:cNvPr id="12634598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2106867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4001435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67344125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292847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74759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8961953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4726304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4216134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98465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583678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정성평가 요청서 / 정성평가 결과서 양식 개선 요청</a:t>
            </a:r>
          </a:p>
        </p:txBody>
      </p:sp>
      <p:sp>
        <p:nvSpPr>
          <p:cNvPr id="17021630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9836544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79297263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6487838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326749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7705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7084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12810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7205520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2569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23482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28884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538016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26552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563896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29051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98193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04666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29276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44908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</a:p>
        </p:txBody>
      </p:sp>
      <p:sp>
        <p:nvSpPr>
          <p:cNvPr id="142328112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14290922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</a:p>
        </p:txBody>
      </p:sp>
      <p:sp>
        <p:nvSpPr>
          <p:cNvPr id="8607216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8348951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636233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ITSM-115035, ITSM-115074, ITSM-115109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ITSM-115140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ITSM-115189, ITSM-115215, ITSM-115224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작업정산서 승인요청시 작업물량 데이터 저장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ITSM-115323, ITSM-115326, ITSM-115333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ITSM-115354</a:t>
            </a:r>
          </a:p>
        </p:txBody>
      </p:sp>
      <p:sp>
        <p:nvSpPr>
          <p:cNvPr id="8322121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84712329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9023615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282434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652445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605083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641178212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26508398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29702805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46262699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61545547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[LMS]안전-elearning 교육과정에 등록된 수강인원 및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료인원 통계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회수시 상태변경 안됨. 작성중인문서에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조회되도록 상태변경 처리.(유재식 계장)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회수시 상태변경 안됨. 작성중인문서에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조회되도록 상태변경 처리(황희철 계장)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[CCS]구매팀 송영은 책임, 신규 법인카드 등록 문의 안내 및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 데이터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이상준 계장님, 작성중인문서 데이터 조회 안됨.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 9개 부서별 다운로드 요청(생산IT지원팀 이민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형 책임)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[CCS]법인카드 사용내역 조회 안됨. 확인 요청(최유희 책임)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OS/DB/WAS EOS관련 업그레이드 계획을 위한 인터뷰/미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팅 참석(LMS/ERM)</a:t>
            </a:r>
          </a:p>
        </p:txBody>
      </p:sp>
      <p:sp>
        <p:nvSpPr>
          <p:cNvPr id="909995113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512027049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549583863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</a:p>
        </p:txBody>
      </p:sp>
      <p:sp>
        <p:nvSpPr>
          <p:cNvPr id="1981665603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1817421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429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736989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79687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85284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67943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7998233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85538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05112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13895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50550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663436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54250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90436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34526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04590924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098650670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974439436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</a:t>
            </a:r>
          </a:p>
        </p:txBody>
      </p:sp>
      <p:sp>
        <p:nvSpPr>
          <p:cNvPr id="986069642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33770987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84616466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[멤버십마케팅팀] 검수 지연에 따른 알람 메일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제작사 부서 코드 영향도 검토 후 51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0A - &gt;511 로 부서코드 변경 DB작업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실재고와 데이터가 달라 재고 조정 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B작업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상품권 판매 일부 취소 후 별도 판매로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등록 DB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[인사후생팀] GCMS 접속 오류 원격지원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ERP 연계 역분개 처리로 인한 DB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[삼성SDS] ERP Upgrade 지원 [시스템 프로세스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중복 입고로 인한 입고 취소 요청 DB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GCMS / EWS 서버 EOS로 업그레이드 계획 인터뷰</a:t>
            </a:r>
          </a:p>
        </p:txBody>
      </p:sp>
      <p:sp>
        <p:nvSpPr>
          <p:cNvPr id="4860454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90010063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186938113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335670525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7389874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989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06504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32369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724087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4504350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990540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37002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57134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51360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40863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99241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63544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891121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021346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12948452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574598611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</a:p>
        </p:txBody>
      </p:sp>
      <p:sp>
        <p:nvSpPr>
          <p:cNvPr id="878909759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'유경미' 사원님 VOC 스팸처리 시 에러 메세지 발생 건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구도일주유소 센텀시티(2017417) 품질검사 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미갱신 점검 (품질정보안내 내 갱신X)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진보주유소(2002823) 품질검사 미갱신 점검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(품질정보안내 내 갱신0)</a:t>
            </a:r>
          </a:p>
        </p:txBody>
      </p:sp>
      <p:sp>
        <p:nvSpPr>
          <p:cNvPr id="1925223460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970566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59567256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운영 'URL Rewrite' 모듈 활성화 (HTTP 통신 제한, 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TTPS 접근)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물류비관리 &gt; 수송수단별 계획 vs. 실적 물류비 현황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 04월 수송수단 데이터 미조회 건 점검 (TS_TRANS_COST)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24년도 본사 IT 시스템 어플리케이션 계정 유효성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증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'유경미' 사원님 VOC 스팸처리 시 에러 메세지 발생 건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구도일주유소 센텀시티(2017417) 품질검사 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미갱신 점검 (품질정보안내 내 갱신X)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진보주유소(2002823) 품질검사 미갱신 점검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(품질정보안내 내 갱신0)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ERP QA(테스트) 데이터 동기화 자료 회신</a:t>
            </a:r>
          </a:p>
        </p:txBody>
      </p:sp>
      <p:sp>
        <p:nvSpPr>
          <p:cNvPr id="603911337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432958278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170703464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60173350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6035011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1698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694310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03305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33739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55715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178059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70437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24829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48044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88299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406548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42484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366231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2523644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942207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7687292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3567582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17952663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92614876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653368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프로젝트 진행사항 공유 및 업무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YB 계정 유효성 점검 및 퇴사자처리</a:t>
            </a:r>
          </a:p>
        </p:txBody>
      </p:sp>
      <p:sp>
        <p:nvSpPr>
          <p:cNvPr id="91205790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3676030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0445519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4839384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5696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264259050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 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광복절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Off-Duty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