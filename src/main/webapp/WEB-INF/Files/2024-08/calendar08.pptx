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2024-07-29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264259050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 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광복절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Off-Duty Day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 dirty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84</Words>
  <Application>Microsoft Office PowerPoint</Application>
  <PresentationFormat>사용자 지정</PresentationFormat>
  <Paragraphs>51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27</cp:revision>
  <dcterms:modified xsi:type="dcterms:W3CDTF">2024-07-29T09:19:58Z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2024-07-29T09:19:58Z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03ddcb4c-5f29-401b-b425-2732d8b3b9d3</vt:lpwstr>
  </property>
  <property fmtid="{D5CDD505-2E9C-101B-9397-08002B2CF9AE}" pid="8" name="MSIP_Label_a567d48d-774c-44e2-a79a-7d15724a8f35_ContentBits">
    <vt:lpwstr>3</vt:lpwstr>
  </property>
</Properties>
</file>