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2024-07-29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[2024.07.30 ~ 2024.08.05]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8월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264259050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 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광복절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Off-Duty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3793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71030971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9768002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12963139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811310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46687109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005756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8940988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579679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762670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4754419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0612888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8817789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5828927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16541071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74146887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8425476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604715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8561684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360837319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45507727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467228004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9289456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0171264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2904410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8453962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5719745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78154246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3640646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66855488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5583157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74380327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7516250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541355346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56278475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011601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25373850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91227842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83305841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65738992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ITSM-113275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Upgrade 프로젝트 진행사항 공유 및 업무 인수인계</a:t>
            </a:r>
          </a:p>
        </p:txBody>
      </p:sp>
      <p:sp>
        <p:nvSpPr>
          <p:cNvPr id="1172689316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00093671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</a:p>
        </p:txBody>
      </p:sp>
      <p:sp>
        <p:nvSpPr>
          <p:cNvPr id="1844076020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2397531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6120883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0425618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97712013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00203231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주간수급보고 관련 한라석유 직매거래처 보고 방법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489992617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47092038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810354498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1586161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1315228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6212733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58760917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692736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29112156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주유원복 신청 작업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OCR 사용 작업들 에러 발생 원인확인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 Upgrade 프로젝트 수행을 위한 AS-IS 소스 migration및 산출물 현행화</a:t>
            </a:r>
          </a:p>
        </p:txBody>
      </p:sp>
      <p:sp>
        <p:nvSpPr>
          <p:cNvPr id="369863910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7742278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23687877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</a:p>
        </p:txBody>
      </p:sp>
      <p:sp>
        <p:nvSpPr>
          <p:cNvPr id="1711586843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7289633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6532940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215311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12565551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3647154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13651514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제품 제조용 투입자재 지정 프로그램 생성(ZPCOR2061)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F-13 반제전표 생성 FUNCTION 수정(ZFI_GF_DOCUMENT_REVERSE_MM)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입고 완료 PO 자동 납품완료 처리 해제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수급상황기록부 erp upgrade</a:t>
            </a:r>
          </a:p>
        </p:txBody>
      </p:sp>
      <p:sp>
        <p:nvSpPr>
          <p:cNvPr id="2051627026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26944464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122621074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</a:p>
        </p:txBody>
      </p:sp>
      <p:sp>
        <p:nvSpPr>
          <p:cNvPr id="2135897349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3160758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627950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5956419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6579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47234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67305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585029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72400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335107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333004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72820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770932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98354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17193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73064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00650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689620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370210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8956989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32636382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8216589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933429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0489352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 제조용 투입자재 지정 프로그램 생성(ZPCOR206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G/L 개별항목조회-반제하여전기(일배치)생성 (ZFIR7032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F13 반제전표 생성 FUNCTION 수정(ZFI_GF_DOCUMENT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_REVERSE_MM)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금리 일일 배치시 데이터 오류 원인 분석 및 해결(ZTRR14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30)</a:t>
            </a:r>
          </a:p>
        </p:txBody>
      </p:sp>
      <p:sp>
        <p:nvSpPr>
          <p:cNvPr id="12663816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9367219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200555597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9594309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251666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919842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3111772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3329433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</a:p>
        </p:txBody>
      </p:sp>
      <p:sp>
        <p:nvSpPr>
          <p:cNvPr id="90304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646162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843402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수급상황기록부 erp upgrade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구매요청 10446062 건 납품일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 완료 PO 자동 납품완료 처리 해제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기성건 최종 지시자 해제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마케팅홍보물 단가계약을 위한 자재 내용정 요청</a:t>
            </a:r>
          </a:p>
        </p:txBody>
      </p:sp>
      <p:sp>
        <p:nvSpPr>
          <p:cNvPr id="99247357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9750618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777380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80374463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373395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469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71297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23570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14915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76829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2872696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871198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08082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53102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67666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850149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072082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33870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718055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00096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5680146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10558542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System Copy 작업</a:t>
            </a:r>
          </a:p>
        </p:txBody>
      </p:sp>
      <p:sp>
        <p:nvSpPr>
          <p:cNvPr id="15334696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426717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043989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DMS(Content Server)서버 MaxDB Data Export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Batch Job 긴급 중지 후 재실행 작업(ZCM_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단기여신(DAILY)_V2)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특정 T-Code 접속 로그 확인작업 업무지원(ZFIR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9122, ZFIR9115)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ERP Upgrade 프로젝트 관련 CO 개발자 Key 신규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4258010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9467799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9303096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1920330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394983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10231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598250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6026183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39594459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511452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971726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7</a:t>
            </a:r>
          </a:p>
        </p:txBody>
      </p:sp>
      <p:sp>
        <p:nvSpPr>
          <p:cNvPr id="110193545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8314183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9070068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8797208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30854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889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78142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04964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02460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082101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210566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34924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2555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340781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0486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95787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09767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71807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51109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3846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7644946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</a:p>
        </p:txBody>
      </p:sp>
      <p:sp>
        <p:nvSpPr>
          <p:cNvPr id="32930311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유해화학물질 사용량 관리를 위한 입고 시점 개선* 지정된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화공약품에 대해서는 기술검수결재완료시 반입일 기준으로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입고 처리</a:t>
            </a:r>
          </a:p>
        </p:txBody>
      </p:sp>
      <p:sp>
        <p:nvSpPr>
          <p:cNvPr id="12573667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936088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95033542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유해화학물질 사용량 관리를 위한 입고 시점 개선* 지정된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화공약품에 대해서는 기술검수결재완료시 반입일 기준으로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입고 처리</a:t>
            </a:r>
          </a:p>
        </p:txBody>
      </p:sp>
      <p:sp>
        <p:nvSpPr>
          <p:cNvPr id="16300712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30321525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2009008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</a:p>
        </p:txBody>
      </p:sp>
      <p:sp>
        <p:nvSpPr>
          <p:cNvPr id="130313432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06856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90948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5550407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</a:p>
        </p:txBody>
      </p:sp>
      <p:sp>
        <p:nvSpPr>
          <p:cNvPr id="6504251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DC퇴직연금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불입내역 조회관련 수정개발</a:t>
            </a:r>
          </a:p>
        </p:txBody>
      </p:sp>
      <p:sp>
        <p:nvSpPr>
          <p:cNvPr id="7352386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8444913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124105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여름휴가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불입내역 조회관련 수정사항 검토(인사팀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청)- [ITSM-114786] 휴가 변경시 체크로직 보완(동일일자 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차/2시간)- 생산직 개인정보동의서 미동의 관련 로직검토(인사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법적선임자 알림대상 문의 대응- ERP upgrade prj 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대응(사원 벤더 생성관련)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erp upgrade prj 문의대응(운영서버에서 실행되는 batch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job list 전달) - DC퇴직연금 불입내역 조회관련 수정대상 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석- 운영문의대응(주택자금대출 예외자 처리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불입내역 조회관련 수정(open 기간 제어로직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적용)- 문의 대응 : 근태기록부 내용 오류 외</a:t>
            </a:r>
          </a:p>
        </p:txBody>
      </p:sp>
      <p:sp>
        <p:nvSpPr>
          <p:cNvPr id="436064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06787275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47340407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03528418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29780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75683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99951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50800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00544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09199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444981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42514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6257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287269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85964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84075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92359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34490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166104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31352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21152337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169996633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HR - 보훈정보 관련 시스템 개선 10%</a:t>
            </a:r>
          </a:p>
        </p:txBody>
      </p:sp>
      <p:sp>
        <p:nvSpPr>
          <p:cNvPr id="8630977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581124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0995267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변동공제 항목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</a:p>
        </p:txBody>
      </p:sp>
      <p:sp>
        <p:nvSpPr>
          <p:cNvPr id="6166500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</a:p>
        </p:txBody>
      </p:sp>
      <p:sp>
        <p:nvSpPr>
          <p:cNvPr id="4289738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</a:p>
        </p:txBody>
      </p:sp>
      <p:sp>
        <p:nvSpPr>
          <p:cNvPr id="4132074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10936700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8206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5004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7482713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4626454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9918548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160611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7114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ITSM-113285대리점 자가수송 최적출하지 점검 승인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64540529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4470673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0844036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3366690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29912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478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67434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36667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527590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23936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739002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16043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872952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7430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79519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311582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219509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485772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02002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28913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00676749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946820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ITSM-114798 그리드 라이선스 갱신</a:t>
            </a:r>
          </a:p>
        </p:txBody>
      </p:sp>
      <p:sp>
        <p:nvSpPr>
          <p:cNvPr id="16761436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451426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59441646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ITSM-114798 그리드 라이선스 갱신</a:t>
            </a:r>
          </a:p>
        </p:txBody>
      </p:sp>
      <p:sp>
        <p:nvSpPr>
          <p:cNvPr id="623446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0100742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3217558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10828429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69265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51165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84395747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60664592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35577230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482749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624712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158951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21553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8031301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61969416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955381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987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27156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4302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73365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71574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42745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2093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67504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72293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715634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009013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31388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05299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939476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37228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403474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98299096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189728006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871443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897665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주유원복 신청 작업 보완 요청</a:t>
            </a:r>
          </a:p>
        </p:txBody>
      </p:sp>
      <p:sp>
        <p:nvSpPr>
          <p:cNvPr id="13934958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3235083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57721138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136833187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228346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073031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90023156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47373632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20875331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670885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6844285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ITSM-114751 견적서 삭제,ITSM-113287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ITSM-113591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ITSM-114842 견적서 삭제,ITSM-113591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경,ITSM-112188 산출물 제거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외주 업체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</a:p>
        </p:txBody>
      </p:sp>
      <p:sp>
        <p:nvSpPr>
          <p:cNvPr id="68689554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02932687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2199961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51653950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572592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653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52352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1141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4134056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49858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39970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13878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19340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92181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34843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9420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01232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97047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537310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97780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</a:p>
        </p:txBody>
      </p:sp>
      <p:sp>
        <p:nvSpPr>
          <p:cNvPr id="12748886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</a:p>
        </p:txBody>
      </p:sp>
      <p:sp>
        <p:nvSpPr>
          <p:cNvPr id="1177877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개발을 위한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터뷰 및 프로세스 정리</a:t>
            </a:r>
          </a:p>
        </p:txBody>
      </p:sp>
      <p:sp>
        <p:nvSpPr>
          <p:cNvPr id="11968645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208956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7781227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OCR 사용 작업들 에러 발생 원인확인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전환, 모니터링 및 작업 보완         - 담당자 요청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현업 요청으로 인한 프로세스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문서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OCR 사용 작업들 모니터링 (#1,#2,#4)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작업 수행 및 담당자 요청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OCR 정상작동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재수행 로직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설치 불가 현업문의</a:t>
            </a:r>
          </a:p>
        </p:txBody>
      </p:sp>
      <p:sp>
        <p:nvSpPr>
          <p:cNvPr id="14791067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7161270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20037199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4493942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6695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36254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0239143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20408008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</a:p>
        </p:txBody>
      </p:sp>
      <p:sp>
        <p:nvSpPr>
          <p:cNvPr id="7576195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267051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96378397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</a:p>
        </p:txBody>
      </p:sp>
      <p:sp>
        <p:nvSpPr>
          <p:cNvPr id="17046459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817404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10062383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176430331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257393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60780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15393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58006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670383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784231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589460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256226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0523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297502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85833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25122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26007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7260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9536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9528037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</a:p>
        </p:txBody>
      </p:sp>
      <p:sp>
        <p:nvSpPr>
          <p:cNvPr id="131331326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896526962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</a:p>
        </p:txBody>
      </p:sp>
      <p:sp>
        <p:nvSpPr>
          <p:cNvPr id="238436333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394631114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271663444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ITSM-114708, ITSM-114702, ITSM-114713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ITSM-114735, ITSM-114745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ITSM-114754, ITSM-114780, ITSM-114784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ITSM-114800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ITSM-114823, ITSM-114861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ITSM-114886, ITSM-114945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프로시저 수정(SP_AdjustManUpdate) -&gt; 스케줄러 호출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(하루한번) -&gt; 정산서 점검인력 데이터 자동수정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ITSM-114973, ITSM-114982, ITSM-115011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ITSM-115026</a:t>
            </a:r>
          </a:p>
        </p:txBody>
      </p:sp>
      <p:sp>
        <p:nvSpPr>
          <p:cNvPr id="28984357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045224104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857208986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158668979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3755227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7407905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911782393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217634811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586890986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550241040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79288527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ITSM-114619 LMS 학습자료실 안전 동영상 9건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기존 자료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ITSM-114714 PSM 주요절차 동영상에 대한 웹페이지 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</a:t>
            </a:r>
          </a:p>
        </p:txBody>
      </p:sp>
      <p:sp>
        <p:nvSpPr>
          <p:cNvPr id="1699689728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507009837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</a:p>
        </p:txBody>
      </p:sp>
      <p:sp>
        <p:nvSpPr>
          <p:cNvPr id="196058207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1214390184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9367569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728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14108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70044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907566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21403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347170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89033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55249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44219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246939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58588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87683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26663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68119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79778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2987817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2852858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제작사 부서코드 [510A] 등록에 따른 재고 및 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스템 영향도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</a:p>
        </p:txBody>
      </p:sp>
      <p:sp>
        <p:nvSpPr>
          <p:cNvPr id="16753103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27937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3320215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지류상품권 재고 이관 DB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이중 판매된 데이터 데이터 삭제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고정리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[인사후생팀] 이관출고 데이터 상태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오더 할당 상태 값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지원 [GCMS, EWS]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하계 휴가</a:t>
            </a:r>
          </a:p>
        </p:txBody>
      </p:sp>
      <p:sp>
        <p:nvSpPr>
          <p:cNvPr id="1801213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8213344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53600452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5605066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55224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95369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68837590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87520448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smartsuite Framework 1.0.9 버전 업그레이드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반영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54370300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86582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025586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운영 'URL Rewrite' 모듈 활성화 (HTTP 통신 제한, 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TTPS 접근)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smartsuite Framework 1.0.9 버전 업그레이드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반영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V240726-0000501 상태변경 요청 (완료 -&gt; 처리중)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48846308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9698977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512926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0355135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80763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5854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01022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53006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76421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719450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699799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99724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86551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359504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56866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93933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838844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21344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209327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018085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0943808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3099231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프로젝트 진행사항 공유 및 업무 인수인계</a:t>
            </a:r>
          </a:p>
        </p:txBody>
      </p:sp>
      <p:sp>
        <p:nvSpPr>
          <p:cNvPr id="12690548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727352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339872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Upgrade 프로젝트 수행을 위한 AS-IS 소스 migrati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on및 산출물 현행화</a:t>
            </a:r>
          </a:p>
        </p:txBody>
      </p:sp>
      <p:sp>
        <p:nvSpPr>
          <p:cNvPr id="6371715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3312469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42009665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9908266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360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264259050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 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광복절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Off-Duty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