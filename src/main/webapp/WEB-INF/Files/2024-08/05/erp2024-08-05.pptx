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6579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3472347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67305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5850298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172400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335107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333004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728205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770932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1983543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17193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73064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400650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6896204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370210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89569893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32636382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82165897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933429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0489352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 제조용 투입자재 지정 프로그램 생성(ZPCOR206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G/L 개별항목조회-반제하여전기(일배치)생성 (ZFIR7032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F13 반제전표 생성 FUNCTION 수정(ZFI_GF_DOCUMENT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_REVERSE_MM)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금리 일일 배치시 데이터 오류 원인 분석 및 해결(ZTRR14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30)</a:t>
            </a:r>
          </a:p>
        </p:txBody>
      </p:sp>
      <p:sp>
        <p:nvSpPr>
          <p:cNvPr id="12663816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9367219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200555597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95943099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251666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919842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31117729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43329433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주간수급보고 관련 한라석유 직매거래처 보고 방법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</a:p>
        </p:txBody>
      </p:sp>
      <p:sp>
        <p:nvSpPr>
          <p:cNvPr id="903046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8646162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8434028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주간수급보고 관련 한라석유 직매거래처 보고 방법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수급상황기록부 erp upgrade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구매요청 10446062 건 납품일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 완료 PO 자동 납품완료 처리 해제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기성건 최종 지시자 해제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마케팅홍보물 단가계약을 위한 자재 내용정 요청</a:t>
            </a:r>
          </a:p>
        </p:txBody>
      </p:sp>
      <p:sp>
        <p:nvSpPr>
          <p:cNvPr id="99247357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19750618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777380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80374463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373395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34698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712972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23570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14915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76829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2872696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871198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08082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53102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267666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850149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072082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33870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718055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00096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</a:p>
        </p:txBody>
      </p:sp>
      <p:sp>
        <p:nvSpPr>
          <p:cNvPr id="15680146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10558542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 System Copy 작업</a:t>
            </a:r>
          </a:p>
        </p:txBody>
      </p:sp>
      <p:sp>
        <p:nvSpPr>
          <p:cNvPr id="15334696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426717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043989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DMS(Content Server)서버 MaxDB Data Export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업무지원(삼성SDS)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Batch Job 긴급 중지 후 재실행 작업(ZCM_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단기여신(DAILY)_V2)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특정 T-Code 접속 로그 확인작업 업무지원(ZFIR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9122, ZFIR9115)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 ERP Upgrade 프로젝트 관련 CO 개발자 Key 신규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42580107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9467799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19303096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1920330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394983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10231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598250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6026183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39594459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0511452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971726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7</a:t>
            </a:r>
          </a:p>
        </p:txBody>
      </p:sp>
      <p:sp>
        <p:nvSpPr>
          <p:cNvPr id="110193545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8314183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90700681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87972089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30854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889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78142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5049640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602460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6082101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210566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34924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2555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3407819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0486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595787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09767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71807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8511099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23846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7644946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</a:p>
        </p:txBody>
      </p:sp>
      <p:sp>
        <p:nvSpPr>
          <p:cNvPr id="32930311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유해화학물질 사용량 관리를 위한 입고 시점 개선* 지정된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화공약품에 대해서는 기술검수결재완료시 반입일 기준으로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입고 처리</a:t>
            </a:r>
          </a:p>
        </p:txBody>
      </p:sp>
      <p:sp>
        <p:nvSpPr>
          <p:cNvPr id="12573667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3936088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95033542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유해화학물질 사용량 관리를 위한 입고 시점 개선* 지정된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화공약품에 대해서는 기술검수결재완료시 반입일 기준으로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입고 처리</a:t>
            </a:r>
          </a:p>
        </p:txBody>
      </p:sp>
      <p:sp>
        <p:nvSpPr>
          <p:cNvPr id="163007123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30321525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12009008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</a:p>
        </p:txBody>
      </p:sp>
      <p:sp>
        <p:nvSpPr>
          <p:cNvPr id="130313432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06856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909488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</a:p>
        </p:txBody>
      </p:sp>
      <p:sp>
        <p:nvSpPr>
          <p:cNvPr id="15550407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</a:p>
        </p:txBody>
      </p:sp>
      <p:sp>
        <p:nvSpPr>
          <p:cNvPr id="6504251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DC퇴직연금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불입내역 조회관련 수정개발</a:t>
            </a:r>
          </a:p>
        </p:txBody>
      </p:sp>
      <p:sp>
        <p:nvSpPr>
          <p:cNvPr id="73523868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8444913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124105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여름휴가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DC퇴직연금 불입내역 조회관련 수정사항 검토(인사팀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청)- [ITSM-114786] 휴가 변경시 체크로직 보완(동일일자 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차/2시간)- 생산직 개인정보동의서 미동의 관련 로직검토(인사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법적선임자 알림대상 문의 대응- ERP upgrade prj 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대응(사원 벤더 생성관련)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erp upgrade prj 문의대응(운영서버에서 실행되는 batch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job list 전달) - DC퇴직연금 불입내역 조회관련 수정대상 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석- 운영문의대응(주택자금대출 예외자 처리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DC퇴직연금 불입내역 조회관련 수정(open 기간 제어로직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적용)- 문의 대응 : 근태기록부 내용 오류 외</a:t>
            </a:r>
          </a:p>
        </p:txBody>
      </p:sp>
      <p:sp>
        <p:nvSpPr>
          <p:cNvPr id="4360645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06787275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47340407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03528418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297803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75683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99951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850800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200544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609199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444981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42514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6257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287269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859643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84075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492359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344907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1661041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313528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21152337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169996633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HR - 보훈정보 관련 시스템 개선 10%</a:t>
            </a:r>
          </a:p>
        </p:txBody>
      </p:sp>
      <p:sp>
        <p:nvSpPr>
          <p:cNvPr id="8630977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55811242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50995267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변동공제 항목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</a:p>
        </p:txBody>
      </p:sp>
      <p:sp>
        <p:nvSpPr>
          <p:cNvPr id="61665001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</a:p>
        </p:txBody>
      </p:sp>
      <p:sp>
        <p:nvSpPr>
          <p:cNvPr id="42897382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</a:p>
        </p:txBody>
      </p:sp>
      <p:sp>
        <p:nvSpPr>
          <p:cNvPr id="41320746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10936700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78206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5004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77482713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46264546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99185484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61606114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671141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ITSM-113285대리점 자가수송 최적출하지 점검 승인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64540529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44706738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208440366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3366690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299126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