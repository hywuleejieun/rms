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[2024.07.30 ~ 2024.08.05]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8월 2주차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