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637937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671030971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7680027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9631398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113100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466871094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50057560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389409881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0579679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97626707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847544198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706128881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888177893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75828927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116541071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274146887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8425476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6047157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8561684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360837319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945507727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467228004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9289456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0171264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2904410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8453962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5719745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878154246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3640646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566855488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5583157" name="Frame"/>
          <p:cNvSpPr>
            <a:spLocks noGrp="1"/>
          </p:cNvSpPr>
          <p:nvPr/>
        </p:nvSpPr>
        <p:spPr>
          <a:xfrm>
            <a:off x="101600" y="2832100"/>
            <a:ext cx="9779000" cy="194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74380327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17516250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541355346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56278475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70116014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225373850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791227842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383305841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065738992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ITSM-113275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시스템추가보완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 Upgrade 프로젝트 진행사항 공유 및 업무 인수인계</a:t>
            </a:r>
          </a:p>
        </p:txBody>
      </p:sp>
      <p:sp>
        <p:nvSpPr>
          <p:cNvPr id="1172689316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600093671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</a:p>
        </p:txBody>
      </p:sp>
      <p:sp>
        <p:nvSpPr>
          <p:cNvPr id="1844076020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2397531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6120883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80425618" name="Frame"/>
          <p:cNvSpPr>
            <a:spLocks noGrp="1"/>
          </p:cNvSpPr>
          <p:nvPr/>
        </p:nvSpPr>
        <p:spPr>
          <a:xfrm>
            <a:off x="165100" y="34544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97712013" name="Text">
    </p:cNvPr>
          <p:cNvSpPr>
            <a:spLocks noGrp="1"/>
          </p:cNvSpPr>
          <p:nvPr/>
        </p:nvSpPr>
        <p:spPr>
          <a:xfrm rot="0">
            <a:off x="165100" y="3454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400203231" name="Text">
    </p:cNvPr>
          <p:cNvSpPr>
            <a:spLocks noGrp="1"/>
          </p:cNvSpPr>
          <p:nvPr/>
        </p:nvSpPr>
        <p:spPr>
          <a:xfrm rot="0">
            <a:off x="965200" y="35306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주간수급보고 관련 한라석유 직매거래처 보고 방법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489992617" name="Text">
    </p:cNvPr>
          <p:cNvSpPr>
            <a:spLocks noGrp="1"/>
          </p:cNvSpPr>
          <p:nvPr/>
        </p:nvSpPr>
        <p:spPr>
          <a:xfrm rot="0">
            <a:off x="7239000" y="35306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147092038" name="Text">
    </p:cNvPr>
          <p:cNvSpPr>
            <a:spLocks noGrp="1"/>
          </p:cNvSpPr>
          <p:nvPr/>
        </p:nvSpPr>
        <p:spPr>
          <a:xfrm rot="0">
            <a:off x="5549900" y="35306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</a:p>
        </p:txBody>
      </p:sp>
      <p:sp>
        <p:nvSpPr>
          <p:cNvPr id="810354498" name="Text">
    </p:cNvPr>
          <p:cNvSpPr>
            <a:spLocks noGrp="1"/>
          </p:cNvSpPr>
          <p:nvPr/>
        </p:nvSpPr>
        <p:spPr>
          <a:xfrm rot="0">
            <a:off x="901700" y="3454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1586161" name="Text">
    </p:cNvPr>
          <p:cNvSpPr>
            <a:spLocks noGrp="1"/>
          </p:cNvSpPr>
          <p:nvPr/>
        </p:nvSpPr>
        <p:spPr>
          <a:xfrm rot="0">
            <a:off x="6121400" y="3454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51315228" name="Text">
    </p:cNvPr>
          <p:cNvSpPr>
            <a:spLocks noGrp="1"/>
          </p:cNvSpPr>
          <p:nvPr/>
        </p:nvSpPr>
        <p:spPr>
          <a:xfrm rot="0">
            <a:off x="5549900" y="3454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6212733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658760917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06927364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229112156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주유원복 신청 작업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OCR 사용 작업들 에러 발생 원인확인 및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ERP Upgrade 프로젝트 수행을 위한 AS-IS 소스 migration및 산출물 현행화</a:t>
            </a:r>
          </a:p>
        </p:txBody>
      </p:sp>
      <p:sp>
        <p:nvSpPr>
          <p:cNvPr id="369863910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77422782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423687877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</a:p>
        </p:txBody>
      </p:sp>
      <p:sp>
        <p:nvSpPr>
          <p:cNvPr id="1711586843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57289633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36532940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2153115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5655510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236471547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813651514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제품 제조용 투입자재 지정 프로그램 생성(ZPCOR2061)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F-13 반제전표 생성 FUNCTION 수정(ZFI_GF_DOCUMENT_REVERSE_MM)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입고 완료 PO 자동 납품완료 처리 해제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수급상황기록부 erp upgrade</a:t>
            </a:r>
          </a:p>
        </p:txBody>
      </p:sp>
      <p:sp>
        <p:nvSpPr>
          <p:cNvPr id="2051627026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26944464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122621074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</a:p>
        </p:txBody>
      </p:sp>
      <p:sp>
        <p:nvSpPr>
          <p:cNvPr id="2135897349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3160758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86279502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5956419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