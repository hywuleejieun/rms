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497889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04885564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525532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0561330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4908232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909272490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6240162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233238582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48916225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0693983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397052034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76321321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55651053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35875644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14963717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680782282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4357690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4809141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0639101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277439732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704058686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596392164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3013347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6747301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2858559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7245442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4089801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407854515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4354479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215689523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1960384" name="Frame"/>
          <p:cNvSpPr>
            <a:spLocks noGrp="1"/>
          </p:cNvSpPr>
          <p:nvPr/>
        </p:nvSpPr>
        <p:spPr>
          <a:xfrm>
            <a:off x="101600" y="28321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110145966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3496281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565177546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001233921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46769391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272775787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14593615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329392334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899264745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[OAS] [ITSM-112959]ERP Upgrade 관련 OAS Interface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1881446342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95922631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911229622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3150800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6248026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8810400" name="Frame"/>
          <p:cNvSpPr>
            <a:spLocks noGrp="1"/>
          </p:cNvSpPr>
          <p:nvPr/>
        </p:nvSpPr>
        <p:spPr>
          <a:xfrm>
            <a:off x="165100" y="34544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11269768" name="Text">
    </p:cNvPr>
          <p:cNvSpPr>
            <a:spLocks noGrp="1"/>
          </p:cNvSpPr>
          <p:nvPr/>
        </p:nvSpPr>
        <p:spPr>
          <a:xfrm rot="0">
            <a:off x="165100" y="34544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23903901" name="Text">
    </p:cNvPr>
          <p:cNvSpPr>
            <a:spLocks noGrp="1"/>
          </p:cNvSpPr>
          <p:nvPr/>
        </p:nvSpPr>
        <p:spPr>
          <a:xfrm rot="0">
            <a:off x="965200" y="35306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838248797" name="Text">
    </p:cNvPr>
          <p:cNvSpPr>
            <a:spLocks noGrp="1"/>
          </p:cNvSpPr>
          <p:nvPr/>
        </p:nvSpPr>
        <p:spPr>
          <a:xfrm rot="0">
            <a:off x="7239000" y="35306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65027555" name="Text">
    </p:cNvPr>
          <p:cNvSpPr>
            <a:spLocks noGrp="1"/>
          </p:cNvSpPr>
          <p:nvPr/>
        </p:nvSpPr>
        <p:spPr>
          <a:xfrm rot="0">
            <a:off x="5549900" y="35306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2102870684" name="Text">
    </p:cNvPr>
          <p:cNvSpPr>
            <a:spLocks noGrp="1"/>
          </p:cNvSpPr>
          <p:nvPr/>
        </p:nvSpPr>
        <p:spPr>
          <a:xfrm rot="0">
            <a:off x="901700" y="34544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1783499" name="Text">
    </p:cNvPr>
          <p:cNvSpPr>
            <a:spLocks noGrp="1"/>
          </p:cNvSpPr>
          <p:nvPr/>
        </p:nvSpPr>
        <p:spPr>
          <a:xfrm rot="0">
            <a:off x="6121400" y="34544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2522383" name="Text">
    </p:cNvPr>
          <p:cNvSpPr>
            <a:spLocks noGrp="1"/>
          </p:cNvSpPr>
          <p:nvPr/>
        </p:nvSpPr>
        <p:spPr>
          <a:xfrm rot="0">
            <a:off x="5549900" y="34544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3820169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285874550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86913978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5450327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PRM 계약서현황 분석을 위한 View 제공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'#2 외화지급계좌 증빙대사' 작업 수정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법인카드 관련 제요청서 요청내역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PSM 절차 동영상 교육 시행 관련 시험 재응시 처리 요청</a:t>
            </a:r>
          </a:p>
        </p:txBody>
      </p:sp>
      <p:sp>
        <p:nvSpPr>
          <p:cNvPr id="984356922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066507696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72397153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</a:p>
        </p:txBody>
      </p:sp>
      <p:sp>
        <p:nvSpPr>
          <p:cNvPr id="1773734659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6597446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0285040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7976788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389847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5481285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794191441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제조원가 검증용 기초정보 추가수정(ZPCOR2060)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고정자산 Migration 프로그램 생성(ZFIB9060_MIG)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방문교통비 신청시 WBS 적용(투자예산-&gt;입력값)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 QA테스트서버 System Copy(데이터 동기화)작업 후 마무리 설정작업</a:t>
            </a:r>
          </a:p>
        </p:txBody>
      </p:sp>
      <p:sp>
        <p:nvSpPr>
          <p:cNvPr id="1022536576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67337021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312044377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08/14</a:t>
            </a:r>
          </a:p>
        </p:txBody>
      </p:sp>
      <p:sp>
        <p:nvSpPr>
          <p:cNvPr id="138075907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8560194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8964002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4391572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