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7405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933871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8352649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026510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4335727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837200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189738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861679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1208791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3530682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822384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396882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448444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86671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150530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83492015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31626494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란 글자수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</a:p>
        </p:txBody>
      </p:sp>
      <p:sp>
        <p:nvSpPr>
          <p:cNvPr id="69988356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5043006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83185364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ITSM-113634 CCS(법인카드정산)시스템 적요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란 글자수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</a:p>
        </p:txBody>
      </p:sp>
      <p:sp>
        <p:nvSpPr>
          <p:cNvPr id="18308088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213460137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43525354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</a:p>
        </p:txBody>
      </p:sp>
      <p:sp>
        <p:nvSpPr>
          <p:cNvPr id="623645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588780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963426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61621219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56590418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34332214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64790933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46607111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61532873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9303013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36313069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35829226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139053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350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07616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056646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043269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233085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3150556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302595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3886331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413536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88087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34800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598858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3900634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1757595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6860064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6874334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</a:p>
        </p:txBody>
      </p:sp>
      <p:sp>
        <p:nvSpPr>
          <p:cNvPr id="74242931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</a:p>
        </p:txBody>
      </p:sp>
      <p:sp>
        <p:nvSpPr>
          <p:cNvPr id="7422069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4107529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94726859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계약서현황 분석을 위한 View 제공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</a:p>
        </p:txBody>
      </p:sp>
      <p:sp>
        <p:nvSpPr>
          <p:cNvPr id="27750679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42796362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5057953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</a:p>
        </p:txBody>
      </p:sp>
      <p:sp>
        <p:nvSpPr>
          <p:cNvPr id="134847599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546898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626930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208587746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73829988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23047140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46128462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88287185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ITSM-115466 변경요청서 삭제ITSM-115433 작업유형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변경ITSM-115322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변경요청서 플로우 프로세스 스크립트 수정</a:t>
            </a:r>
          </a:p>
        </p:txBody>
      </p:sp>
      <p:sp>
        <p:nvSpPr>
          <p:cNvPr id="34819526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163397709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209884804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90177082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937092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7900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805284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892019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9291697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299031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2393568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03457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59152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6066473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461294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522478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230097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867199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0460177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62652889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1464166052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br/>
          </a:p>
        </p:txBody>
      </p:sp>
      <p:sp>
        <p:nvSpPr>
          <p:cNvPr id="93814695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</a:t>
            </a:r>
          </a:p>
        </p:txBody>
      </p:sp>
      <p:sp>
        <p:nvSpPr>
          <p:cNvPr id="1856103407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205194654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004138886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'PRM OPINET' 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115PC 팝업으로 인한 작업 방해 방지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수정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EAI Upgrade 프로젝트 PPS 테스트 확인을 위한 DB접근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및 사전점검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요청으로 인한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'정유해외마케팅팀-Daily Market Movement 작성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보고' 작업 개발을 위한 사전 인터뷰 및 파일서버 접근 권한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신청, 프로세스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'금융정보 취합 및 보고' 작업 오류 확인 및 타PC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'S-imoms Application Availability 점검' 작업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확인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Spoke 서버 DB 연결정보 'TAS/SCM/EPR/PP-WMS' 정보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각 시스템 담당자 확인 및 기입,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[EAI/PPS] EAI Upgrade 테스트 관련 EAI계정 PPS(SCM) 시스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템 개발서버 INTG DB 접근불가 확인요청</a:t>
            </a:r>
          </a:p>
        </p:txBody>
      </p:sp>
      <p:sp>
        <p:nvSpPr>
          <p:cNvPr id="93182749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683160792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219309299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2041831702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1265294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6810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4655118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071493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300866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5028235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688582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0276858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79247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5298180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8141536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3727516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89541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52644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3642158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45097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42669463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8014603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</a:p>
        </p:txBody>
      </p:sp>
      <p:sp>
        <p:nvSpPr>
          <p:cNvPr id="1185122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42273740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8051452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CCS(법인카드정산)시스템 적요란 글자수 증액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법인카드 관련 제요청서 요청내역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</a:p>
        </p:txBody>
      </p:sp>
      <p:sp>
        <p:nvSpPr>
          <p:cNvPr id="193459020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98070104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</a:p>
        </p:txBody>
      </p:sp>
      <p:sp>
        <p:nvSpPr>
          <p:cNvPr id="208195580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17536496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234986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07721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</a:p>
        </p:txBody>
      </p:sp>
      <p:sp>
        <p:nvSpPr>
          <p:cNvPr id="143143183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</a:p>
        </p:txBody>
      </p:sp>
      <p:sp>
        <p:nvSpPr>
          <p:cNvPr id="15280854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ITSM-115469결재새문서(S-imoms 작업요청서)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</a:p>
        </p:txBody>
      </p:sp>
      <p:sp>
        <p:nvSpPr>
          <p:cNvPr id="165755651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43060033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5337642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ITSM-115420, ITSM-115452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ITSM-115553, ITSM-115555, ITSM-115579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ITSM-115580, ITSM-115584, ITSM-115587, 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5590, ITSM-115591메일요청 -&gt; 조병호책임 기안일자(24.0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8.13) 회의록 내용 수정</a:t>
            </a:r>
          </a:p>
        </p:txBody>
      </p:sp>
      <p:sp>
        <p:nvSpPr>
          <p:cNvPr id="153031952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br/>
            <a:br/>
          </a:p>
        </p:txBody>
      </p:sp>
      <p:sp>
        <p:nvSpPr>
          <p:cNvPr id="153585117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08.14</a:t>
            </a:r>
            <a:br/>
            <a:br/>
            <a:br/>
            <a:br/>
          </a:p>
        </p:txBody>
      </p:sp>
      <p:sp>
        <p:nvSpPr>
          <p:cNvPr id="66944256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br/>
            <a:br/>
          </a:p>
        </p:txBody>
      </p:sp>
      <p:sp>
        <p:nvSpPr>
          <p:cNvPr id="203208861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926193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7894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608068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363758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032825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034372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6877303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818439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5106260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4693154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959596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21239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15814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210933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524214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1372019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24508776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24921367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20749394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155222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7153476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2024년 3분기 모의해킹 업무 협의에 관한 건 - SLMS 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요청정보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 PSM 절차 동영상 교육 시행 관련 시험 재응시 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E-Learning 교육시 동영상 강의 수강시 크롬 진도관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기능제한 조치관련 처리방안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인터페이스 대상 중, ERS 연계 목적 확인 및 사용 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뉴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24.08.13 일자, ERS_CP_INTERFACE, 부서지침서 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계 오류 2건 재처리</a:t>
            </a:r>
          </a:p>
        </p:txBody>
      </p:sp>
      <p:sp>
        <p:nvSpPr>
          <p:cNvPr id="17597833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20695677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28210568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79903270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623802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58519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37023980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</a:p>
        </p:txBody>
      </p:sp>
      <p:sp>
        <p:nvSpPr>
          <p:cNvPr id="63561841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JDK 1.5 -&gt; JDK1.8 업그레이드 검토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[시스템 프로세스 확인 요청]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JDK 1.5 -&gt; JDK1.8 업그레이드 검토</a:t>
            </a:r>
          </a:p>
        </p:txBody>
      </p:sp>
      <p:sp>
        <p:nvSpPr>
          <p:cNvPr id="111277453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08086553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64013950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[멤버십마케팅팀] 금결원에 미 등록된 상품권 회수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[자재관리팀] 중복 입고 오류 원인 확인 및 조치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지원 [시스템 프로세스 확인 요청]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[생산IT지원팀] 24년 상반기 시스템 권한 검토 보고서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[리스크관리팀] 24년 1st interim IAMS 운영 감사 자료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3873201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20143549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</a:p>
        </p:txBody>
      </p:sp>
      <p:sp>
        <p:nvSpPr>
          <p:cNvPr id="126083803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br/>
          </a:p>
        </p:txBody>
      </p:sp>
      <p:sp>
        <p:nvSpPr>
          <p:cNvPr id="10531886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9064204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54345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26777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5440140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8996468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946006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7968894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249876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137799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569051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277398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3628356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1984054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054833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885199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368527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856656001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485060167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개발(DEv) Windows 보안 패치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운영(PRD) Windows 보안 패치 점검 (18:30~22:30)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'김민주' 팀장님 VOC Summary 및 완료보고서  수신자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1046903538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953590911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997571568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'유경미' 사원님 VOC 스팸처리 시 에러 메세지 발생 건 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V240813-0000005-1 완료승인요청 이후 최종의견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 (상태변경 조치)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'김민주' 팀장님 VOC Summary 및 완료보고서  수신자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구도일주유소 센텀시티(2017417) 품질검사 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미갱신 점검 (품질정보안내 내 갱신X)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진보주유소(2002823) 품질검사 미갱신 점검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(품질정보안내 내 갱신0)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 계정관리] 감사자료 가이드 작성 및 보조</a:t>
            </a:r>
          </a:p>
        </p:txBody>
      </p:sp>
      <p:sp>
        <p:nvSpPr>
          <p:cNvPr id="1120594649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1333180824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</a:p>
        </p:txBody>
      </p:sp>
      <p:sp>
        <p:nvSpPr>
          <p:cNvPr id="806036639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649573205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9703672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3046782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540550802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999163099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보증 시스템 테스트</a:t>
            </a:r>
            <a:br/>
          </a:p>
        </p:txBody>
      </p:sp>
      <p:sp>
        <p:nvSpPr>
          <p:cNvPr id="2016984859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93182686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645080857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테스트</a:t>
            </a:r>
            <a:br/>
          </a:p>
        </p:txBody>
      </p:sp>
      <p:sp>
        <p:nvSpPr>
          <p:cNvPr id="1838172112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349385502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668195000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545214499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0017207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