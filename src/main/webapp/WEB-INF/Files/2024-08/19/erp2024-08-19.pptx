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2126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0158719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22545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82369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657686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091662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21149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64311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55452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55417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683199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88379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99558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601770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220816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01442050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44330685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23306928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81593942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1769420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[CO]PP 반제품 제조원가 검증(ZPCOR2080)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[CO]PP 제조원가 검증용 기초정보 추가수정(ZPCOR2060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 및 Off duty</a:t>
            </a:r>
          </a:p>
        </p:txBody>
      </p:sp>
      <p:sp>
        <p:nvSpPr>
          <p:cNvPr id="14071897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6710425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58803854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</a:p>
        </p:txBody>
      </p:sp>
      <p:sp>
        <p:nvSpPr>
          <p:cNvPr id="125749995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84858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79775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13479881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37620761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</a:p>
        </p:txBody>
      </p:sp>
      <p:sp>
        <p:nvSpPr>
          <p:cNvPr id="4659223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196993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95713729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</a:p>
        </p:txBody>
      </p:sp>
      <p:sp>
        <p:nvSpPr>
          <p:cNvPr id="3314238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83509265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91909188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213043327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710181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65097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874540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1359344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729918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213251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025135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00248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92944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8347364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396585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42173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265156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098364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3027541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46336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19330518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</a:p>
        </p:txBody>
      </p:sp>
      <p:sp>
        <p:nvSpPr>
          <p:cNvPr id="2770076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205392224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68596295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612794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QA테스트서버 System Copy(데이터 동기화)작업 후 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무리 설정작업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전산감사 1차 Field Work 사전 요청자료 취합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676925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29178022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78117637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93031432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149012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707966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68762026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7347099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6489135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0629159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19067307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</a:p>
        </p:txBody>
      </p:sp>
      <p:sp>
        <p:nvSpPr>
          <p:cNvPr id="125339847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18077186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9595906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</a:p>
        </p:txBody>
      </p:sp>
      <p:sp>
        <p:nvSpPr>
          <p:cNvPr id="104179737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301683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0383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808396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9997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15232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639128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934667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082917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398213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6297739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927565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77365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06526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871274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4175834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05763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48369823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57103569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73081974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24087154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8902447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22038148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99055023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1256115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70029922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919270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015152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76834026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2175056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9121191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9832461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71916662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[ITSM-115236] 경조금 신청현황 수정(반려기능 추가)-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[ITSM-115370] 방문교통비 신청시 투자예산코드 입력로직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가- RM요청사항 : HCM 기준정보 데이터 작성(45개 항목)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RM요청사항 : HCM 기준정보 데이터 작성(45개 항목)- [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ITSM-115455] 방문교통비 신청시 WBS 적용(투자예산-&gt;입력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값)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[ITSM-115456] 의료비 신청서 안내문구 변경- [ITSM-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115236] 경조금 신청현황 화면에서 반려기능 추가</a:t>
            </a:r>
          </a:p>
        </p:txBody>
      </p:sp>
      <p:sp>
        <p:nvSpPr>
          <p:cNvPr id="60193148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37479801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97184614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35789529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590407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49545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875221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373003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1953022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26474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589161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04105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9618772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3113994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34272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179027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46117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37366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5625090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204858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6458325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</a:p>
        </p:txBody>
      </p:sp>
      <p:sp>
        <p:nvSpPr>
          <p:cNvPr id="163943440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90%</a:t>
            </a:r>
          </a:p>
        </p:txBody>
      </p:sp>
      <p:sp>
        <p:nvSpPr>
          <p:cNvPr id="73701858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9369420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51937071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공장 직원 퇴직추계액 지급율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고정공제 담당자 결재선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고정공제신청서의 작성부서 결재선 변경</a:t>
            </a:r>
          </a:p>
        </p:txBody>
      </p:sp>
      <p:sp>
        <p:nvSpPr>
          <p:cNvPr id="9456459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58555397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8/13</a:t>
            </a:r>
            <a:br/>
          </a:p>
        </p:txBody>
      </p:sp>
      <p:sp>
        <p:nvSpPr>
          <p:cNvPr id="90625220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</a:p>
        </p:txBody>
      </p:sp>
      <p:sp>
        <p:nvSpPr>
          <p:cNvPr id="3042082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029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810512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19486280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5314609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87651423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39146497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9660486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19425099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78471181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3259168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8220190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596557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