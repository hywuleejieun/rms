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770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90231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0328483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976219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616487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139653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41084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31762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34623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747759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52995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88080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74266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890542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849104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3287536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14434409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ITSM-112407 법인카드 WBS 마스터 전송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ITSM-112365 e-Biz 개인정보처리방침의 수탁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업체 변경요청</a:t>
            </a:r>
            <a:br/>
          </a:p>
        </p:txBody>
      </p:sp>
      <p:sp>
        <p:nvSpPr>
          <p:cNvPr id="8138848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500966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125764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ITSM-112407 법인카드 WBS 마스터 전송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ITSM-112365 e-Biz 개인정보처리방침의 수탁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업체 변경요청</a:t>
            </a:r>
            <a:br/>
          </a:p>
        </p:txBody>
      </p:sp>
      <p:sp>
        <p:nvSpPr>
          <p:cNvPr id="11737143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6608636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</a:p>
        </p:txBody>
      </p:sp>
      <p:sp>
        <p:nvSpPr>
          <p:cNvPr id="43900448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34935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41413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204951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90180417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52283468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[ITSM-112593]ERP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85853867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846557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4650786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[ITSM-112261]Floating roof tank의 roof correcti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 적용 순서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[ITSM-112548]일일 이송량 엑셀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[ITSM-112593]ERP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22319284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53888781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2842860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212450481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16717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8489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588317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21062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157209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940592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794415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79566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23136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87657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16133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60326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9679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52165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862628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762017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7256659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</a:p>
        </p:txBody>
      </p:sp>
      <p:sp>
        <p:nvSpPr>
          <p:cNvPr id="105987445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CI시설물명(개업판촉물) 변경 및 자재번호 등록 요청</a:t>
            </a:r>
          </a:p>
        </p:txBody>
      </p:sp>
      <p:sp>
        <p:nvSpPr>
          <p:cNvPr id="2268983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015602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50481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CI시설물명(개업판촉물) 변경 및 자재번호 등록 요청</a:t>
            </a:r>
          </a:p>
        </p:txBody>
      </p:sp>
      <p:sp>
        <p:nvSpPr>
          <p:cNvPr id="14888207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6784800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24748318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</a:p>
        </p:txBody>
      </p:sp>
      <p:sp>
        <p:nvSpPr>
          <p:cNvPr id="1307269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527462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96349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42495347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</a:p>
        </p:txBody>
      </p:sp>
      <p:sp>
        <p:nvSpPr>
          <p:cNvPr id="12696358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61570908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678248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8393040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ITSM-112142 변경승인자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mobile goole push 운영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ITSM-107346 배포상태 변경ITSM-112404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제ITSM-112490 데이터작업서 삭제ITSM-112530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ITSM-108181 자동배포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협의문 출력 시 스크롤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ITSM-112624 변경결과 작성ITSM-109144 상태 변경</a:t>
            </a:r>
          </a:p>
        </p:txBody>
      </p:sp>
      <p:sp>
        <p:nvSpPr>
          <p:cNvPr id="14021472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5652887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4923223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05335036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331416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0580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95664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37284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7246463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779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823221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8979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058799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44934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33853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84442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54258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98714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89891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9549558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477831826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677177185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</a:p>
        </p:txBody>
      </p:sp>
      <p:sp>
        <p:nvSpPr>
          <p:cNvPr id="1066394761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79875564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30711575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DR훈련 참관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신한은행 PDF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자료요청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불가 첨부파일로 인한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오류. 담당자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신한은행 PDF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양식 변경으로 인한 OCR 개선 - 파일 대조 및 결합 - DB/Txt파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일로 전환 후 필요 문자열 Find 및 Split - 하나은행 로직과 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- 작업 완료 결과 추출물 및 완료 안내 메일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'생산조정팀-전표처리' 문의 응답 및 SAP 담당책임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작업 오류 확인 및 담당자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 (기존 양식들과 다른 형식으로 인한 RPA판단 불가)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</a:p>
        </p:txBody>
      </p:sp>
      <p:sp>
        <p:nvSpPr>
          <p:cNvPr id="671093884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760237145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215885127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794146019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052609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7650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56177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15156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534392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787359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73892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50844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64309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958834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75369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26202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31142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94907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054802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611870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325973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9361681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19608125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284442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353872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159742769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492062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86719988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4396671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07469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2058301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451626616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</a:p>
        </p:txBody>
      </p:sp>
      <p:sp>
        <p:nvSpPr>
          <p:cNvPr id="640446343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(VPN사용자 등록 신청서)</a:t>
            </a:r>
            <a:br/>
          </a:p>
        </p:txBody>
      </p:sp>
      <p:sp>
        <p:nvSpPr>
          <p:cNvPr id="1930269510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2995227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209901301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완료 이후 추가 수정전달 받아서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ITSM-112390, ITSM-112386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ITSM-112368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ITSM-112505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ITSM-112389, ITSM-112547, ITSM-112572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ITSM-112598, ITSM-112637, ITSM-112659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RODA 추가 수정사항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영문 기안지의 경우 ceo만 따로 영문 전결근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거 내용으로 표기(총괄 결재 사항에서 차상위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선택시 영문표기)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예외(수기입력)이 가능하도록 수정</a:t>
            </a:r>
            <a:br/>
          </a:p>
        </p:txBody>
      </p:sp>
      <p:sp>
        <p:nvSpPr>
          <p:cNvPr id="227065382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br/>
            <a:br/>
          </a:p>
        </p:txBody>
      </p:sp>
      <p:sp>
        <p:nvSpPr>
          <p:cNvPr id="302025586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br/>
            <a:br/>
          </a:p>
        </p:txBody>
      </p:sp>
      <p:sp>
        <p:nvSpPr>
          <p:cNvPr id="895107870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br/>
          </a:p>
        </p:txBody>
      </p:sp>
      <p:sp>
        <p:nvSpPr>
          <p:cNvPr id="275072840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1941740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3251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180259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30121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606898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56476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5071540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36587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509640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32577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94878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88144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52692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89260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108028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17857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998192388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546476999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669226156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35865462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69092766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ITSM-112249 WO 처리절차 Numbering 수정을 위한 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평가인증 배치 대상 조회 조건에 맞게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 재실행.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교육훈련산청작성시 회수후 작성중인 문서 조회 오류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수정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신규 입사자 사용자 등록 오류 확인 및 HCM 사용자 연계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배치 실행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ITSM-112571 ERS 시스템 일부내용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결산회계지침(ACC-A-0001) 첨부서식 다운로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 오류 확인 및 파일명 변경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교육훈련신청서[가스기술사 자격증 취득] 전표생성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 교육일수로 인한 오류 확인 및 수정 재처리</a:t>
            </a:r>
          </a:p>
        </p:txBody>
      </p:sp>
      <p:sp>
        <p:nvSpPr>
          <p:cNvPr id="1135100055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2027285178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243843658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</a:p>
        </p:txBody>
      </p:sp>
      <p:sp>
        <p:nvSpPr>
          <p:cNvPr id="336286221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4813155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3134663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70114113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156975666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</a:p>
        </p:txBody>
      </p:sp>
      <p:sp>
        <p:nvSpPr>
          <p:cNvPr id="1632766291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780797482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70749454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(24년 1회차, 2회차) 제작 입고 데이터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(인터페이스 확인 및 기능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모바일 접속 사용자 로그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삼성 SDS 이은령 프로 IT_Admin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</a:p>
        </p:txBody>
      </p:sp>
      <p:sp>
        <p:nvSpPr>
          <p:cNvPr id="1296001691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020721918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108545560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405107282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9659391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6592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30234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792410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002620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79474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320433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4785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594390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15522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79880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65280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59708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41462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955101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1584622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</a:p>
        </p:txBody>
      </p:sp>
      <p:sp>
        <p:nvSpPr>
          <p:cNvPr id="1307019345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</a:p>
        </p:txBody>
      </p:sp>
      <p:sp>
        <p:nvSpPr>
          <p:cNvPr id="1643830513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 정보 회신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테스트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조회 기록 페이지 생성 -ISMS-P 권고사항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개선</a:t>
            </a:r>
            <a:br/>
          </a:p>
        </p:txBody>
      </p:sp>
      <p:sp>
        <p:nvSpPr>
          <p:cNvPr id="734493223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64242699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49851246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 정보 회신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테스트 계정 생성 (개발)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'ROB_JOB_LOPAS_SHIPMENT_1 /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ROB_JOB_SCH_LOPAS_ORDER' 배치 중단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점검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포인트몰 비즈마켓 인터페이스 개발 건 (06.05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회의 진행 / URL 변경 소스 배포 및 hosts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V240610-0000791-1 거래처 '(주)오일닷컴 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회주유소' 조회 불가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일링 서비스 점검 및 화면이동 불편 건 개선) [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ITSM-111937 ]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V240612-0000461-1 거래처 '북상주IC주유소'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담당자 미변경 (프로시저 에러, 점검 및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조회 기록 페이지 생성 -ISMS-P 권고사항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[CISO] KISA SW 개발보안 기본과정 교육</a:t>
            </a:r>
            <a:br/>
          </a:p>
        </p:txBody>
      </p:sp>
      <p:sp>
        <p:nvSpPr>
          <p:cNvPr id="1734298565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</a:p>
        </p:txBody>
      </p:sp>
      <p:sp>
        <p:nvSpPr>
          <p:cNvPr id="2002322251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</a:p>
        </p:txBody>
      </p:sp>
      <p:sp>
        <p:nvSpPr>
          <p:cNvPr id="1528563034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</a:p>
        </p:txBody>
      </p:sp>
      <p:sp>
        <p:nvSpPr>
          <p:cNvPr id="601018431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3734627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894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63132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089209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99271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16619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079430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88372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64408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41611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25003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77030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207259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08604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070892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65462148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96618223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532424842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법인카드 WBS 마스터 전송 개발 CCS , 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</a:p>
        </p:txBody>
      </p:sp>
      <p:sp>
        <p:nvSpPr>
          <p:cNvPr id="154423496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35688489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53790811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법인카드 WBS 마스터 전송 개발 CCS , 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투자관리번호 신규요청 및 예산 할당(영업시설물)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24년도 상반기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[ERP Upgrade] EAI레거시 시스템통신 리스너 Port (TCP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Server/Client)정보 추출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[ERP Upgrade] AS400 ERP전환에 따른 OAS시스템 As-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Is로직 분석</a:t>
            </a:r>
          </a:p>
        </p:txBody>
      </p:sp>
      <p:sp>
        <p:nvSpPr>
          <p:cNvPr id="1590539823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96844318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</a:p>
        </p:txBody>
      </p:sp>
      <p:sp>
        <p:nvSpPr>
          <p:cNvPr id="1639941701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</a:p>
        </p:txBody>
      </p:sp>
      <p:sp>
        <p:nvSpPr>
          <p:cNvPr id="1307763489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7949566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