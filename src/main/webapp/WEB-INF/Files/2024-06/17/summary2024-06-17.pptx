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Default Extension="ttf" ContentType="application/x-font-ttf"/>
  <Default Extension="otf" ContentType="application/x-font-ttf"/>
  <Default Extension="eot" ContentType="application/x-fontdata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officeDocument/2006/relationships/extended-properties" Target="docProps/app.xml"/>
<Relationship Id="rId3" Type="http://schemas.openxmlformats.org/package/2006/relationships/metadata/core-properties" Target="docProps/core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Sm"/>
  </p:sldMasterIdLst>
  <p:sldIdLst>
    <p:sldId id="2561" r:id="rId1"/>
  </p:sldIdLst>
  <p:sldSz cx="9906000" cy="7556500" type="custom"/>
  <p:notesSz cx="6858000" cy="9144000"/>
  <p:embeddedFontLst>
</p:embeddedFontLst>
</p:presentation>
</file>

<file path=ppt/_rels/presentation.xml.rels><?xml version="1.0" encoding="UTF-8" standalone="yes"?>
<Relationships xmlns="http://schemas.openxmlformats.org/package/2006/relationships">
<Relationship Id="rIdTh" Type="http://schemas.openxmlformats.org/officeDocument/2006/relationships/theme" Target="theme/theme1.xml"/>
<Relationship Id="rIdSm" Type="http://schemas.openxmlformats.org/officeDocument/2006/relationships/slideMaster" Target="slideMasters/slideMaster1.xml"/>
<Relationship Id="rId1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
<Relationship Id="rIdSm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Th" Type="http://schemas.openxmlformats.org/officeDocument/2006/relationships/theme" Target="../theme/theme1.xml"/>
<Relationship Id="rIdSl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Sl"/>
  </p:sldLayoutIdLst>
</p:sldMaster>
</file>

<file path=ppt/slides/_rels/slide1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814246" name="Text">
    </p:cNvPr>
          <p:cNvSpPr>
            <a:spLocks noGrp="1"/>
          </p:cNvSpPr>
          <p:nvPr/>
        </p:nvSpPr>
        <p:spPr>
          <a:xfrm rot="0">
            <a:off x="8674100" y="76200"/>
            <a:ext cx="762000" cy="508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8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80">
                <a:latin typeface="맑은 고딕"/>
                <a:ea typeface="맑은 고딕"/>
                <a:cs typeface="맑은 고딕"/>
              </a:rPr>
              <a:t>: 완료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:진행중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:미완료(문제)</a:t>
            </a:r>
          </a:p>
        </p:txBody>
      </p:sp>
      <p:sp>
        <p:nvSpPr>
          <p:cNvPr id="175483461" name="Rectangle"/>
          <p:cNvSpPr>
            <a:spLocks noGrp="1"/>
          </p:cNvSpPr>
          <p:nvPr/>
        </p:nvSpPr>
        <p:spPr>
          <a:xfrm>
            <a:off x="8420100" y="50800"/>
            <a:ext cx="254000" cy="139700"/>
          </a:xfrm>
          <a:prstGeom prst="rect">
            <a:avLst/>
          </a:prstGeom>
          <a:solidFill>
            <a:srgbClr val="00FF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1917600" name="Rectangle"/>
          <p:cNvSpPr>
            <a:spLocks noGrp="1"/>
          </p:cNvSpPr>
          <p:nvPr/>
        </p:nvSpPr>
        <p:spPr>
          <a:xfrm>
            <a:off x="8420100" y="228600"/>
            <a:ext cx="254000" cy="139700"/>
          </a:xfrm>
          <a:prstGeom prst="rect">
            <a:avLst/>
          </a:prstGeom>
          <a:solidFill>
            <a:srgbClr val="FFFF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59605562" name="Rectangle"/>
          <p:cNvSpPr>
            <a:spLocks noGrp="1"/>
          </p:cNvSpPr>
          <p:nvPr/>
        </p:nvSpPr>
        <p:spPr>
          <a:xfrm>
            <a:off x="8420100" y="406400"/>
            <a:ext cx="254000" cy="1397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98624128" name="Text">
    </p:cNvPr>
          <p:cNvSpPr>
            <a:spLocks noGrp="1"/>
          </p:cNvSpPr>
          <p:nvPr/>
        </p:nvSpPr>
        <p:spPr>
          <a:xfrm rot="0">
            <a:off x="127000" y="190500"/>
            <a:ext cx="5181600" cy="381000"/>
          </a:xfrm>
          <a:prstGeom prst="rect">
            <a:avLst/>
          </a:prstGeom>
        </p:spPr>
        <p:txBody>
          <a:bodyPr wrap="square" lIns="0" tIns="0" rIns="0" bIns="0" rtlCol="0" anchor="b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2. Summary - ①Baynex</a:t>
            </a:r>
          </a:p>
        </p:txBody>
      </p:sp>
      <p:sp>
        <p:nvSpPr>
          <p:cNvPr id="1960697900" name="Text">
    </p:cNvPr>
          <p:cNvSpPr>
            <a:spLocks noGrp="1"/>
          </p:cNvSpPr>
          <p:nvPr/>
        </p:nvSpPr>
        <p:spPr>
          <a:xfrm rot="0">
            <a:off x="190500" y="7493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983682964" name="Text">
    </p:cNvPr>
          <p:cNvSpPr>
            <a:spLocks noGrp="1"/>
          </p:cNvSpPr>
          <p:nvPr/>
        </p:nvSpPr>
        <p:spPr>
          <a:xfrm rot="0">
            <a:off x="165100" y="723900"/>
            <a:ext cx="2108200" cy="2159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 금주 업무 실적</a:t>
            </a:r>
          </a:p>
        </p:txBody>
      </p:sp>
      <p:sp>
        <p:nvSpPr>
          <p:cNvPr id="1269613979" name="Text">
    </p:cNvPr>
          <p:cNvSpPr>
            <a:spLocks noGrp="1"/>
          </p:cNvSpPr>
          <p:nvPr/>
        </p:nvSpPr>
        <p:spPr>
          <a:xfrm rot="0">
            <a:off x="152400" y="977900"/>
            <a:ext cx="7366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1916056097" name="Text">
    </p:cNvPr>
          <p:cNvSpPr>
            <a:spLocks noGrp="1"/>
          </p:cNvSpPr>
          <p:nvPr/>
        </p:nvSpPr>
        <p:spPr>
          <a:xfrm rot="0">
            <a:off x="889000" y="977900"/>
            <a:ext cx="46482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777590475" name="Text">
    </p:cNvPr>
          <p:cNvSpPr>
            <a:spLocks noGrp="1"/>
          </p:cNvSpPr>
          <p:nvPr/>
        </p:nvSpPr>
        <p:spPr>
          <a:xfrm rot="0">
            <a:off x="6108700" y="977900"/>
            <a:ext cx="762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진행율</a:t>
            </a:r>
          </a:p>
        </p:txBody>
      </p:sp>
      <p:sp>
        <p:nvSpPr>
          <p:cNvPr id="1570397966" name="Text">
    </p:cNvPr>
          <p:cNvSpPr>
            <a:spLocks noGrp="1"/>
          </p:cNvSpPr>
          <p:nvPr/>
        </p:nvSpPr>
        <p:spPr>
          <a:xfrm rot="0">
            <a:off x="6870700" y="977900"/>
            <a:ext cx="254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상</a:t>
            </a:r>
            <a:br/>
            <a:r>
              <a:rPr lang="ko" sz="1000">
                <a:latin typeface="맑은 고딕"/>
                <a:ea typeface="맑은 고딕"/>
                <a:cs typeface="맑은 고딕"/>
              </a:rPr>
              <a:t>태</a:t>
            </a:r>
          </a:p>
        </p:txBody>
      </p:sp>
      <p:sp>
        <p:nvSpPr>
          <p:cNvPr id="1891096891" name="Text">
    </p:cNvPr>
          <p:cNvSpPr>
            <a:spLocks noGrp="1"/>
          </p:cNvSpPr>
          <p:nvPr/>
        </p:nvSpPr>
        <p:spPr>
          <a:xfrm rot="0">
            <a:off x="7124700" y="977900"/>
            <a:ext cx="26543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667273398" name="Text">
    </p:cNvPr>
          <p:cNvSpPr>
            <a:spLocks noGrp="1"/>
          </p:cNvSpPr>
          <p:nvPr/>
        </p:nvSpPr>
        <p:spPr>
          <a:xfrm rot="0">
            <a:off x="5537200" y="977900"/>
            <a:ext cx="5715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371967805" name="Frame"/>
          <p:cNvSpPr>
            <a:spLocks noGrp="1"/>
          </p:cNvSpPr>
          <p:nvPr/>
        </p:nvSpPr>
        <p:spPr>
          <a:xfrm>
            <a:off x="25400" y="5092700"/>
            <a:ext cx="9855200" cy="11430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588319780" name="Text">
    </p:cNvPr>
          <p:cNvSpPr>
            <a:spLocks noGrp="1"/>
          </p:cNvSpPr>
          <p:nvPr/>
        </p:nvSpPr>
        <p:spPr>
          <a:xfrm rot="0">
            <a:off x="152400" y="5118100"/>
            <a:ext cx="2476500" cy="228600"/>
          </a:xfrm>
          <a:prstGeom prst="rect">
            <a:avLst/>
          </a:prstGeom>
          <a:solidFill>
            <a:srgbClr val="CCFFCC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ERP 디버깅 권한신청 처리현황</a:t>
            </a:r>
          </a:p>
        </p:txBody>
      </p:sp>
      <p:sp>
        <p:nvSpPr>
          <p:cNvPr id="270246603" name="Text">
    </p:cNvPr>
          <p:cNvSpPr>
            <a:spLocks noGrp="1"/>
          </p:cNvSpPr>
          <p:nvPr/>
        </p:nvSpPr>
        <p:spPr>
          <a:xfrm rot="0">
            <a:off x="6451600" y="56515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20628486" name="Text">
    </p:cNvPr>
          <p:cNvSpPr>
            <a:spLocks noGrp="1"/>
          </p:cNvSpPr>
          <p:nvPr/>
        </p:nvSpPr>
        <p:spPr>
          <a:xfrm rot="0">
            <a:off x="2057400" y="56515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84076896" name="Text">
    </p:cNvPr>
          <p:cNvSpPr>
            <a:spLocks noGrp="1"/>
          </p:cNvSpPr>
          <p:nvPr/>
        </p:nvSpPr>
        <p:spPr>
          <a:xfrm rot="0">
            <a:off x="101600" y="56515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82643509" name="Text">
    </p:cNvPr>
          <p:cNvSpPr>
            <a:spLocks noGrp="1"/>
          </p:cNvSpPr>
          <p:nvPr/>
        </p:nvSpPr>
        <p:spPr>
          <a:xfrm rot="0">
            <a:off x="101600" y="5410200"/>
            <a:ext cx="1143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Date</a:t>
            </a:r>
          </a:p>
        </p:txBody>
      </p:sp>
      <p:sp>
        <p:nvSpPr>
          <p:cNvPr id="828532352" name="Text">
    </p:cNvPr>
          <p:cNvSpPr>
            <a:spLocks noGrp="1"/>
          </p:cNvSpPr>
          <p:nvPr/>
        </p:nvSpPr>
        <p:spPr>
          <a:xfrm rot="0">
            <a:off x="2057400" y="5410200"/>
            <a:ext cx="43942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Text (변경값)</a:t>
            </a:r>
          </a:p>
        </p:txBody>
      </p:sp>
      <p:sp>
        <p:nvSpPr>
          <p:cNvPr id="985352914" name="Text">
    </p:cNvPr>
          <p:cNvSpPr>
            <a:spLocks noGrp="1"/>
          </p:cNvSpPr>
          <p:nvPr/>
        </p:nvSpPr>
        <p:spPr>
          <a:xfrm rot="0">
            <a:off x="6451600" y="5410200"/>
            <a:ext cx="1651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 권한신청서번호</a:t>
            </a:r>
          </a:p>
        </p:txBody>
      </p:sp>
      <p:sp>
        <p:nvSpPr>
          <p:cNvPr id="98038680" name="Text">
    </p:cNvPr>
          <p:cNvSpPr>
            <a:spLocks noGrp="1"/>
          </p:cNvSpPr>
          <p:nvPr/>
        </p:nvSpPr>
        <p:spPr>
          <a:xfrm rot="0">
            <a:off x="101600" y="59436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35800097" name="Text">
    </p:cNvPr>
          <p:cNvSpPr>
            <a:spLocks noGrp="1"/>
          </p:cNvSpPr>
          <p:nvPr/>
        </p:nvSpPr>
        <p:spPr>
          <a:xfrm rot="0">
            <a:off x="6451600" y="59436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26984042" name="Text">
    </p:cNvPr>
          <p:cNvSpPr>
            <a:spLocks noGrp="1"/>
          </p:cNvSpPr>
          <p:nvPr/>
        </p:nvSpPr>
        <p:spPr>
          <a:xfrm rot="0">
            <a:off x="2057400" y="59436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98299521" name="Text">
    </p:cNvPr>
          <p:cNvSpPr>
            <a:spLocks noGrp="1"/>
          </p:cNvSpPr>
          <p:nvPr/>
        </p:nvSpPr>
        <p:spPr>
          <a:xfrm rot="0">
            <a:off x="1244600" y="59436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58901976" name="Text">
    </p:cNvPr>
          <p:cNvSpPr>
            <a:spLocks noGrp="1"/>
          </p:cNvSpPr>
          <p:nvPr/>
        </p:nvSpPr>
        <p:spPr>
          <a:xfrm rot="0">
            <a:off x="1244600" y="56515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14497099" name="Text">
    </p:cNvPr>
          <p:cNvSpPr>
            <a:spLocks noGrp="1"/>
          </p:cNvSpPr>
          <p:nvPr/>
        </p:nvSpPr>
        <p:spPr>
          <a:xfrm rot="0">
            <a:off x="1244600" y="5410200"/>
            <a:ext cx="812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User</a:t>
            </a:r>
          </a:p>
        </p:txBody>
      </p:sp>
      <p:sp>
        <p:nvSpPr>
          <p:cNvPr id="377066060" name="Text">
    </p:cNvPr>
          <p:cNvSpPr>
            <a:spLocks noGrp="1"/>
          </p:cNvSpPr>
          <p:nvPr/>
        </p:nvSpPr>
        <p:spPr>
          <a:xfrm rot="0">
            <a:off x="8102600" y="59436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98300447" name="Text">
    </p:cNvPr>
          <p:cNvSpPr>
            <a:spLocks noGrp="1"/>
          </p:cNvSpPr>
          <p:nvPr/>
        </p:nvSpPr>
        <p:spPr>
          <a:xfrm rot="0">
            <a:off x="8102600" y="5410200"/>
            <a:ext cx="1701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구분(일반/긴급)</a:t>
            </a:r>
          </a:p>
        </p:txBody>
      </p:sp>
      <p:sp>
        <p:nvSpPr>
          <p:cNvPr id="659762263" name="Text">
    </p:cNvPr>
          <p:cNvSpPr>
            <a:spLocks noGrp="1"/>
          </p:cNvSpPr>
          <p:nvPr/>
        </p:nvSpPr>
        <p:spPr>
          <a:xfrm rot="0">
            <a:off x="8102600" y="56515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37303063" name="Frame"/>
          <p:cNvSpPr>
            <a:spLocks noGrp="1"/>
          </p:cNvSpPr>
          <p:nvPr/>
        </p:nvSpPr>
        <p:spPr>
          <a:xfrm>
            <a:off x="101600" y="2832100"/>
            <a:ext cx="9779000" cy="20955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075949035" name="Text">
    </p:cNvPr>
          <p:cNvSpPr>
            <a:spLocks noGrp="1"/>
          </p:cNvSpPr>
          <p:nvPr/>
        </p:nvSpPr>
        <p:spPr>
          <a:xfrm rot="0">
            <a:off x="165100" y="28956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827315388" name="Text">
    </p:cNvPr>
          <p:cNvSpPr>
            <a:spLocks noGrp="1"/>
          </p:cNvSpPr>
          <p:nvPr/>
        </p:nvSpPr>
        <p:spPr>
          <a:xfrm rot="0">
            <a:off x="152400" y="2857500"/>
            <a:ext cx="2095500" cy="228600"/>
          </a:xfrm>
          <a:prstGeom prst="rect">
            <a:avLst/>
          </a:prstGeom>
          <a:solidFill>
            <a:srgbClr val="FF9900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 차주 업무 계획</a:t>
            </a:r>
          </a:p>
        </p:txBody>
      </p:sp>
      <p:sp>
        <p:nvSpPr>
          <p:cNvPr id="1382364898" name="Text">
    </p:cNvPr>
          <p:cNvSpPr>
            <a:spLocks noGrp="1"/>
          </p:cNvSpPr>
          <p:nvPr/>
        </p:nvSpPr>
        <p:spPr>
          <a:xfrm rot="0">
            <a:off x="165100" y="3111500"/>
            <a:ext cx="7366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1297255350" name="Text">
    </p:cNvPr>
          <p:cNvSpPr>
            <a:spLocks noGrp="1"/>
          </p:cNvSpPr>
          <p:nvPr/>
        </p:nvSpPr>
        <p:spPr>
          <a:xfrm rot="0">
            <a:off x="901700" y="3111500"/>
            <a:ext cx="46482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3711618" name="Text">
    </p:cNvPr>
          <p:cNvSpPr>
            <a:spLocks noGrp="1"/>
          </p:cNvSpPr>
          <p:nvPr/>
        </p:nvSpPr>
        <p:spPr>
          <a:xfrm rot="0">
            <a:off x="5549900" y="3111500"/>
            <a:ext cx="5715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완료예정</a:t>
            </a:r>
          </a:p>
        </p:txBody>
      </p:sp>
      <p:sp>
        <p:nvSpPr>
          <p:cNvPr id="955664602" name="Text">
    </p:cNvPr>
          <p:cNvSpPr>
            <a:spLocks noGrp="1"/>
          </p:cNvSpPr>
          <p:nvPr/>
        </p:nvSpPr>
        <p:spPr>
          <a:xfrm rot="0">
            <a:off x="6121400" y="3111500"/>
            <a:ext cx="36449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1138731776" name="Frame"/>
          <p:cNvSpPr>
            <a:spLocks noGrp="1"/>
          </p:cNvSpPr>
          <p:nvPr/>
        </p:nvSpPr>
        <p:spPr>
          <a:xfrm>
            <a:off x="165100" y="4305300"/>
            <a:ext cx="9664700" cy="6223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436836342" name="Text">
    </p:cNvPr>
          <p:cNvSpPr>
            <a:spLocks noGrp="1"/>
          </p:cNvSpPr>
          <p:nvPr/>
        </p:nvSpPr>
        <p:spPr>
          <a:xfrm rot="0">
            <a:off x="165100" y="4279900"/>
            <a:ext cx="7366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320451740" name="Text">
    </p:cNvPr>
          <p:cNvSpPr>
            <a:spLocks noGrp="1"/>
          </p:cNvSpPr>
          <p:nvPr/>
        </p:nvSpPr>
        <p:spPr>
          <a:xfrm rot="0">
            <a:off x="965200" y="4330700"/>
            <a:ext cx="4584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[PRM]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[E-Approval] 구매관련 기안지 RODA 자동화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[LMS] ITSM-108725 엔지니어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[EAI] 법인카드 WBS 마스터 전송 개발 CCS , EAI</a:t>
            </a:r>
          </a:p>
        </p:txBody>
      </p:sp>
      <p:sp>
        <p:nvSpPr>
          <p:cNvPr id="430149309" name="Text">
    </p:cNvPr>
          <p:cNvSpPr>
            <a:spLocks noGrp="1"/>
          </p:cNvSpPr>
          <p:nvPr/>
        </p:nvSpPr>
        <p:spPr>
          <a:xfrm rot="0">
            <a:off x="7239000" y="4330700"/>
            <a:ext cx="2552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664449314" name="Text">
    </p:cNvPr>
          <p:cNvSpPr>
            <a:spLocks noGrp="1"/>
          </p:cNvSpPr>
          <p:nvPr/>
        </p:nvSpPr>
        <p:spPr>
          <a:xfrm rot="0">
            <a:off x="5549900" y="4330700"/>
            <a:ext cx="5715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</a:p>
        </p:txBody>
      </p:sp>
      <p:sp>
        <p:nvSpPr>
          <p:cNvPr id="1912218624" name="Text">
    </p:cNvPr>
          <p:cNvSpPr>
            <a:spLocks noGrp="1"/>
          </p:cNvSpPr>
          <p:nvPr/>
        </p:nvSpPr>
        <p:spPr>
          <a:xfrm rot="0">
            <a:off x="901700" y="4279900"/>
            <a:ext cx="46482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90221815" name="Text">
    </p:cNvPr>
          <p:cNvSpPr>
            <a:spLocks noGrp="1"/>
          </p:cNvSpPr>
          <p:nvPr/>
        </p:nvSpPr>
        <p:spPr>
          <a:xfrm rot="0">
            <a:off x="6121400" y="4279900"/>
            <a:ext cx="36449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09523151" name="Text">
    </p:cNvPr>
          <p:cNvSpPr>
            <a:spLocks noGrp="1"/>
          </p:cNvSpPr>
          <p:nvPr/>
        </p:nvSpPr>
        <p:spPr>
          <a:xfrm rot="0">
            <a:off x="5549900" y="4279900"/>
            <a:ext cx="5715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87651077" name="Frame"/>
          <p:cNvSpPr>
            <a:spLocks noGrp="1"/>
          </p:cNvSpPr>
          <p:nvPr/>
        </p:nvSpPr>
        <p:spPr>
          <a:xfrm>
            <a:off x="165100" y="3454400"/>
            <a:ext cx="9639300" cy="8255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2018583604" name="Text">
    </p:cNvPr>
          <p:cNvSpPr>
            <a:spLocks noGrp="1"/>
          </p:cNvSpPr>
          <p:nvPr/>
        </p:nvSpPr>
        <p:spPr>
          <a:xfrm rot="0">
            <a:off x="165100" y="3454400"/>
            <a:ext cx="7366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431412898" name="Text">
    </p:cNvPr>
          <p:cNvSpPr>
            <a:spLocks noGrp="1"/>
          </p:cNvSpPr>
          <p:nvPr/>
        </p:nvSpPr>
        <p:spPr>
          <a:xfrm rot="0">
            <a:off x="965200" y="3530600"/>
            <a:ext cx="4584700" cy="749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[CO] 구분회계기준 비용의 1차원가요소 data 산출 프로그램 생성 (ZCPR1050)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원화 Usance 차입금 도입 관련 ERP 시스템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SHBE 대상 일반용역 사후평가표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*발주 생성 및 기성보고서 전송 RFC 함수 로직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[SD] ITSM-107407 자영대리점 거래처 관리업무 간소화 추진(1차)</a:t>
            </a:r>
          </a:p>
        </p:txBody>
      </p:sp>
      <p:sp>
        <p:nvSpPr>
          <p:cNvPr id="1613969237" name="Text">
    </p:cNvPr>
          <p:cNvSpPr>
            <a:spLocks noGrp="1"/>
          </p:cNvSpPr>
          <p:nvPr/>
        </p:nvSpPr>
        <p:spPr>
          <a:xfrm rot="0">
            <a:off x="7239000" y="3530600"/>
            <a:ext cx="2552700" cy="749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712742847" name="Text">
    </p:cNvPr>
          <p:cNvSpPr>
            <a:spLocks noGrp="1"/>
          </p:cNvSpPr>
          <p:nvPr/>
        </p:nvSpPr>
        <p:spPr>
          <a:xfrm rot="0">
            <a:off x="5549900" y="3530600"/>
            <a:ext cx="571500" cy="749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</a:p>
        </p:txBody>
      </p:sp>
      <p:sp>
        <p:nvSpPr>
          <p:cNvPr id="387422669" name="Text">
    </p:cNvPr>
          <p:cNvSpPr>
            <a:spLocks noGrp="1"/>
          </p:cNvSpPr>
          <p:nvPr/>
        </p:nvSpPr>
        <p:spPr>
          <a:xfrm rot="0">
            <a:off x="901700" y="3454400"/>
            <a:ext cx="46482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43414859" name="Text">
    </p:cNvPr>
          <p:cNvSpPr>
            <a:spLocks noGrp="1"/>
          </p:cNvSpPr>
          <p:nvPr/>
        </p:nvSpPr>
        <p:spPr>
          <a:xfrm rot="0">
            <a:off x="6121400" y="3454400"/>
            <a:ext cx="36449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03843206" name="Text">
    </p:cNvPr>
          <p:cNvSpPr>
            <a:spLocks noGrp="1"/>
          </p:cNvSpPr>
          <p:nvPr/>
        </p:nvSpPr>
        <p:spPr>
          <a:xfrm rot="0">
            <a:off x="5549900" y="3454400"/>
            <a:ext cx="5715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35922585" name="Frame"/>
          <p:cNvSpPr>
            <a:spLocks noGrp="1"/>
          </p:cNvSpPr>
          <p:nvPr/>
        </p:nvSpPr>
        <p:spPr>
          <a:xfrm>
            <a:off x="127000" y="1384300"/>
            <a:ext cx="9779000" cy="13081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064828709" name="Frame"/>
          <p:cNvSpPr>
            <a:spLocks noGrp="1"/>
          </p:cNvSpPr>
          <p:nvPr/>
        </p:nvSpPr>
        <p:spPr>
          <a:xfrm>
            <a:off x="152400" y="2070100"/>
            <a:ext cx="9664700" cy="6223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566324614" name="Text">
    </p:cNvPr>
          <p:cNvSpPr>
            <a:spLocks noGrp="1"/>
          </p:cNvSpPr>
          <p:nvPr/>
        </p:nvSpPr>
        <p:spPr>
          <a:xfrm rot="0">
            <a:off x="152400" y="2044700"/>
            <a:ext cx="7366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1190192340" name="Text">
    </p:cNvPr>
          <p:cNvSpPr>
            <a:spLocks noGrp="1"/>
          </p:cNvSpPr>
          <p:nvPr/>
        </p:nvSpPr>
        <p:spPr>
          <a:xfrm rot="0">
            <a:off x="952500" y="2095500"/>
            <a:ext cx="45974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[Mobile] GW mobile goole push 운영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[RPA] A360 '#4 외화송금' 새벽 작업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[ERS] ITSM-112571 ERS 시스템 일부내용 개선요청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[EAI] 24년도 상반기 재해복구 모의훈련</a:t>
            </a:r>
          </a:p>
        </p:txBody>
      </p:sp>
      <p:sp>
        <p:nvSpPr>
          <p:cNvPr id="2086918302" name="Text">
    </p:cNvPr>
          <p:cNvSpPr>
            <a:spLocks noGrp="1"/>
          </p:cNvSpPr>
          <p:nvPr/>
        </p:nvSpPr>
        <p:spPr>
          <a:xfrm rot="0">
            <a:off x="7226300" y="2095500"/>
            <a:ext cx="2552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2087554784" name="Text">
    </p:cNvPr>
          <p:cNvSpPr>
            <a:spLocks noGrp="1"/>
          </p:cNvSpPr>
          <p:nvPr/>
        </p:nvSpPr>
        <p:spPr>
          <a:xfrm rot="0">
            <a:off x="6108700" y="2044700"/>
            <a:ext cx="7620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1085372140" name="Text">
    </p:cNvPr>
          <p:cNvSpPr>
            <a:spLocks noGrp="1"/>
          </p:cNvSpPr>
          <p:nvPr/>
        </p:nvSpPr>
        <p:spPr>
          <a:xfrm rot="0">
            <a:off x="5537200" y="2095500"/>
            <a:ext cx="5715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06/11</a:t>
            </a:r>
          </a:p>
        </p:txBody>
      </p:sp>
      <p:sp>
        <p:nvSpPr>
          <p:cNvPr id="19332202" name="Text">
    </p:cNvPr>
          <p:cNvSpPr>
            <a:spLocks noGrp="1"/>
          </p:cNvSpPr>
          <p:nvPr/>
        </p:nvSpPr>
        <p:spPr>
          <a:xfrm rot="0">
            <a:off x="889000" y="2044700"/>
            <a:ext cx="46482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75846648" name="Text">
    </p:cNvPr>
          <p:cNvSpPr>
            <a:spLocks noGrp="1"/>
          </p:cNvSpPr>
          <p:nvPr/>
        </p:nvSpPr>
        <p:spPr>
          <a:xfrm rot="0">
            <a:off x="7124700" y="2044700"/>
            <a:ext cx="26543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36321514" name="Text">
    </p:cNvPr>
          <p:cNvSpPr>
            <a:spLocks noGrp="1"/>
          </p:cNvSpPr>
          <p:nvPr/>
        </p:nvSpPr>
        <p:spPr>
          <a:xfrm rot="0">
            <a:off x="5537200" y="2044700"/>
            <a:ext cx="5715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41946237" name="Rectangle"/>
          <p:cNvSpPr>
            <a:spLocks noGrp="1"/>
          </p:cNvSpPr>
          <p:nvPr/>
        </p:nvSpPr>
        <p:spPr>
          <a:xfrm>
            <a:off x="6870700" y="2044700"/>
            <a:ext cx="254000" cy="6477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0622527" name="Frame"/>
          <p:cNvSpPr>
            <a:spLocks noGrp="1"/>
          </p:cNvSpPr>
          <p:nvPr/>
        </p:nvSpPr>
        <p:spPr>
          <a:xfrm>
            <a:off x="152400" y="1371600"/>
            <a:ext cx="9639300" cy="6731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985205550" name="Text">
    </p:cNvPr>
          <p:cNvSpPr>
            <a:spLocks noGrp="1"/>
          </p:cNvSpPr>
          <p:nvPr/>
        </p:nvSpPr>
        <p:spPr>
          <a:xfrm rot="0">
            <a:off x="152400" y="1371600"/>
            <a:ext cx="7366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1247368885" name="Text">
    </p:cNvPr>
          <p:cNvSpPr>
            <a:spLocks noGrp="1"/>
          </p:cNvSpPr>
          <p:nvPr/>
        </p:nvSpPr>
        <p:spPr>
          <a:xfrm rot="0">
            <a:off x="939800" y="1422400"/>
            <a:ext cx="4610100" cy="622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[CO] 외부 조사 대응을 위한 조회용 T-code 개발 요청(ZCOR6600_D 등)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[FI] 해외이관 물량 및 판매현황 집계 프로그램 저장로직 수정(ZFIR5400)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ERP와 e-Pro간 입고/납품완료 불일치 점검 및 모니터링 리포트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[BC] 2024년 상반기 DR 재해복구 모의훈련</a:t>
            </a:r>
          </a:p>
        </p:txBody>
      </p:sp>
      <p:sp>
        <p:nvSpPr>
          <p:cNvPr id="1439288734" name="Text">
    </p:cNvPr>
          <p:cNvSpPr>
            <a:spLocks noGrp="1"/>
          </p:cNvSpPr>
          <p:nvPr/>
        </p:nvSpPr>
        <p:spPr>
          <a:xfrm rot="0">
            <a:off x="7226300" y="1447800"/>
            <a:ext cx="2552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735470843" name="Text">
    </p:cNvPr>
          <p:cNvSpPr>
            <a:spLocks noGrp="1"/>
          </p:cNvSpPr>
          <p:nvPr/>
        </p:nvSpPr>
        <p:spPr>
          <a:xfrm rot="0">
            <a:off x="6108700" y="1371600"/>
            <a:ext cx="7620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258178462" name="Text">
    </p:cNvPr>
          <p:cNvSpPr>
            <a:spLocks noGrp="1"/>
          </p:cNvSpPr>
          <p:nvPr/>
        </p:nvSpPr>
        <p:spPr>
          <a:xfrm rot="0">
            <a:off x="5537200" y="1447800"/>
            <a:ext cx="5715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06/11</a:t>
            </a:r>
          </a:p>
        </p:txBody>
      </p:sp>
      <p:sp>
        <p:nvSpPr>
          <p:cNvPr id="252673593" name="Text">
    </p:cNvPr>
          <p:cNvSpPr>
            <a:spLocks noGrp="1"/>
          </p:cNvSpPr>
          <p:nvPr/>
        </p:nvSpPr>
        <p:spPr>
          <a:xfrm rot="0">
            <a:off x="889000" y="1371600"/>
            <a:ext cx="46482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47203451" name="Text">
    </p:cNvPr>
          <p:cNvSpPr>
            <a:spLocks noGrp="1"/>
          </p:cNvSpPr>
          <p:nvPr/>
        </p:nvSpPr>
        <p:spPr>
          <a:xfrm rot="0">
            <a:off x="7124700" y="1371600"/>
            <a:ext cx="26543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52658656" name="Text">
    </p:cNvPr>
          <p:cNvSpPr>
            <a:spLocks noGrp="1"/>
          </p:cNvSpPr>
          <p:nvPr/>
        </p:nvSpPr>
        <p:spPr>
          <a:xfrm rot="0">
            <a:off x="5537200" y="1371600"/>
            <a:ext cx="5715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49821368" name="Rectangle"/>
          <p:cNvSpPr>
            <a:spLocks noGrp="1"/>
          </p:cNvSpPr>
          <p:nvPr/>
        </p:nvSpPr>
        <p:spPr>
          <a:xfrm>
            <a:off x="6870700" y="1371600"/>
            <a:ext cx="254000" cy="6731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BF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JasperReports Library version 6.20.0-2bc7ab61c56f459e8176eb05c7705e145cd400ad</Application>
</Properties>
</file>

<file path=docProps/core.xml><?xml version="1.0" encoding="utf-8"?>
<coreProperties xmlns="http://schemas.openxmlformats.org/package/2006/metadata/core-properties" xmlns:cp="http://schemas.openxmlformats.org/package/2006/metadata/core-properties" xmlns:dc="http://purl.org/dc/elements/1.1/" xmlns:dcterms="http://purl.org/dc/terms/" xmlns:xsi="http://www.w3.org/2001/XMLSchema-instance">
</coreProperties>
</file>