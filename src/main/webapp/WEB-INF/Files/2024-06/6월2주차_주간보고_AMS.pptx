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2024-05-31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[2024.06.04 ~ 2024.06.10]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6월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79399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6345724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6663537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100580779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6491388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10913651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3550917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19819504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9635604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002531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4573575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76491579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1684122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13825095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90429131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58663806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114449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7071559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4776919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2135577165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69955564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835826394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012340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1247906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4800681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5206133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9766352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957757575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9664855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372992433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0188844" name="Frame"/>
          <p:cNvSpPr>
            <a:spLocks noGrp="1"/>
          </p:cNvSpPr>
          <p:nvPr/>
        </p:nvSpPr>
        <p:spPr>
          <a:xfrm>
            <a:off x="101600" y="2832100"/>
            <a:ext cx="9779000" cy="2400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10068148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5828967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008938244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38195258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0103549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450971352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30578974" name="Frame"/>
          <p:cNvSpPr>
            <a:spLocks noGrp="1"/>
          </p:cNvSpPr>
          <p:nvPr/>
        </p:nvSpPr>
        <p:spPr>
          <a:xfrm>
            <a:off x="165100" y="4305300"/>
            <a:ext cx="9664700" cy="927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54324577" name="Text">
    </p:cNvPr>
          <p:cNvSpPr>
            <a:spLocks noGrp="1"/>
          </p:cNvSpPr>
          <p:nvPr/>
        </p:nvSpPr>
        <p:spPr>
          <a:xfrm rot="0">
            <a:off x="165100" y="42799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57351487" name="Text">
    </p:cNvPr>
          <p:cNvSpPr>
            <a:spLocks noGrp="1"/>
          </p:cNvSpPr>
          <p:nvPr/>
        </p:nvSpPr>
        <p:spPr>
          <a:xfrm rot="0">
            <a:off x="965200" y="43307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작업(최소 기안 후 기안자만 전결근거 수정 가능하도록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SHBE 대상 일반용역 사후평가표 수정 요청</a:t>
            </a:r>
          </a:p>
        </p:txBody>
      </p:sp>
      <p:sp>
        <p:nvSpPr>
          <p:cNvPr id="1780448685" name="Text">
    </p:cNvPr>
          <p:cNvSpPr>
            <a:spLocks noGrp="1"/>
          </p:cNvSpPr>
          <p:nvPr/>
        </p:nvSpPr>
        <p:spPr>
          <a:xfrm rot="0">
            <a:off x="7239000" y="43307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5380428" name="Text">
    </p:cNvPr>
          <p:cNvSpPr>
            <a:spLocks noGrp="1"/>
          </p:cNvSpPr>
          <p:nvPr/>
        </p:nvSpPr>
        <p:spPr>
          <a:xfrm rot="0">
            <a:off x="5549900" y="43307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758194039" name="Text">
    </p:cNvPr>
          <p:cNvSpPr>
            <a:spLocks noGrp="1"/>
          </p:cNvSpPr>
          <p:nvPr/>
        </p:nvSpPr>
        <p:spPr>
          <a:xfrm rot="0">
            <a:off x="901700" y="42799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8079962" name="Text">
    </p:cNvPr>
          <p:cNvSpPr>
            <a:spLocks noGrp="1"/>
          </p:cNvSpPr>
          <p:nvPr/>
        </p:nvSpPr>
        <p:spPr>
          <a:xfrm rot="0">
            <a:off x="6121400" y="42799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9373850" name="Text">
    </p:cNvPr>
          <p:cNvSpPr>
            <a:spLocks noGrp="1"/>
          </p:cNvSpPr>
          <p:nvPr/>
        </p:nvSpPr>
        <p:spPr>
          <a:xfrm rot="0">
            <a:off x="5549900" y="42799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7490652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36318746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25045175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*발주 생성 및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063412060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31502149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</a:p>
        </p:txBody>
      </p:sp>
      <p:sp>
        <p:nvSpPr>
          <p:cNvPr id="1630125966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1152255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8475160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037364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2196892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64307613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79013537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ITSM-111832 품질점검결과서 거래처 조회 기준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요청서 (CP 전자결제-공장 tab)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[에쓰-오일/휴넷] 데이터 연계를 위한 진행사항 공유 및 요청사항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[EWS] SP414 투자예산 장기 미집행 시나리오 로직 오류 검토 및 확인 요청</a:t>
            </a:r>
          </a:p>
        </p:txBody>
      </p:sp>
      <p:sp>
        <p:nvSpPr>
          <p:cNvPr id="208855802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44176100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15906592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</a:p>
        </p:txBody>
      </p:sp>
      <p:sp>
        <p:nvSpPr>
          <p:cNvPr id="1083309661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1641399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2441262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6146860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79856213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7820935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63475822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반제품 제조원가 검증 프로그램 생성(ZPCOR2080)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미수금/미수수익 반제전표 조회 프로그램 필드 추가(ZEAM8030)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주문 강제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[ITSM-112157] 파견직/계약직사원 연차초과사용 관련 로직 수정</a:t>
            </a:r>
          </a:p>
        </p:txBody>
      </p:sp>
      <p:sp>
        <p:nvSpPr>
          <p:cNvPr id="159255420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72865299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3312416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</a:p>
        </p:txBody>
      </p:sp>
      <p:sp>
        <p:nvSpPr>
          <p:cNvPr id="181267127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238090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9037501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855132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60509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63163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6158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1879422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63570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752730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305132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6864171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52828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19942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020702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94594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787654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3923517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908777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9710312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67697895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9092768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5885396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0774217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PP신규 프로세스 생성 테스트 피드백 수정(ZPCOR2050~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미수금/미수수익 반제전표 조회 프로그램 필드 추가(ZEAM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반제품 제조원가 검증 프로그램 생성(ZPCOR2080)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공휴일, Off duty</a:t>
            </a:r>
          </a:p>
        </p:txBody>
      </p:sp>
      <p:sp>
        <p:nvSpPr>
          <p:cNvPr id="10741588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</a:p>
        </p:txBody>
      </p:sp>
      <p:sp>
        <p:nvSpPr>
          <p:cNvPr id="15407655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</a:p>
        </p:txBody>
      </p:sp>
      <p:sp>
        <p:nvSpPr>
          <p:cNvPr id="14410638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06/06</a:t>
            </a:r>
            <a:br/>
          </a:p>
        </p:txBody>
      </p:sp>
      <p:sp>
        <p:nvSpPr>
          <p:cNvPr id="87139746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543151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6345634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500187346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</a:p>
        </p:txBody>
      </p:sp>
      <p:sp>
        <p:nvSpPr>
          <p:cNvPr id="1776941939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영세 신고를 위한 해외이관분 및 하역기준 판매에 대한 정산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</a:p>
        </p:txBody>
      </p:sp>
      <p:sp>
        <p:nvSpPr>
          <p:cNvPr id="881424554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6557495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9864506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영세 신고를 위한 해외이관분 및 하역기준 판매에 대한 정산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주문 강제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결재일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최종 검수일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</a:p>
        </p:txBody>
      </p:sp>
      <p:sp>
        <p:nvSpPr>
          <p:cNvPr id="629486808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513506026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920821105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</a:p>
        </p:txBody>
      </p:sp>
      <p:sp>
        <p:nvSpPr>
          <p:cNvPr id="1054212786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6844484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3877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45275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48198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52144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34882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8911655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525869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82265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13458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915952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42332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62019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058799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168939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66309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</a:p>
        </p:txBody>
      </p:sp>
      <p:sp>
        <p:nvSpPr>
          <p:cNvPr id="3168168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</a:p>
        </p:txBody>
      </p:sp>
      <p:sp>
        <p:nvSpPr>
          <p:cNvPr id="88171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상반기 DR 재해복구 모의훈련</a:t>
            </a:r>
          </a:p>
        </p:txBody>
      </p:sp>
      <p:sp>
        <p:nvSpPr>
          <p:cNvPr id="8170697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100902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187361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비정상적으로 큰 아카이브 로그파일들 강제 삭제작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ERP/BW시스템 프로젝트 관련 Request 전송 파일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2526784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64042215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9346105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504056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001155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73393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40470224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</a:p>
        </p:txBody>
      </p:sp>
      <p:sp>
        <p:nvSpPr>
          <p:cNvPr id="14968989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45825140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11760927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961265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2~4 복습하기</a:t>
            </a:r>
          </a:p>
        </p:txBody>
      </p:sp>
      <p:sp>
        <p:nvSpPr>
          <p:cNvPr id="157913914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2028649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8695296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3911280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731829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4444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6122953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17192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692335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699098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16059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415676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587374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8360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58859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63322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19962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89010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314946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66025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9145577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20880153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3349609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930115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655589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73853042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12840406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br/>
          </a:p>
        </p:txBody>
      </p:sp>
      <p:sp>
        <p:nvSpPr>
          <p:cNvPr id="17000559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13956514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998265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982210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30889301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</a:p>
        </p:txBody>
      </p:sp>
      <p:sp>
        <p:nvSpPr>
          <p:cNvPr id="8508548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개발- []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주택자금 / 생활안정자금 승인/반려시 메일발송</a:t>
            </a:r>
          </a:p>
        </p:txBody>
      </p:sp>
      <p:sp>
        <p:nvSpPr>
          <p:cNvPr id="5451507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058962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1975607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HCM근태수정시 CP공용일정반영 문의대응- [ITSM-112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157] 파견직/계약직사원 연차초과사용 관련 로직 수정- 배우자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동반 무급휴직 신청서 개발관련 회의(CP결재관련)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New Healthcare Program 비용 신청서 로직 문의 대응-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산직 평가 개편 관련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개편 관련 업무로직 분석    :본 평가 웹화면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테이블(ZTHR5010, ZTHR5011) 분석- Newhealthcare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청시 입사일자 체크로직 추가</a:t>
            </a:r>
          </a:p>
        </p:txBody>
      </p:sp>
      <p:sp>
        <p:nvSpPr>
          <p:cNvPr id="21822210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160396512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10903827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156725980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701982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4840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5521267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61580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872947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33351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533459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71837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268691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34820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85515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05045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33412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46002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908778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92969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</a:p>
        </p:txBody>
      </p:sp>
      <p:sp>
        <p:nvSpPr>
          <p:cNvPr id="16211618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04588431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10%</a:t>
            </a:r>
          </a:p>
        </p:txBody>
      </p:sp>
      <p:sp>
        <p:nvSpPr>
          <p:cNvPr id="46625000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4366366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151888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</a:p>
        </p:txBody>
      </p:sp>
      <p:sp>
        <p:nvSpPr>
          <p:cNvPr id="3946690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</a:p>
        </p:txBody>
      </p:sp>
      <p:sp>
        <p:nvSpPr>
          <p:cNvPr id="160722873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4877709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8778424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76283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800239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7425851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2662157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79262893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0031106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5134092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ITSM-112187인사명령에 따른 Smart-ERP 팀리더 사인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</a:p>
        </p:txBody>
      </p:sp>
      <p:sp>
        <p:nvSpPr>
          <p:cNvPr id="8219880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2727576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454344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03214261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53770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9566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93303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648024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080536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143270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170691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38769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268951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56053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93342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8747884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51154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087890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00943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34537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27938608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21317630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</a:p>
        </p:txBody>
      </p:sp>
      <p:sp>
        <p:nvSpPr>
          <p:cNvPr id="2217169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187051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09295303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ITSM-111832 품질점검결과서 거래처 조회 기준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ITSM-112106 CCS 법인카드 비용정산 관련 요청</a:t>
            </a:r>
          </a:p>
        </p:txBody>
      </p:sp>
      <p:sp>
        <p:nvSpPr>
          <p:cNvPr id="5323201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9352901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5095225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4957669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54824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69949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5392556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54778099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[ITSM-112261]Floating roof tank의 roof correcti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 적용 순서 변경 요청</a:t>
            </a:r>
          </a:p>
        </p:txBody>
      </p:sp>
      <p:sp>
        <p:nvSpPr>
          <p:cNvPr id="86452232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0450497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8659128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[ITSM-110949]ePSMS 반송품 Data 검증 기능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[ITSM-112261]Floating roof tank의 roof correcti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 적용 순서 변경 요청</a:t>
            </a:r>
          </a:p>
        </p:txBody>
      </p:sp>
      <p:sp>
        <p:nvSpPr>
          <p:cNvPr id="20851883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93380197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9323623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169288366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257166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8517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08736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75062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275327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420709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09584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8174669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41748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38284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455350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989334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001905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17340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88613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571449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6569284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8750381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</a:p>
        </p:txBody>
      </p:sp>
      <p:sp>
        <p:nvSpPr>
          <p:cNvPr id="39167053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9497179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73265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</a:p>
        </p:txBody>
      </p:sp>
      <p:sp>
        <p:nvSpPr>
          <p:cNvPr id="16826699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8073949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</a:p>
        </p:txBody>
      </p:sp>
      <p:sp>
        <p:nvSpPr>
          <p:cNvPr id="8496316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3305883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00284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75589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7032276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</a:p>
        </p:txBody>
      </p:sp>
      <p:sp>
        <p:nvSpPr>
          <p:cNvPr id="53303140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4793358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233876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688865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ITSM-111472 변경결과 작성ITSM-110554 예상완료일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mobile goole push 변경 개발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DB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ITSM-112298 변경결과 작성ITSM-112360 데이터작업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삭제ITSM-112346 작업유형 변경ITSM-112046 상태변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</a:p>
        </p:txBody>
      </p:sp>
      <p:sp>
        <p:nvSpPr>
          <p:cNvPr id="9151723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1490643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5999951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9210755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566371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5993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604130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770344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09942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2374611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540944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18308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26148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03190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95216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248276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62794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56414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465339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81750585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2096244939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858402358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</a:p>
        </p:txBody>
      </p:sp>
      <p:sp>
        <p:nvSpPr>
          <p:cNvPr id="438693515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76884300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816093000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모니터링 및 녹화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OCR 개선 방향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논의 및 프로세스 메일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A360 '법인영업팀 - 항공급유' 작업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OCR Update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재운영을 위한 작업 개선              - 전문 형식에 따라 '템플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릿 OCR' or '비정형 OCR' 찾아가도록 로직 변경       - Txt파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일명과 Excel파일명을 대조 -&gt; 동일한 전문일 경우 데이터 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합       - 전문 형식에 따른 데이터 추출 값 변경으로 인한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       - SAP 데이터와의 매핑작업 삭제로 인한 PK값인 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거래no' 작성 불가 대체제 문의 (답 없음)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오류 확인 및 재수행</a:t>
            </a:r>
          </a:p>
        </p:txBody>
      </p:sp>
      <p:sp>
        <p:nvSpPr>
          <p:cNvPr id="1377649908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744415114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349628417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157329296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8351519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7976547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98878596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</a:p>
        </p:txBody>
      </p:sp>
      <p:sp>
        <p:nvSpPr>
          <p:cNvPr id="347222686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</a:p>
        </p:txBody>
      </p:sp>
      <p:sp>
        <p:nvSpPr>
          <p:cNvPr id="633515608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155663855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41089138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</a:p>
        </p:txBody>
      </p:sp>
      <p:sp>
        <p:nvSpPr>
          <p:cNvPr id="527014759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803817148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</a:p>
        </p:txBody>
      </p:sp>
      <p:sp>
        <p:nvSpPr>
          <p:cNvPr id="2069946833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</a:p>
        </p:txBody>
      </p:sp>
      <p:sp>
        <p:nvSpPr>
          <p:cNvPr id="847293219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3795255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164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655683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78024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05804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359370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261242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10522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65450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35314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7906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1710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69828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312476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00265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649721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7151042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5187750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작업(최소 기안 후 기안자만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전결근거 수정 가능하도록 수정)</a:t>
            </a:r>
          </a:p>
        </p:txBody>
      </p:sp>
      <p:sp>
        <p:nvSpPr>
          <p:cNvPr id="21179431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3272004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224037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정리중(한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ITSM-112154, ITSM-112132, ITSM-112173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ITSM-112193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ITSM-112207, ITSM-112273, ITSM-112266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</a:t>
            </a:r>
          </a:p>
        </p:txBody>
      </p:sp>
      <p:sp>
        <p:nvSpPr>
          <p:cNvPr id="2175911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5568750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26638842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20936288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34078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12915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</a:p>
        </p:txBody>
      </p:sp>
      <p:sp>
        <p:nvSpPr>
          <p:cNvPr id="178585937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11991294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ITSM-112249 WO 처리절차 Numbering 수정을 위한 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교체</a:t>
            </a:r>
          </a:p>
        </p:txBody>
      </p:sp>
      <p:sp>
        <p:nvSpPr>
          <p:cNvPr id="14655355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195382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7916831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ALK1-W-7312 개정오류 건,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연계 오류 확인 및 처리방안 안내(사업자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번호없음/삭제된구매처/확정안된구매처코드)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ITSM-112249 WO 처리절차 Numbering 수정을 위한 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교체</a:t>
            </a:r>
          </a:p>
        </p:txBody>
      </p:sp>
      <p:sp>
        <p:nvSpPr>
          <p:cNvPr id="177829732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</a:p>
        </p:txBody>
      </p:sp>
      <p:sp>
        <p:nvSpPr>
          <p:cNvPr id="182452517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3196077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4443895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01154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3140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450352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20458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6000800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425594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668501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99491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046674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55845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49936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3692101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2966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05618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60716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9190699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438468914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623887955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회계팀 요청 (재무프로세스) 전체 시나리오 10개 검출되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않는 시나리오 관련 점검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</a:p>
        </p:txBody>
      </p:sp>
      <p:sp>
        <p:nvSpPr>
          <p:cNvPr id="279988937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75839855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138780802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실행 불가 지원 (인사후생팀)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제작입고 오류 확인 및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WMS 업무 프로세스 설명 및 인터페이스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명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회계팀 요청 (재무 프로세스) 전체 시나리오 10개 검출되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않는 시나리오 관련 점검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SAP DataService Job : EWS_SCH_SAP1 오류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투자예산 장기 미집행 시나리오 로직 오류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확인 요청</a:t>
            </a:r>
          </a:p>
        </p:txBody>
      </p:sp>
      <p:sp>
        <p:nvSpPr>
          <p:cNvPr id="616392800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910788668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1983041249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</a:p>
        </p:txBody>
      </p:sp>
      <p:sp>
        <p:nvSpPr>
          <p:cNvPr id="1355496321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6520592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4660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8545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6975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869592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9801380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05854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24678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33622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72670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68220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955918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722062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85996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13145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9101436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441089465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</a:p>
        </p:txBody>
      </p:sp>
      <p:sp>
        <p:nvSpPr>
          <p:cNvPr id="2096502459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[ITSM-111937] (e-Biz 및 IF 관련 VOC 조회 권한)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 [ 커뮤니케이터 또한 VOC 처리 내 '동일부서' 담당자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 [ CX_EMAIL / VocToEms.java / VocDaoImpl.java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포인트몰 비즈마켓 인터페이스 개발 건 (06.05 회의 진행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/ URL 변경 소스 배포 및 hosts 파일 수정 요청)</a:t>
            </a:r>
          </a:p>
        </p:txBody>
      </p:sp>
      <p:sp>
        <p:nvSpPr>
          <p:cNvPr id="404248312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73620461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45974166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해상이관오더관리 내 'BATCH재실행' Err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 500 점검 (TimeOut 사유, 배치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모니터링 &gt; 실시간 주문/출하 현황 &gt; 주문/출하 현황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테이블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품질성적서 내 '품질적합여부' - 품질규격마스터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판단 기준 변경 (김인환 파트리더님) [ PKG_ ASSAY_CUSTM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AP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PRM 백업 업무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S02339 극동유화(주)전당앞주유소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 [ 커뮤니케이터 또한 VOC 처리 내 '동일부서' 담당자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V240603-0000694-1 상태 변경 요청 (완료 -&gt; 접수 2선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 [ CX_EMAIL / VocToEms.java / VocDaoImpl.java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포인트몰 비즈마켓 인터페이스 개발 건 (06.05 회의 진행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/ URL 변경 소스 배포 및 hosts 파일 수정 요청)</a:t>
            </a:r>
          </a:p>
        </p:txBody>
      </p:sp>
      <p:sp>
        <p:nvSpPr>
          <p:cNvPr id="453928010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106992709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548727902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</a:p>
        </p:txBody>
      </p:sp>
      <p:sp>
        <p:nvSpPr>
          <p:cNvPr id="67676435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6961516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0877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13906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60800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165295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92834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182612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60260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7780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56936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62473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694417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937632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22714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300919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48565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451201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2015241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</a:p>
        </p:txBody>
      </p:sp>
      <p:sp>
        <p:nvSpPr>
          <p:cNvPr id="11871081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301641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473986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</a:p>
        </p:txBody>
      </p:sp>
      <p:sp>
        <p:nvSpPr>
          <p:cNvPr id="18029818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59271813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2102359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12046461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70481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72053922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현충일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에쓰오일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창립기념일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06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