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5320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056992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330872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066034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7606778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7425584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031684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279516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944043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2143262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36155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75773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342641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4138491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963104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45530538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</a:p>
        </p:txBody>
      </p:sp>
      <p:sp>
        <p:nvSpPr>
          <p:cNvPr id="60363902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</a:p>
        </p:txBody>
      </p:sp>
      <p:sp>
        <p:nvSpPr>
          <p:cNvPr id="20150371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60632651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60803377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ITSM-112407 법인카드 WBS 마스터 전송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ITSM-112365 e-Biz 개인정보처리방침의 수탁업체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경요청</a:t>
            </a:r>
          </a:p>
        </p:txBody>
      </p:sp>
      <p:sp>
        <p:nvSpPr>
          <p:cNvPr id="70781120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8025946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</a:p>
        </p:txBody>
      </p:sp>
      <p:sp>
        <p:nvSpPr>
          <p:cNvPr id="5607287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98993274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124118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037847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75144187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50536083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58754391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10347104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0368702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151387698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34422468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01871150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178201836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737238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45397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4930045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96124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006069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868788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806327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8128078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7994616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5445904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71678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955383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448496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22520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5977302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763867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17747899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8816423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166490677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0054220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9736824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CI시설물명(개업판촉물) 변경 및 자재번호 등록 요청</a:t>
            </a:r>
          </a:p>
        </p:txBody>
      </p:sp>
      <p:sp>
        <p:nvSpPr>
          <p:cNvPr id="113637872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12771117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33959786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</a:p>
        </p:txBody>
      </p:sp>
      <p:sp>
        <p:nvSpPr>
          <p:cNvPr id="13093515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60777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398728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44956975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107466749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학력 정보 조회 시 구분 설정</a:t>
            </a:r>
          </a:p>
        </p:txBody>
      </p:sp>
      <p:sp>
        <p:nvSpPr>
          <p:cNvPr id="54514369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843459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4854654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운영평가 관련 모집단 자료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ITSM-112620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배차 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협의문 출력 시 스크롤 오류 수정 및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ITSM-112438 변경결과 작성ITSM-111940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삭제ITSM-109154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SAP 개발 소스 git 사용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ITSM-109244 상태 변경ITSM-107063 서비스 종료IT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SM-112586 작업유형 변경결과ITSM-112946 변경요청서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ITSM-110821 상태 변경ITSM-113021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학력 정보 조회 시 구분 설정</a:t>
            </a:r>
          </a:p>
        </p:txBody>
      </p:sp>
      <p:sp>
        <p:nvSpPr>
          <p:cNvPr id="149271763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517082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47324528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82625362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759406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43144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40934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67902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389385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607290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559448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753006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71767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1085424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417443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858178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2652247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31548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5801012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1977054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71469798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</a:p>
        </p:txBody>
      </p:sp>
      <p:sp>
        <p:nvSpPr>
          <p:cNvPr id="149142348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</a:p>
        </p:txBody>
      </p:sp>
      <p:sp>
        <p:nvSpPr>
          <p:cNvPr id="86634789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7134623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3278299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새벽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A360 '법인영업팀 - 항공급유' 작업 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'배우자 동반 휴가 신청서'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'ERP와 e-Pro간 입고/납품'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RPA 작업 완료 메일 중복 발송 발생 논의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</a:p>
        </p:txBody>
      </p:sp>
      <p:sp>
        <p:nvSpPr>
          <p:cNvPr id="83179510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43227807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41550032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20809088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941022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219646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83500874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35712162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86501324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7197260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73395271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System 상 화학물질위험성평가(CHARM) Che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38668046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55447535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</a:p>
        </p:txBody>
      </p:sp>
      <p:sp>
        <p:nvSpPr>
          <p:cNvPr id="144584981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64252484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836307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55194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5641812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8381981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4477344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105957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668917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054365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635327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3064943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0674880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9354739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951659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748968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65360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20161306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917362835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818635851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구매관련 기안지 RODA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ITSM-112346(VPN사용자 등록 신청서)</a:t>
            </a:r>
          </a:p>
        </p:txBody>
      </p:sp>
      <p:sp>
        <p:nvSpPr>
          <p:cNvPr id="1633510450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757976601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440843541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구매관련 기안지 RODA 자동화- 완료 이후 추가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정전달 받아서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ITSM-112346(VPN사용자 등록 신청서)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ITSM-112766별도 메일요청(최상원책임) - 기안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내용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VPN사용사 등록신청서(협력업체) 수정(계약기간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필드 추가 및 사용기간 설정과 연계)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ITSM-112837, ITSM-112847, ITSM-112872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ITSM-112913, ITSM-112948, ITSM-112960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ITSM-112973, ITSM-112961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ITSM-113007메일요청 - 기안지 내용 수정(A56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-24-0171)</a:t>
            </a:r>
          </a:p>
        </p:txBody>
      </p:sp>
      <p:sp>
        <p:nvSpPr>
          <p:cNvPr id="1908701994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2066935252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950843821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397219256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4058956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1638777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953406271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85685727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1605201584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736709340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736698486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휴넷 스마트러닝 교육이력 배치 재실행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교육결과보고 및 교육출장비신청서 메뉴얼 교체요청(이상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준 계장님)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부서지침서'정기적검토를 통한 CDU3-P-3246  U-6460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 정상 운전 절차외 17건 개정 품의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 기능개선 관련하여  관련부서 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OOM 화상회의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 SOM-1-100 대기오염관리절차 기존 개정목록 다운 받아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메일로 전달</a:t>
            </a:r>
          </a:p>
        </p:txBody>
      </p:sp>
      <p:sp>
        <p:nvSpPr>
          <p:cNvPr id="1713762295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1388959085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355207452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1837404565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3908869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81312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976324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92924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736149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532978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9484516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368893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8730159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87484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9896736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39549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773045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45227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609735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825902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24003975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50997973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DS Upgrade 회의  (8층회의실 오전10시)</a:t>
            </a:r>
          </a:p>
        </p:txBody>
      </p:sp>
      <p:sp>
        <p:nvSpPr>
          <p:cNvPr id="6503037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69038554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52522077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상품권 회수 현황 ERP 연계 오류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미회수 현황 데이터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 입고 예정 정보 배치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IAMS IT Process 운영 평가 모집단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업무 프로세스 문의 내용 확인 요청 (자재마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스터 IF, E-IOM IF)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담당자 운영 서버 접속 오류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- 06/18 휴가</a:t>
            </a:r>
          </a:p>
        </p:txBody>
      </p:sp>
      <p:sp>
        <p:nvSpPr>
          <p:cNvPr id="75460286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</a:p>
        </p:txBody>
      </p:sp>
      <p:sp>
        <p:nvSpPr>
          <p:cNvPr id="4824710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</a:p>
        </p:txBody>
      </p:sp>
      <p:sp>
        <p:nvSpPr>
          <p:cNvPr id="190486079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</a:p>
        </p:txBody>
      </p:sp>
      <p:sp>
        <p:nvSpPr>
          <p:cNvPr id="52770421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444377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8557040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1302298987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1943101637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ITSM-112563 VOC 관리자 웹페이지내 열람/조회 기록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페이지 생성 -ISMS-P 권고사항 관련 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 SAP DS 이전 계획 회의 (ERP Upgrade 프로젝트)</a:t>
            </a:r>
          </a:p>
        </p:txBody>
      </p:sp>
      <p:sp>
        <p:nvSpPr>
          <p:cNvPr id="1326013186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798080712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518983199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 정보 회신 및 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 계정 생성 (개발서버 / 운영 필요 시, 요청)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'ROB_JOB_LOPAS_SHIPMENT_1 / ROB_J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OB_SCH_LOPAS_ORDER' 배치 중단 점검  (SAP DS 회의를 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해 개선될 예정)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ITSM-112563 VOC 관리자 웹페이지내 열람/조회 기록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페이지 생성 -ISMS-P 권고사항 관련 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V240612-0000082-1 처리부서 최종의견 미등록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변경 (최종의견 여부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 [문서번호 : Z11-24-0188] 모의해킹 취약점 테스트를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위한 임시계정 권한 부여 및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PKG_ERP_ETL 내 프로시저 'MERGE_ACCOUNT_MAST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ER' 수정 (ON 조건 중, 누락된 PK로 인해 에러 발생)</a:t>
            </a:r>
          </a:p>
        </p:txBody>
      </p:sp>
      <p:sp>
        <p:nvSpPr>
          <p:cNvPr id="572939459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</a:p>
        </p:txBody>
      </p:sp>
      <p:sp>
        <p:nvSpPr>
          <p:cNvPr id="670225102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</a:p>
        </p:txBody>
      </p:sp>
      <p:sp>
        <p:nvSpPr>
          <p:cNvPr id="672621616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</a:p>
        </p:txBody>
      </p:sp>
      <p:sp>
        <p:nvSpPr>
          <p:cNvPr id="1019873293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8329747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12798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18630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49828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4815140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113807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5677831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967679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276388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5341828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5314318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8882862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300203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1111667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602891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21544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05891466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211166762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입고/납품완료 불일치 모니터링 i/f 필드 추가</a:t>
            </a:r>
          </a:p>
        </p:txBody>
      </p:sp>
      <p:sp>
        <p:nvSpPr>
          <p:cNvPr id="116806766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3600162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31782241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법인카드 WBS 마스터 전송 개발 CCS , 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입고/납품완료 불일치 모니터링 i/f 필드 추가</a:t>
            </a:r>
          </a:p>
        </p:txBody>
      </p:sp>
      <p:sp>
        <p:nvSpPr>
          <p:cNvPr id="728684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99963586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21229980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44306837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524120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