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98139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2297667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26350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301787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22569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3929100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491272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1992763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8361546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320210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4462100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59196405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7734038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5634173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12025325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9568636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858787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3187291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9292103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24754475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56493429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072436882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3447546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0702433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7434009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3751731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7430979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37205517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8316119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785064699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296158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95728428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4472573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62254309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47107104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5618578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880655514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91326368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19430085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94594678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배우자 동반 무급휴직 신청서 개발 요청</a:t>
            </a:r>
          </a:p>
        </p:txBody>
      </p:sp>
      <p:sp>
        <p:nvSpPr>
          <p:cNvPr id="1804854363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45705502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670920710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0202026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2366150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7320999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54882710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46734972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2145046259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92773392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984568478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247174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748128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769385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85959297" name="Frame"/>
          <p:cNvSpPr>
            <a:spLocks noGrp="1"/>
          </p:cNvSpPr>
          <p:nvPr/>
        </p:nvSpPr>
        <p:spPr>
          <a:xfrm>
            <a:off x="152400" y="2222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9526411" name="Text">
    </p:cNvPr>
          <p:cNvSpPr>
            <a:spLocks noGrp="1"/>
          </p:cNvSpPr>
          <p:nvPr/>
        </p:nvSpPr>
        <p:spPr>
          <a:xfrm rot="0">
            <a:off x="152400" y="2197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021675270" name="Text">
    </p:cNvPr>
          <p:cNvSpPr>
            <a:spLocks noGrp="1"/>
          </p:cNvSpPr>
          <p:nvPr/>
        </p:nvSpPr>
        <p:spPr>
          <a:xfrm rot="0">
            <a:off x="952500" y="22479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ITSM-112365 e-Biz 개인정보처리방침의 수탁업체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[Mobile] 학력 정보 조회 시 구분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ERP System 상 화학물질위험성평가(CHARM) Check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법인카드 WBS 마스터 전송 개발 CCS , EAI</a:t>
            </a:r>
          </a:p>
        </p:txBody>
      </p:sp>
      <p:sp>
        <p:nvSpPr>
          <p:cNvPr id="1751596029" name="Text">
    </p:cNvPr>
          <p:cNvSpPr>
            <a:spLocks noGrp="1"/>
          </p:cNvSpPr>
          <p:nvPr/>
        </p:nvSpPr>
        <p:spPr>
          <a:xfrm rot="0">
            <a:off x="7226300" y="2247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87717933" name="Text">
    </p:cNvPr>
          <p:cNvSpPr>
            <a:spLocks noGrp="1"/>
          </p:cNvSpPr>
          <p:nvPr/>
        </p:nvSpPr>
        <p:spPr>
          <a:xfrm rot="0">
            <a:off x="6108700" y="2197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96238787" name="Text">
    </p:cNvPr>
          <p:cNvSpPr>
            <a:spLocks noGrp="1"/>
          </p:cNvSpPr>
          <p:nvPr/>
        </p:nvSpPr>
        <p:spPr>
          <a:xfrm rot="0">
            <a:off x="5537200" y="2247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</a:p>
        </p:txBody>
      </p:sp>
      <p:sp>
        <p:nvSpPr>
          <p:cNvPr id="100693562" name="Text">
    </p:cNvPr>
          <p:cNvSpPr>
            <a:spLocks noGrp="1"/>
          </p:cNvSpPr>
          <p:nvPr/>
        </p:nvSpPr>
        <p:spPr>
          <a:xfrm rot="0">
            <a:off x="889000" y="2197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6502612" name="Text">
    </p:cNvPr>
          <p:cNvSpPr>
            <a:spLocks noGrp="1"/>
          </p:cNvSpPr>
          <p:nvPr/>
        </p:nvSpPr>
        <p:spPr>
          <a:xfrm rot="0">
            <a:off x="7124700" y="2197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5942004" name="Text">
    </p:cNvPr>
          <p:cNvSpPr>
            <a:spLocks noGrp="1"/>
          </p:cNvSpPr>
          <p:nvPr/>
        </p:nvSpPr>
        <p:spPr>
          <a:xfrm rot="0">
            <a:off x="5537200" y="2197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3528781" name="Rectangle"/>
          <p:cNvSpPr>
            <a:spLocks noGrp="1"/>
          </p:cNvSpPr>
          <p:nvPr/>
        </p:nvSpPr>
        <p:spPr>
          <a:xfrm>
            <a:off x="6870700" y="2197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267120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194254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08357056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수불 자재 관련 로직 수정- 1500 SSAD 자재 증감물량 다른 항차에 반영(ZCOR6332)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ZPRR1000(고정자산 마스터 영업데이터 관리) 영업5조직 매핑기준 보완 및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ZTDR5130 수송비 정산 화면 수정</a:t>
            </a:r>
          </a:p>
        </p:txBody>
      </p:sp>
      <p:sp>
        <p:nvSpPr>
          <p:cNvPr id="771902687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84381671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55422120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</a:p>
        </p:txBody>
      </p:sp>
      <p:sp>
        <p:nvSpPr>
          <p:cNvPr id="731982561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255870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5216162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3317343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