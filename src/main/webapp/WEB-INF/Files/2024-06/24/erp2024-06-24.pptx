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7155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4654325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557325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6596485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910340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4444831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89981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356320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81095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2333081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717025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0680753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3471858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4058442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007280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75132076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85797998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7302580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4133017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7037053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 제조원가 검증(ZPCOR2090)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수불 자재 관련 로직 수정- 1500 SSAD 자재 증감물량 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른 항차에 반영(ZCOR6332)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제품별 원가내역 조회 Report 레이아웃 수정(ZPCOR2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040)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테이블 데이터 수정 및 수량 로직 수정(ZPCOR2040)</a:t>
            </a:r>
          </a:p>
        </p:txBody>
      </p:sp>
      <p:sp>
        <p:nvSpPr>
          <p:cNvPr id="152872468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34356116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53275841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6362570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045832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551620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30997946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</a:p>
        </p:txBody>
      </p:sp>
      <p:sp>
        <p:nvSpPr>
          <p:cNvPr id="26238132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</a:p>
        </p:txBody>
      </p:sp>
      <p:sp>
        <p:nvSpPr>
          <p:cNvPr id="171811824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82429520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2330636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신고세관과 Code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수입 첨가제 비용 문서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</a:p>
        </p:txBody>
      </p:sp>
      <p:sp>
        <p:nvSpPr>
          <p:cNvPr id="34506072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82885521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</a:p>
        </p:txBody>
      </p:sp>
      <p:sp>
        <p:nvSpPr>
          <p:cNvPr id="95801784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</a:p>
        </p:txBody>
      </p:sp>
      <p:sp>
        <p:nvSpPr>
          <p:cNvPr id="192120145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7306103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32310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27541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437225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5735490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520559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7596883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760452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45527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52010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38608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326009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23479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2599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011333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606592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152633356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</a:p>
        </p:txBody>
      </p:sp>
      <p:sp>
        <p:nvSpPr>
          <p:cNvPr id="136863314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6673697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3911978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49717242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1st 운영평가용 내부통제 관련 증빙자료 취합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6월 SAP시스템 인프라 취약점 조치 작업 업무지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S/4HANA(ERP)에 이관된 기존 ZDBC 패키지 BC사용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확인 정리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신규 SSL VPN 장비의 SBC/VDI DDC와의 연동 테스트에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따른 SAP 서비스 확인 야간작업 업무지원(22:00~02:00)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36765475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2891559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38807011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</a:p>
        </p:txBody>
      </p:sp>
      <p:sp>
        <p:nvSpPr>
          <p:cNvPr id="159255068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768233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708011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65670472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160682476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48643473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77819198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1772074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5</a:t>
            </a:r>
          </a:p>
        </p:txBody>
      </p:sp>
      <p:sp>
        <p:nvSpPr>
          <p:cNvPr id="148497937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23360735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197094164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</a:p>
        </p:txBody>
      </p:sp>
      <p:sp>
        <p:nvSpPr>
          <p:cNvPr id="150264439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280776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54698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373968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35021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181870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307074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69513930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803693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11732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3121368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67830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21968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1617258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239006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486215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2785645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4083683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70585644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3375950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72363861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201288630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201684925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73992402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111539942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67871779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995866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35754972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2025228419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1698635974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865002694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023146767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883472398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[ITSM-112248]생산직 상반기 1/2차 평가 테스트 및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수정- [ITSM-105121] 배우자 동반 무급휴직 신청서   EA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I연동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ERP 업그레이드 프로젝트팀에 UI5관련 설명 및 소스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달- [ITSM-112248]생산직 상반기 1/2차 평가 테스트 및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수정- [ITSM-112796] 생활안정자금 추가 대출확정시 보험가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입기간 계산기준 변경(대출총액-&gt;대출잔액)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[ITSM-112760] 의료비/학자금 무급휴직기간 신청제한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해제- ERP 업그레이드 프로젝트 일정소개 회의참석- [ITSM-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112248]생산직 상반기 평가항목별 상세현황 화면 개발(50%)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[ITSM-112884] 자격/면허등록 신청시 필수입력값 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 제 증명 출력오류 외 문의 대응- 2024년 공장휴양소 신청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당첨 관련 세팅 및 관련로직 점검</a:t>
            </a:r>
          </a:p>
        </p:txBody>
      </p:sp>
      <p:sp>
        <p:nvSpPr>
          <p:cNvPr id="671979341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br/>
          </a:p>
        </p:txBody>
      </p:sp>
      <p:sp>
        <p:nvSpPr>
          <p:cNvPr id="1818361438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br/>
          </a:p>
        </p:txBody>
      </p:sp>
      <p:sp>
        <p:nvSpPr>
          <p:cNvPr id="579989600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br/>
          </a:p>
        </p:txBody>
      </p:sp>
      <p:sp>
        <p:nvSpPr>
          <p:cNvPr id="1401443572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2331191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91727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499469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1705004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68347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032599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3460924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200197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983433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565698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102578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7604543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8835242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51254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9203177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00698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2729313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9988905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70%</a:t>
            </a:r>
          </a:p>
        </p:txBody>
      </p:sp>
      <p:sp>
        <p:nvSpPr>
          <p:cNvPr id="158677705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73604473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45403547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인사기록카드 표기 관련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SF 연동 Data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사용당시 정보 표기 및 신청자 직위 정보 점검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노조회비 공제비율 조정요청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</a:p>
        </p:txBody>
      </p:sp>
      <p:sp>
        <p:nvSpPr>
          <p:cNvPr id="106092035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13313246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28849117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7576659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75691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6106954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15256186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3245015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47256016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210346023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4802187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ITSM-111624수출신고 관련 T-CODE 에러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ITSM-111844ZPRR1000(고정자산 마스터 영업데이터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리) 영업5조직 매핑기준 보완 및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ITSM-112761소매가격지원제도 개선에 따른 시스템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ITSM-112024ZTDR5130 수송비 정산 화면 수정</a:t>
            </a:r>
          </a:p>
        </p:txBody>
      </p:sp>
      <p:sp>
        <p:nvSpPr>
          <p:cNvPr id="142091056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49931997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</a:p>
        </p:txBody>
      </p:sp>
      <p:sp>
        <p:nvSpPr>
          <p:cNvPr id="164943325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6277731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839341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