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2024-05-31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현충일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 Duty Day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에쓰오일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창립기념일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85</Words>
  <Application>Microsoft Office PowerPoint</Application>
  <PresentationFormat>사용자 지정</PresentationFormat>
  <Paragraphs>51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25</cp:revision>
  <dcterms:modified xsi:type="dcterms:W3CDTF">2024-05-31T08:39:00Z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2024-05-31T08:39:00Z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7f485860-cd06-4d4f-a1dd-3c02bf0a6f73</vt:lpwstr>
  </property>
  <property fmtid="{D5CDD505-2E9C-101B-9397-08002B2CF9AE}" pid="8" name="MSIP_Label_a567d48d-774c-44e2-a79a-7d15724a8f35_ContentBits">
    <vt:lpwstr>3</vt:lpwstr>
  </property>
</Properties>
</file>