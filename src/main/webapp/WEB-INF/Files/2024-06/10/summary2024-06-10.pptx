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793996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663457248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663537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0580779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491388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109136515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03550917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198195046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96356047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002531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84573575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764915798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16841221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13825095" name="Frame"/>
          <p:cNvSpPr>
            <a:spLocks noGrp="1"/>
          </p:cNvSpPr>
          <p:nvPr/>
        </p:nvSpPr>
        <p:spPr>
          <a:xfrm>
            <a:off x="25400" y="53975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90429131" name="Text">
    </p:cNvPr>
          <p:cNvSpPr>
            <a:spLocks noGrp="1"/>
          </p:cNvSpPr>
          <p:nvPr/>
        </p:nvSpPr>
        <p:spPr>
          <a:xfrm rot="0">
            <a:off x="152400" y="54229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058663806" name="Text">
    </p:cNvPr>
          <p:cNvSpPr>
            <a:spLocks noGrp="1"/>
          </p:cNvSpPr>
          <p:nvPr/>
        </p:nvSpPr>
        <p:spPr>
          <a:xfrm rot="0">
            <a:off x="6451600" y="59563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6114449" name="Text">
    </p:cNvPr>
          <p:cNvSpPr>
            <a:spLocks noGrp="1"/>
          </p:cNvSpPr>
          <p:nvPr/>
        </p:nvSpPr>
        <p:spPr>
          <a:xfrm rot="0">
            <a:off x="2057400" y="59563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7071559" name="Text">
    </p:cNvPr>
          <p:cNvSpPr>
            <a:spLocks noGrp="1"/>
          </p:cNvSpPr>
          <p:nvPr/>
        </p:nvSpPr>
        <p:spPr>
          <a:xfrm rot="0">
            <a:off x="101600" y="59563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4776919" name="Text">
    </p:cNvPr>
          <p:cNvSpPr>
            <a:spLocks noGrp="1"/>
          </p:cNvSpPr>
          <p:nvPr/>
        </p:nvSpPr>
        <p:spPr>
          <a:xfrm rot="0">
            <a:off x="101600" y="57150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2135577165" name="Text">
    </p:cNvPr>
          <p:cNvSpPr>
            <a:spLocks noGrp="1"/>
          </p:cNvSpPr>
          <p:nvPr/>
        </p:nvSpPr>
        <p:spPr>
          <a:xfrm rot="0">
            <a:off x="2057400" y="57150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69955564" name="Text">
    </p:cNvPr>
          <p:cNvSpPr>
            <a:spLocks noGrp="1"/>
          </p:cNvSpPr>
          <p:nvPr/>
        </p:nvSpPr>
        <p:spPr>
          <a:xfrm rot="0">
            <a:off x="6451600" y="57150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835826394" name="Text">
    </p:cNvPr>
          <p:cNvSpPr>
            <a:spLocks noGrp="1"/>
          </p:cNvSpPr>
          <p:nvPr/>
        </p:nvSpPr>
        <p:spPr>
          <a:xfrm rot="0">
            <a:off x="101600" y="62484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8012340" name="Text">
    </p:cNvPr>
          <p:cNvSpPr>
            <a:spLocks noGrp="1"/>
          </p:cNvSpPr>
          <p:nvPr/>
        </p:nvSpPr>
        <p:spPr>
          <a:xfrm rot="0">
            <a:off x="6451600" y="62484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1247906" name="Text">
    </p:cNvPr>
          <p:cNvSpPr>
            <a:spLocks noGrp="1"/>
          </p:cNvSpPr>
          <p:nvPr/>
        </p:nvSpPr>
        <p:spPr>
          <a:xfrm rot="0">
            <a:off x="2057400" y="62484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4800681" name="Text">
    </p:cNvPr>
          <p:cNvSpPr>
            <a:spLocks noGrp="1"/>
          </p:cNvSpPr>
          <p:nvPr/>
        </p:nvSpPr>
        <p:spPr>
          <a:xfrm rot="0">
            <a:off x="1244600" y="62484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95206133" name="Text">
    </p:cNvPr>
          <p:cNvSpPr>
            <a:spLocks noGrp="1"/>
          </p:cNvSpPr>
          <p:nvPr/>
        </p:nvSpPr>
        <p:spPr>
          <a:xfrm rot="0">
            <a:off x="1244600" y="59563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9766352" name="Text">
    </p:cNvPr>
          <p:cNvSpPr>
            <a:spLocks noGrp="1"/>
          </p:cNvSpPr>
          <p:nvPr/>
        </p:nvSpPr>
        <p:spPr>
          <a:xfrm rot="0">
            <a:off x="1244600" y="57150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957757575" name="Text">
    </p:cNvPr>
          <p:cNvSpPr>
            <a:spLocks noGrp="1"/>
          </p:cNvSpPr>
          <p:nvPr/>
        </p:nvSpPr>
        <p:spPr>
          <a:xfrm rot="0">
            <a:off x="8102600" y="62484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9664855" name="Text">
    </p:cNvPr>
          <p:cNvSpPr>
            <a:spLocks noGrp="1"/>
          </p:cNvSpPr>
          <p:nvPr/>
        </p:nvSpPr>
        <p:spPr>
          <a:xfrm rot="0">
            <a:off x="8102600" y="57150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372992433" name="Text">
    </p:cNvPr>
          <p:cNvSpPr>
            <a:spLocks noGrp="1"/>
          </p:cNvSpPr>
          <p:nvPr/>
        </p:nvSpPr>
        <p:spPr>
          <a:xfrm rot="0">
            <a:off x="8102600" y="59563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0188844" name="Frame"/>
          <p:cNvSpPr>
            <a:spLocks noGrp="1"/>
          </p:cNvSpPr>
          <p:nvPr/>
        </p:nvSpPr>
        <p:spPr>
          <a:xfrm>
            <a:off x="101600" y="2832100"/>
            <a:ext cx="9779000" cy="2400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10068148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05828967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008938244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38195258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60103549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450971352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30578974" name="Frame"/>
          <p:cNvSpPr>
            <a:spLocks noGrp="1"/>
          </p:cNvSpPr>
          <p:nvPr/>
        </p:nvSpPr>
        <p:spPr>
          <a:xfrm>
            <a:off x="165100" y="4305300"/>
            <a:ext cx="9664700" cy="927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54324577" name="Text">
    </p:cNvPr>
          <p:cNvSpPr>
            <a:spLocks noGrp="1"/>
          </p:cNvSpPr>
          <p:nvPr/>
        </p:nvSpPr>
        <p:spPr>
          <a:xfrm rot="0">
            <a:off x="165100" y="42799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557351487" name="Text">
    </p:cNvPr>
          <p:cNvSpPr>
            <a:spLocks noGrp="1"/>
          </p:cNvSpPr>
          <p:nvPr/>
        </p:nvSpPr>
        <p:spPr>
          <a:xfrm rot="0">
            <a:off x="965200" y="4330700"/>
            <a:ext cx="4584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작업(최소 기안 후 기안자만 전결근거 수정 가능하도록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SHBE 대상 일반용역 사후평가표 수정 요청</a:t>
            </a:r>
          </a:p>
        </p:txBody>
      </p:sp>
      <p:sp>
        <p:nvSpPr>
          <p:cNvPr id="1780448685" name="Text">
    </p:cNvPr>
          <p:cNvSpPr>
            <a:spLocks noGrp="1"/>
          </p:cNvSpPr>
          <p:nvPr/>
        </p:nvSpPr>
        <p:spPr>
          <a:xfrm rot="0">
            <a:off x="7239000" y="4330700"/>
            <a:ext cx="2552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5380428" name="Text">
    </p:cNvPr>
          <p:cNvSpPr>
            <a:spLocks noGrp="1"/>
          </p:cNvSpPr>
          <p:nvPr/>
        </p:nvSpPr>
        <p:spPr>
          <a:xfrm rot="0">
            <a:off x="5549900" y="4330700"/>
            <a:ext cx="5715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758194039" name="Text">
    </p:cNvPr>
          <p:cNvSpPr>
            <a:spLocks noGrp="1"/>
          </p:cNvSpPr>
          <p:nvPr/>
        </p:nvSpPr>
        <p:spPr>
          <a:xfrm rot="0">
            <a:off x="901700" y="42799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8079962" name="Text">
    </p:cNvPr>
          <p:cNvSpPr>
            <a:spLocks noGrp="1"/>
          </p:cNvSpPr>
          <p:nvPr/>
        </p:nvSpPr>
        <p:spPr>
          <a:xfrm rot="0">
            <a:off x="6121400" y="4279900"/>
            <a:ext cx="36449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9373850" name="Text">
    </p:cNvPr>
          <p:cNvSpPr>
            <a:spLocks noGrp="1"/>
          </p:cNvSpPr>
          <p:nvPr/>
        </p:nvSpPr>
        <p:spPr>
          <a:xfrm rot="0">
            <a:off x="5549900" y="42799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7490652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36318746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925045175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*발주 생성 및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1063412060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31502149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</a:p>
        </p:txBody>
      </p:sp>
      <p:sp>
        <p:nvSpPr>
          <p:cNvPr id="1630125966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1152255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8475160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037364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21968920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64307613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779013537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ITSM-111832 품질점검결과서 거래처 조회 기준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S-imoms 작업 요청서 (CP 전자결제-공장 tab) 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[에쓰-오일/휴넷] 데이터 연계를 위한 진행사항 공유 및 요청사항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[EWS] SP414 투자예산 장기 미집행 시나리오 로직 오류 검토 및 확인 요청</a:t>
            </a:r>
          </a:p>
        </p:txBody>
      </p:sp>
      <p:sp>
        <p:nvSpPr>
          <p:cNvPr id="2088558029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244176100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415906592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</a:p>
        </p:txBody>
      </p:sp>
      <p:sp>
        <p:nvSpPr>
          <p:cNvPr id="1083309661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1641399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2441262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6146860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9856213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178209356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463475822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반제품 제조원가 검증 프로그램 생성(ZPCOR2080)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미수금/미수수익 반제전표 조회 프로그램 필드 추가(ZEAM8030)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주문 강제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[ITSM-112157] 파견직/계약직사원 연차초과사용 관련 로직 수정</a:t>
            </a:r>
          </a:p>
        </p:txBody>
      </p:sp>
      <p:sp>
        <p:nvSpPr>
          <p:cNvPr id="1592554204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072865299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83312416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</a:p>
        </p:txBody>
      </p:sp>
      <p:sp>
        <p:nvSpPr>
          <p:cNvPr id="181267127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2380901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9037501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8551326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