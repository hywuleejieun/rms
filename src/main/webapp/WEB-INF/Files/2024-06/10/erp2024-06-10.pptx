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60509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63163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061589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1879422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963570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7527300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7305132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6864171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252828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619942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0207022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945946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3787654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3923517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9087773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97103122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67697895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90927689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5885396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0774217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PP신규 프로세스 생성 테스트 피드백 수정(ZPCOR2050~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ZPCOR2070)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미수금/미수수익 반제전표 조회 프로그램 필드 추가(ZEAM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반제품 제조원가 검증 프로그램 생성(ZPCOR2080)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공휴일, Off duty</a:t>
            </a:r>
          </a:p>
        </p:txBody>
      </p:sp>
      <p:sp>
        <p:nvSpPr>
          <p:cNvPr id="107415882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</a:p>
        </p:txBody>
      </p:sp>
      <p:sp>
        <p:nvSpPr>
          <p:cNvPr id="154076558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</a:p>
        </p:txBody>
      </p:sp>
      <p:sp>
        <p:nvSpPr>
          <p:cNvPr id="14410638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06/06</a:t>
            </a:r>
            <a:br/>
          </a:p>
        </p:txBody>
      </p:sp>
      <p:sp>
        <p:nvSpPr>
          <p:cNvPr id="87139746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543151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6345634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500187346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</a:p>
        </p:txBody>
      </p:sp>
      <p:sp>
        <p:nvSpPr>
          <p:cNvPr id="1776941939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영세 신고를 위한 해외이관분 및 하역기준 판매에 대한 정산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</a:p>
        </p:txBody>
      </p:sp>
      <p:sp>
        <p:nvSpPr>
          <p:cNvPr id="881424554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36557495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59864506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영세 신고를 위한 해외이관분 및 하역기준 판매에 대한 정산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주문 강제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결재일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최종 검수일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</a:p>
        </p:txBody>
      </p:sp>
      <p:sp>
        <p:nvSpPr>
          <p:cNvPr id="629486808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513506026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920821105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</a:p>
        </p:txBody>
      </p:sp>
      <p:sp>
        <p:nvSpPr>
          <p:cNvPr id="1054212786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6844484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3877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452755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948198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521449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534882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8911655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5525869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82265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0134585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915952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423325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62019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0587994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168939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7663097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</a:p>
        </p:txBody>
      </p:sp>
      <p:sp>
        <p:nvSpPr>
          <p:cNvPr id="31681680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</a:p>
        </p:txBody>
      </p:sp>
      <p:sp>
        <p:nvSpPr>
          <p:cNvPr id="88171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상반기 DR 재해복구 모의훈련</a:t>
            </a:r>
          </a:p>
        </p:txBody>
      </p:sp>
      <p:sp>
        <p:nvSpPr>
          <p:cNvPr id="8170697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11009024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1187361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BW개발 비정상적으로 큰 아카이브 로그파일들 강제 삭제작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ERP/BW시스템 프로젝트 관련 Request 전송 파일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2526784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64042215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9346105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5040569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001155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733934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40470224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</a:p>
        </p:txBody>
      </p:sp>
      <p:sp>
        <p:nvSpPr>
          <p:cNvPr id="14968989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45825140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11760927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09612653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2~4 복습하기</a:t>
            </a:r>
          </a:p>
        </p:txBody>
      </p:sp>
      <p:sp>
        <p:nvSpPr>
          <p:cNvPr id="157913914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20286493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86952961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3911280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731829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44442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6122953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17192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6923356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6990989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160595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415676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6587374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83603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958859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63322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19962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890108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314946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660259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br/>
          </a:p>
        </p:txBody>
      </p:sp>
      <p:sp>
        <p:nvSpPr>
          <p:cNvPr id="91455775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208801538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33496099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930115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6555894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73853042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br/>
          </a:p>
        </p:txBody>
      </p:sp>
      <p:sp>
        <p:nvSpPr>
          <p:cNvPr id="128404069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br/>
          </a:p>
        </p:txBody>
      </p:sp>
      <p:sp>
        <p:nvSpPr>
          <p:cNvPr id="170005591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13956514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998265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982210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30889301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</a:p>
        </p:txBody>
      </p:sp>
      <p:sp>
        <p:nvSpPr>
          <p:cNvPr id="8508548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개발- []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주택자금 / 생활안정자금 승인/반려시 메일발송</a:t>
            </a:r>
          </a:p>
        </p:txBody>
      </p:sp>
      <p:sp>
        <p:nvSpPr>
          <p:cNvPr id="54515071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0589621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1975607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HCM근태수정시 CP공용일정반영 문의대응- [ITSM-112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157] 파견직/계약직사원 연차초과사용 관련 로직 수정- 배우자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동반 무급휴직 신청서 개발관련 회의(CP결재관련)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New Healthcare Program 비용 신청서 로직 문의 대응-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산직 평가 개편 관련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개편 관련 업무로직 분석    :본 평가 웹화면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테이블(ZTHR5010, ZTHR5011) 분석- Newhealthcare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청시 입사일자 체크로직 추가</a:t>
            </a:r>
          </a:p>
        </p:txBody>
      </p:sp>
      <p:sp>
        <p:nvSpPr>
          <p:cNvPr id="21822210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</a:p>
        </p:txBody>
      </p:sp>
      <p:sp>
        <p:nvSpPr>
          <p:cNvPr id="160396512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</a:p>
        </p:txBody>
      </p:sp>
      <p:sp>
        <p:nvSpPr>
          <p:cNvPr id="10903827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</a:p>
        </p:txBody>
      </p:sp>
      <p:sp>
        <p:nvSpPr>
          <p:cNvPr id="156725980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701982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48403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5521267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615802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872947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333515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5334594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71837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268691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8348200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855155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050451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33412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46002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908778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2929691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</a:p>
        </p:txBody>
      </p:sp>
      <p:sp>
        <p:nvSpPr>
          <p:cNvPr id="16211618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04588431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10%</a:t>
            </a:r>
          </a:p>
        </p:txBody>
      </p:sp>
      <p:sp>
        <p:nvSpPr>
          <p:cNvPr id="46625000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04366366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5151888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</a:p>
        </p:txBody>
      </p:sp>
      <p:sp>
        <p:nvSpPr>
          <p:cNvPr id="39466909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</a:p>
        </p:txBody>
      </p:sp>
      <p:sp>
        <p:nvSpPr>
          <p:cNvPr id="160722873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48777097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8778424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76283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800239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07425851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12662157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79262893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00311067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15134092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 FNL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ITSM-111624수출신고 관련 T-CODE 에러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ITSM-112187인사명령에 따른 Smart-ERP 팀리더 사인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ITSM-112024ZTDR5130 수송비 정산 화면 수정</a:t>
            </a:r>
          </a:p>
        </p:txBody>
      </p:sp>
      <p:sp>
        <p:nvSpPr>
          <p:cNvPr id="82198806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27275760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0454344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03214261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537702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