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6994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1914331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51184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15836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746106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4291840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01936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001448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82650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883503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771668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547792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35391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179839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812793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9066064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5584619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ITSM-111832 품질점검결과서 거래처 조회 기준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ITSM-112106 CCS 법인카드 비용정산 관련 요청</a:t>
            </a:r>
          </a:p>
        </p:txBody>
      </p:sp>
      <p:sp>
        <p:nvSpPr>
          <p:cNvPr id="172920458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55609897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255177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ITSM-111233 유니폼 수량 제한 예외 처리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ITSM-111832 품질점검결과서 거래처 조회 기준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ITSM-112106 CCS 법인카드 비용정산 관련 요청</a:t>
            </a:r>
          </a:p>
        </p:txBody>
      </p:sp>
      <p:sp>
        <p:nvSpPr>
          <p:cNvPr id="6645145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2820518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1896738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89368705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2799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54856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31928268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42223403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[ITSM-110949]ePSMS 반송품 Data 검증 기능 개발</a:t>
            </a:r>
          </a:p>
        </p:txBody>
      </p:sp>
      <p:sp>
        <p:nvSpPr>
          <p:cNvPr id="169849556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6096143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89265919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[ITSM-110949]ePSMS 반송품 Data 검증 기능 개발</a:t>
            </a:r>
          </a:p>
        </p:txBody>
      </p:sp>
      <p:sp>
        <p:nvSpPr>
          <p:cNvPr id="106686718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03673983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86007923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10484483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851396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09040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93456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88825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64375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77444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794555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587229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1497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83984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26977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717348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5711311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746620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49079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40588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88949286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8856226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9482832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29444018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455176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유니폼 수량 제한 예외 처리 신청</a:t>
            </a:r>
          </a:p>
        </p:txBody>
      </p:sp>
      <p:sp>
        <p:nvSpPr>
          <p:cNvPr id="61364928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3731741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</a:p>
        </p:txBody>
      </p:sp>
      <p:sp>
        <p:nvSpPr>
          <p:cNvPr id="17343436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131245720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482024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206923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5837748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</a:p>
        </p:txBody>
      </p:sp>
      <p:sp>
        <p:nvSpPr>
          <p:cNvPr id="32504514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7897902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010213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9467593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ITSM-111856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mobile goole push 변경 개발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ITSM-107346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ITSM-107346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DB PK 중복 에러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ITSM-112006 배포 수행</a:t>
            </a:r>
          </a:p>
        </p:txBody>
      </p:sp>
      <p:sp>
        <p:nvSpPr>
          <p:cNvPr id="104539606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81510163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58970767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62947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876802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7554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68082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055493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0665393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44552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426038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531744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3044331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973613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58184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140640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4778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509865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03321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075281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7854406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</a:p>
        </p:txBody>
      </p:sp>
      <p:sp>
        <p:nvSpPr>
          <p:cNvPr id="11334818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</a:p>
        </p:txBody>
      </p:sp>
      <p:sp>
        <p:nvSpPr>
          <p:cNvPr id="132394384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741960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378377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 작업 모니터링 및 녹화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IAM 및 서버 접속 연장 신청 및 정보보호서약서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'금융정보 취합 및 보고'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계정 'ocr_admin' PW 만료 예외 번복으로 인한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모든 인터페이스 RFC/IDOC 명 재확인 및 Excel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 점검' 작업 에러 확인 및 Outlook 재발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송</a:t>
            </a:r>
          </a:p>
        </p:txBody>
      </p:sp>
      <p:sp>
        <p:nvSpPr>
          <p:cNvPr id="8907241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89361483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5412484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21019676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1106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946180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44622769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</a:p>
        </p:txBody>
      </p:sp>
      <p:sp>
        <p:nvSpPr>
          <p:cNvPr id="75294748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</a:p>
        </p:txBody>
      </p:sp>
      <p:sp>
        <p:nvSpPr>
          <p:cNvPr id="33949322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6455825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49701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</a:p>
        </p:txBody>
      </p:sp>
      <p:sp>
        <p:nvSpPr>
          <p:cNvPr id="6790865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5893265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59759418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</a:p>
        </p:txBody>
      </p:sp>
      <p:sp>
        <p:nvSpPr>
          <p:cNvPr id="33340773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626026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7495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72947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943142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418336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03374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779164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69861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720836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319244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19556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84532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24905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105856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248694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0160065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987719708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1108102426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메뉴(작업계획리스트, 승인요청) -&gt;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작업(최소 기안 후 기안자만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전결근거 수정 가능하도록 수정)</a:t>
            </a:r>
          </a:p>
        </p:txBody>
      </p:sp>
      <p:sp>
        <p:nvSpPr>
          <p:cNvPr id="1992050088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6619074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09819689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정리중(한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1. 풋살장 신청서(마곡)2. 주차 신청서(마곡) 연락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처 삭제(개인정보라고 안된다고함), 사용일자체크, 사용예약내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역리스트, 동의서 변경, 메일내용 수정, 결재시 사용일정이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이상인 내역 팀장 결재라인 체크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ITSM-111894, ITSM-111905, ITSM-111918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ITSM-111924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ITSM-111947, ITSM-111969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ITSM-112047, ITSM-112045, ITSM-112051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ITSM-112096, ITSM-112108</a:t>
            </a:r>
          </a:p>
        </p:txBody>
      </p:sp>
      <p:sp>
        <p:nvSpPr>
          <p:cNvPr id="1650614506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986521099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837729939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194810958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6657010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4174621" name="Text">
    </p:cNvPr>
          <p:cNvSpPr>
            <a:spLocks noGrp="1"/>
          </p:cNvSpPr>
          <p:nvPr/>
        </p:nvSpPr>
        <p:spPr>
          <a:xfrm rot="0">
            <a:off x="97028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999534929" name="Text">
    </p:cNvPr>
          <p:cNvSpPr>
            <a:spLocks noGrp="1"/>
          </p:cNvSpPr>
          <p:nvPr/>
        </p:nvSpPr>
        <p:spPr>
          <a:xfrm rot="0">
            <a:off x="93345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177247043" name="Text">
    </p:cNvPr>
          <p:cNvSpPr>
            <a:spLocks noGrp="1"/>
          </p:cNvSpPr>
          <p:nvPr/>
        </p:nvSpPr>
        <p:spPr>
          <a:xfrm rot="0">
            <a:off x="5930900" y="37846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</a:p>
        </p:txBody>
      </p:sp>
      <p:sp>
        <p:nvSpPr>
          <p:cNvPr id="1748889207" name="Text">
    </p:cNvPr>
          <p:cNvSpPr>
            <a:spLocks noGrp="1"/>
          </p:cNvSpPr>
          <p:nvPr/>
        </p:nvSpPr>
        <p:spPr>
          <a:xfrm rot="0">
            <a:off x="5308600" y="37846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79544327" name="Text">
    </p:cNvPr>
          <p:cNvSpPr>
            <a:spLocks noGrp="1"/>
          </p:cNvSpPr>
          <p:nvPr/>
        </p:nvSpPr>
        <p:spPr>
          <a:xfrm rot="0">
            <a:off x="88900" y="37846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565293329" name="Text">
    </p:cNvPr>
          <p:cNvSpPr>
            <a:spLocks noGrp="1"/>
          </p:cNvSpPr>
          <p:nvPr/>
        </p:nvSpPr>
        <p:spPr>
          <a:xfrm rot="0">
            <a:off x="711200" y="37846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최종인증 평가 배치 대상 조회 조건 수정 ,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동 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[교육훈련 신청서] PSM 자체감사원 양성 및 Skill 향상을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위한 전문화 공급가액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ARO11-W-1002 Compressor 운전 지침 개정오류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출장비신청서 전자결재 요청시 오류 확인 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PSM 주요절차 동영상 제작 이후 LMS 등록관련 문의에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검토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등재요청(SOC-02-010) , 감사로 인한 긴급 개정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공지사항 게시 처리 요청.</a:t>
            </a:r>
          </a:p>
        </p:txBody>
      </p:sp>
      <p:sp>
        <p:nvSpPr>
          <p:cNvPr id="1100080318" name="Text">
    </p:cNvPr>
          <p:cNvSpPr>
            <a:spLocks noGrp="1"/>
          </p:cNvSpPr>
          <p:nvPr/>
        </p:nvSpPr>
        <p:spPr>
          <a:xfrm rot="0">
            <a:off x="44831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180230829" name="Text">
    </p:cNvPr>
          <p:cNvSpPr>
            <a:spLocks noGrp="1"/>
          </p:cNvSpPr>
          <p:nvPr/>
        </p:nvSpPr>
        <p:spPr>
          <a:xfrm rot="0">
            <a:off x="48514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669700877" name="Text">
    </p:cNvPr>
          <p:cNvSpPr>
            <a:spLocks noGrp="1"/>
          </p:cNvSpPr>
          <p:nvPr/>
        </p:nvSpPr>
        <p:spPr>
          <a:xfrm rot="0">
            <a:off x="41148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432054290" name="Text">
    </p:cNvPr>
          <p:cNvSpPr>
            <a:spLocks noGrp="1"/>
          </p:cNvSpPr>
          <p:nvPr/>
        </p:nvSpPr>
        <p:spPr>
          <a:xfrm rot="0">
            <a:off x="660400" y="37846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3419776" name="Text">
    </p:cNvPr>
          <p:cNvSpPr>
            <a:spLocks noGrp="1"/>
          </p:cNvSpPr>
          <p:nvPr/>
        </p:nvSpPr>
        <p:spPr>
          <a:xfrm rot="0">
            <a:off x="5880100" y="37846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8802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884445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994006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103677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747742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060981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36274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64889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303356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416609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0096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756141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9977760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650706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89388894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595352314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518776005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회계팀 요청 (재무프로세스) 전체 시나리오 10개 검출되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않는 시나리오 관련 점검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</a:p>
        </p:txBody>
      </p:sp>
      <p:sp>
        <p:nvSpPr>
          <p:cNvPr id="1465499135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19215962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06989681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재고 현황 리포트에 금액 단위 수정 및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인사후생팀 GCMS 프로그램 설치 오류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부산지사 판독기 회수 후 GCMS 에 데이터 가져올 때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상태 값이 회수 인 상품권 데이터에서 회수 정보 없는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품권 원인 확인 요청 및 데이터 정리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담당자 미팅 (업무 프로세스 및 인터페이스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관련 지원)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24년 어플리케이션 계정 유효성 검증 결과 처리 요청 (데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제공 및 처리)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입고 취소 권한 부여 및 공구실 자재 관련 재고 폐기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시나리오 실무 담당자 지정일 및 당시 소속 부서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회계팀 요청 (재무 프로세스) 전체 시나리오 10개 검출되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않는 시나리오 관련 점검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</a:p>
        </p:txBody>
      </p:sp>
      <p:sp>
        <p:nvSpPr>
          <p:cNvPr id="708338958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806650867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761098790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550481849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6713147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0150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78389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56284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308644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095349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827921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580973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317434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2630844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28041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054646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2913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44432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946741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19593253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718893330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868542225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[ITSM-111937] (e-Biz 및 IF 관련 VOC 조회 권한)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품질성적서 내 '품질적합여부' - 품질규격마스터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범위 기준 계산 (김인환 파트리더님) [ PKG_ ASSAY_CUSTM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AP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PRM 백업 업무 수행</a:t>
            </a:r>
          </a:p>
        </p:txBody>
      </p:sp>
      <p:sp>
        <p:nvSpPr>
          <p:cNvPr id="1818359433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54926437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076049332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ITSM-109350 PRM 품질성적서 제공 시스템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보완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품질성적서 내 '품질적합여부' - 품질규격마스터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범위 기준 계산 (김인환 파트리더님) [ PKG_ ASSAY_CUSTM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AP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수정('중복 및 광고') 및 삭제 시, 서버 Error 발생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[ 2024. 05. 27 적용 완료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HMP(홈페이지) 'Reply to your inquiry from S-OIL' VO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 지속 발생 건 확인 요청 (점검사항 공유 및 담당자 안내 후 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V240525-0000003-1 처리 담당자 메일 미수신 관련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[ITSM-111937] (e-Biz 및 IF 관련 VOC 조회 권한)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 [EMRO] LOPAS 애플리케이션 레벨 정기점검 </a:t>
            </a:r>
          </a:p>
        </p:txBody>
      </p:sp>
      <p:sp>
        <p:nvSpPr>
          <p:cNvPr id="1390859160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827372275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217384213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428295594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6047621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66756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68742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66307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9637867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101409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979492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72845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433857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733687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57543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99596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21465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13337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93484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340069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58744491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9763312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5월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</a:p>
        </p:txBody>
      </p:sp>
      <p:sp>
        <p:nvSpPr>
          <p:cNvPr id="85957372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498462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7575609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5월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ACE12 업그레이드를 위한 신규테스트 서버 구성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hostname, ip설정 협의</a:t>
            </a:r>
          </a:p>
        </p:txBody>
      </p:sp>
      <p:sp>
        <p:nvSpPr>
          <p:cNvPr id="211853824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7596802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7400462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</a:p>
        </p:txBody>
      </p:sp>
      <p:sp>
        <p:nvSpPr>
          <p:cNvPr id="14537687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70228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