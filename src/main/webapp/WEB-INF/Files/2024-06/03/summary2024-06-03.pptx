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53809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5537254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267452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85592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140619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42139487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91171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63445000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9771669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693611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5109727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57013375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8200464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9849082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02156698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779285589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1145599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2937447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489373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69846367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567509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403643038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1513273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7196481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14685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9564481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18242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497818245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158851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13224917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099147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83633392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0532546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972804501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8012211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2526523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79914251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30609130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9015581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21807838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26273855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22809540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807737330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048322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7995698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0275460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92852969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37229423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710307383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6860999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1474043119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9179036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918655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390197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2031385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342288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99341141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ITSM-111233 유니폼 수량 제한 예외 처리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'금융정보 취합 및 보고'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1. 풋살장 신청서(마곡)2. 주차 신청서(마곡)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주요절차 동영상 제작 이후 LMS 등록관련 문의에 대한 검토 및 회신</a:t>
            </a:r>
          </a:p>
        </p:txBody>
      </p:sp>
      <p:sp>
        <p:nvSpPr>
          <p:cNvPr id="953932680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997586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23332978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</a:p>
        </p:txBody>
      </p:sp>
      <p:sp>
        <p:nvSpPr>
          <p:cNvPr id="2027324091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31409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880209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6862716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339559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1757790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2905454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미수금/미수수익 계정의 반제항목 조회 프로그램 신규 생성(ZEAM8030)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대여잔액 및 연체현황 특별케이스 로직 추가 신규 생성(ZFIR1085)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T-Code ZPLER0200 검색속도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New Pension 가입가입자 선정 대상기간로직 변경</a:t>
            </a:r>
          </a:p>
        </p:txBody>
      </p:sp>
      <p:sp>
        <p:nvSpPr>
          <p:cNvPr id="207985002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5376875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1984688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</a:p>
        </p:txBody>
      </p:sp>
      <p:sp>
        <p:nvSpPr>
          <p:cNvPr id="176848386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75834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96718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584787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