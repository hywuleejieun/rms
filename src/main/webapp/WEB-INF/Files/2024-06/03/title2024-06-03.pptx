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[2024.05.28 ~ 2024.06.03]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6월 1주차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