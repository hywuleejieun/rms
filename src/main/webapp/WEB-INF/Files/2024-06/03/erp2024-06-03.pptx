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4398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9485228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546658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0572318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71136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3662159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350827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9847732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668685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83870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89626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6224353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886538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1645397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2025121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73279261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4402500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2907495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82500182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880680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미수금/미수수익 계정의 반제항목 조회 프로그램 신규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(ZEAM8030)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 체선료 집계 및 전표별 생성 로직 수정(ZFIR9114)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수출체선료 지급 전표 생성 로직 수정(ZFIR9124)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대여잔액 및 연체현황 특별케이스 로직 추가 신규 생성(ZF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IR1085)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법인세 신고 관련 업무용 승용차 비용집계 프로그램 SELE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CT 로직 변경(ZFIR6070)</a:t>
            </a:r>
          </a:p>
        </p:txBody>
      </p:sp>
      <p:sp>
        <p:nvSpPr>
          <p:cNvPr id="2936687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93396017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65948617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7539996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15826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92190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6990919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</a:p>
        </p:txBody>
      </p:sp>
      <p:sp>
        <p:nvSpPr>
          <p:cNvPr id="51786371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</a:p>
        </p:txBody>
      </p:sp>
      <p:sp>
        <p:nvSpPr>
          <p:cNvPr id="91931657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70282509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52436740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</a:p>
        </p:txBody>
      </p:sp>
      <p:sp>
        <p:nvSpPr>
          <p:cNvPr id="72509835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08810720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126882618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</a:p>
        </p:txBody>
      </p:sp>
      <p:sp>
        <p:nvSpPr>
          <p:cNvPr id="190890714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354725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4465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1572755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679398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850274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688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04348134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091712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70733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884655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962985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620425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597515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363306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648864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1771696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0260070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8459084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57432751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244760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4484786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BW시스템 프로젝트 관련 Request 전송 파일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전달(SHD -&gt; BWD)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PCE 프로젝트 BW시스템 SDA 설정 관련 요청 건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기존 배치잡에 프로그램 STEP 추가 및 재설정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업(ZTD_40_D_DELETE SHIP SCHEDULE)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 프로젝트중인 CTS 파일의 계속적인 크기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증가로 삭제작업 업무지원(삼성SDS)</a:t>
            </a:r>
          </a:p>
        </p:txBody>
      </p:sp>
      <p:sp>
        <p:nvSpPr>
          <p:cNvPr id="7911895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07734670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46536835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4133046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652036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601533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</a:p>
        </p:txBody>
      </p:sp>
      <p:sp>
        <p:nvSpPr>
          <p:cNvPr id="17410456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19343329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876842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86346101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6461620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5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6 공부하기</a:t>
            </a:r>
          </a:p>
        </p:txBody>
      </p:sp>
      <p:sp>
        <p:nvSpPr>
          <p:cNvPr id="24693989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115640169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98605383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</a:p>
        </p:txBody>
      </p:sp>
      <p:sp>
        <p:nvSpPr>
          <p:cNvPr id="196222080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334600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376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2835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66585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0543384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821722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3441542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1103291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096281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74726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868704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9811176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904894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57876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9253650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27748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br/>
          </a:p>
        </p:txBody>
      </p:sp>
      <p:sp>
        <p:nvSpPr>
          <p:cNvPr id="136944197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30288876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7269074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89858872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6826566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46141090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br/>
          </a:p>
        </p:txBody>
      </p:sp>
      <p:sp>
        <p:nvSpPr>
          <p:cNvPr id="1572599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br/>
            <a:br/>
          </a:p>
        </p:txBody>
      </p:sp>
      <p:sp>
        <p:nvSpPr>
          <p:cNvPr id="119325878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203884685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202223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382137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69163167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</a:p>
        </p:txBody>
      </p:sp>
      <p:sp>
        <p:nvSpPr>
          <p:cNvPr id="165833854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개발- []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주택자금 / 생활안정자금 승인/반려시 메일발송</a:t>
            </a:r>
          </a:p>
        </p:txBody>
      </p:sp>
      <p:sp>
        <p:nvSpPr>
          <p:cNvPr id="161012731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63665774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5709848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[ITSM-111797] 경조금신청서 항목 숨김 및 정렬순서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경- 2024년 특별휴가 보상 데이터 전수 검사(1443건)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[ITSM-111843] 퇴직자 생활안정자금 중도상환 신청 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록- [ITSM-111789]New Pension 가입가입자 선정 대상기간로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직 변경- 단축근무자의 연차발생갯수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[ITSM-111787] 자격면허등록 2차 결재요청 이메일 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림- [ITSM-111969] New healthcare 결재 문서 삭제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변동공제 조회 관련 문의 안내- 특근과다발생 안내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발송 문의 대응- 인사원장 variant 운영관련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</a:t>
            </a:r>
          </a:p>
        </p:txBody>
      </p:sp>
      <p:sp>
        <p:nvSpPr>
          <p:cNvPr id="55333149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9236832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8380262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4541675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324787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5098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020615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90066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121628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7395309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3729511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7102659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947731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22872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0591531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559304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74039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04846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496010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202220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122982244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</a:p>
        </p:txBody>
      </p:sp>
      <p:sp>
        <p:nvSpPr>
          <p:cNvPr id="109957824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50%</a:t>
            </a:r>
          </a:p>
        </p:txBody>
      </p:sp>
      <p:sp>
        <p:nvSpPr>
          <p:cNvPr id="134737977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39212453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85511619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PA30 - 0105 (통신) 일부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Total Reward Dashboard 데이터 다운로드 요청</a:t>
            </a:r>
          </a:p>
        </p:txBody>
      </p:sp>
      <p:sp>
        <p:nvSpPr>
          <p:cNvPr id="5744972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5572006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5/27</a:t>
            </a:r>
            <a:br/>
          </a:p>
        </p:txBody>
      </p:sp>
      <p:sp>
        <p:nvSpPr>
          <p:cNvPr id="168148909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37741485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787018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15995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59094890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10735007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44098165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48071034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84329930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 FNL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ITSM-111624수출신고 관련 T-CODE 에러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ITSM-111867T-Code ZPLER0200 검색속도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ITSM-112024ZTDR5130 수송비 정산 화면 수정</a:t>
            </a:r>
          </a:p>
        </p:txBody>
      </p:sp>
      <p:sp>
        <p:nvSpPr>
          <p:cNvPr id="19811606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71765782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08192228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40434177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241671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