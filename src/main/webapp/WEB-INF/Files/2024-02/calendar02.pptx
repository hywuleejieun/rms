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>
      <p:cViewPr varScale="1">
        <p:scale>
          <a:sx n="84" d="100"/>
          <a:sy n="84" d="100"/>
        </p:scale>
        <p:origin x="744" y="84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2024-02-01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855777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firstRow="1" band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kumimoji="1" lang="ko-KR" altLang="en-US" sz="900" b="0" i="0" dirty="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kumimoji="1" lang="ko-KR" altLang="en-US" sz="900" b="0" i="0" dirty="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6" marB="45716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설날 연휴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설날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설날연휴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대체휴일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kumimoji="1" lang="ko-KR" altLang="en-US" sz="900" b="0" i="0" baseline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kumimoji="1" lang="ko-KR" altLang="en-US" sz="900" b="0" i="0" baseline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kumimoji="1" lang="ko-KR" altLang="en-US" sz="900" b="0" i="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577" tIns="45789" rIns="91577" bIns="45789" anchor="ctr">
            <a:noAutofit/>
          </a:bodyPr>
          <a:lstStyle/>
          <a:p>
            <a:pPr marL="385813" lvl="0" indent="-385813" algn="l" defTabSz="58846888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kumimoji="1" lang="ko-KR" altLang="en-US" sz="1600" b="1" i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kumimoji="1" lang="ko-KR" altLang="en-US" sz="900" b="0" i="0" dirty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kumimoji="1" lang="ko-KR" altLang="en-US" sz="900" b="0" i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lvl="0" indent="0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kumimoji="1" lang="ko-KR" altLang="en-US" sz="900" b="0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86</Words>
  <Application>Microsoft Office PowerPoint</Application>
  <PresentationFormat>사용자 지정</PresentationFormat>
  <Paragraphs>51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kr052063</dc:creator>
  <cp:lastModifiedBy>이지은(Staff)</cp:lastModifiedBy>
  <cp:revision>20</cp:revision>
  <dcterms:modified xsi:type="dcterms:W3CDTF">2024-02-01T01:01:26Z</dcterms:modified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2024-02-01T01:01:26Z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6ba95161-cdf1-4fe7-aaed-d4f7286b3952</vt:lpwstr>
  </property>
  <property fmtid="{D5CDD505-2E9C-101B-9397-08002B2CF9AE}" pid="8" name="MSIP_Label_a567d48d-774c-44e2-a79a-7d15724a8f35_ContentBits">
    <vt:lpwstr>3</vt:lpwstr>
  </property>
</Properties>
</file>