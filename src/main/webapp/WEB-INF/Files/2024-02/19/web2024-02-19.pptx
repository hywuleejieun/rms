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0907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027738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43762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371450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535946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5666141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2447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80672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8131757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285817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83286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577699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221201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7095716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07786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78592449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9696776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사후적립 조회필드변경 및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홍보물 신청시 요청사항 기재란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</a:p>
        </p:txBody>
      </p:sp>
      <p:sp>
        <p:nvSpPr>
          <p:cNvPr id="154020927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11308896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81402657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사후적립 분석요청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사후적립 조회필드변경 및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홍보물 신청시 요청사항 기재란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취소건 확인요청-(이승현 매니저)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</a:p>
        </p:txBody>
      </p:sp>
      <p:sp>
        <p:nvSpPr>
          <p:cNvPr id="17665837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60036170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57947772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1872219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429963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13578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5604872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2733722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164218390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5361667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28750467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RTDB Receive Scheduler 변경- RTDB(Tunneller)  -&gt;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New RTDB(OPC HDA)</a:t>
            </a:r>
          </a:p>
        </p:txBody>
      </p:sp>
      <p:sp>
        <p:nvSpPr>
          <p:cNvPr id="11099853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179458011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84935013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br/>
          </a:p>
        </p:txBody>
      </p:sp>
      <p:sp>
        <p:nvSpPr>
          <p:cNvPr id="27095149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937119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0300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74075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599452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749674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3064994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797138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140704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16304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5727355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875451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800321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52364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16339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890459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22630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97553867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3723567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</a:p>
        </p:txBody>
      </p:sp>
      <p:sp>
        <p:nvSpPr>
          <p:cNvPr id="49858395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11202595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266027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소스 추가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</a:p>
        </p:txBody>
      </p:sp>
      <p:sp>
        <p:nvSpPr>
          <p:cNvPr id="29067760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8396420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48751376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</a:p>
        </p:txBody>
      </p:sp>
      <p:sp>
        <p:nvSpPr>
          <p:cNvPr id="1014943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49522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510927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19469889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39535565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</a:p>
        </p:txBody>
      </p:sp>
      <p:sp>
        <p:nvSpPr>
          <p:cNvPr id="184202651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8283553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585708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ITSM-107111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ITSM-107334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수정</a:t>
            </a:r>
            <a:br/>
          </a:p>
        </p:txBody>
      </p:sp>
      <p:sp>
        <p:nvSpPr>
          <p:cNvPr id="56404175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34609543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54766524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5537683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673285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79223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512711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023305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007376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213886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559099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656467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09465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98683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57245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637559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488550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14106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54019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60753472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841997535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</a:p>
        </p:txBody>
      </p:sp>
      <p:sp>
        <p:nvSpPr>
          <p:cNvPr id="356280875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외화지급계좌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</a:p>
        </p:txBody>
      </p:sp>
      <p:sp>
        <p:nvSpPr>
          <p:cNvPr id="874600419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93673804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309782039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A11 -&gt; A360 '회계팀 - #1 회계지급계좌 증빙대사' 작업 Migra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tion 테스트, 수정 +) vbs Migration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'환율주가 SMS 송부' 작업 수행을 위한 수행중작업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예약작업 중단. +) 후에 추가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'생산조전팀-전표처리' 작업 SAP 결제 파일 문제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 및 담당자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자금운영팀 A11 -&gt; A360 RPA Migration 예정 안내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일정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외화지급계좌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         - MetaBot 및 vbs 가 작동 불가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  +) Migration NAVER OCR API 구동 불가        원인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테스트           - CMD, jar 분석    +) jdk 11 설치 및 환경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로그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'회계지급전표 증빙대사' 작업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'법인영업팀-항공급유 매출입력' 지속적으로 안되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작업 -&gt; 삭제대상 루틴 (현업 모름 확인필요)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'외화지급계좌 증빙대사' 작업 Migration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완료 및 안내메일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계정관리] 담당자 휴가 백업</a:t>
            </a:r>
          </a:p>
        </p:txBody>
      </p:sp>
      <p:sp>
        <p:nvSpPr>
          <p:cNvPr id="940242636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11816801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480850324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462518659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8887595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15914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843120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889310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109310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934685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2428328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167760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49343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19578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29649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69178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02345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03316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572100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5283596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1001849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202812799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인감날인 신청서(부서용)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</a:p>
        </p:txBody>
      </p:sp>
      <p:sp>
        <p:nvSpPr>
          <p:cNvPr id="19481594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2852280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932878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인감날인 신청서(부서용)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</a:p>
        </p:txBody>
      </p:sp>
      <p:sp>
        <p:nvSpPr>
          <p:cNvPr id="153548413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5344981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20257496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0430682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42451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146958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74222254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29799045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편의성 수정 및 취약점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전자결재 관련 업무분석</a:t>
            </a:r>
            <a:br/>
          </a:p>
        </p:txBody>
      </p:sp>
      <p:sp>
        <p:nvSpPr>
          <p:cNvPr id="206272564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8827283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9410355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1. DB테이블 및 OSPM 페이지내에 작업된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버 코드내역들 분석정리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2. 작업 후 운영에 반영하는 데이터 내역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3. 취약점 재점검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4. 작업계획서 -&gt; 작업계획관리 -&gt; 승인요청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수신처 추가오류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[maxAmt 변수 크기 변경(코드+프로시저)]</a:t>
            </a:r>
            <a:br/>
          </a:p>
        </p:txBody>
      </p:sp>
      <p:sp>
        <p:nvSpPr>
          <p:cNvPr id="134786540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  <a:br/>
            <a:br/>
            <a:br/>
            <a:br/>
          </a:p>
        </p:txBody>
      </p:sp>
      <p:sp>
        <p:nvSpPr>
          <p:cNvPr id="106294726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  <a:br/>
            <a:br/>
            <a:br/>
            <a:br/>
          </a:p>
        </p:txBody>
      </p:sp>
      <p:sp>
        <p:nvSpPr>
          <p:cNvPr id="164339164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br/>
            <a:br/>
            <a:br/>
            <a:br/>
            <a:br/>
          </a:p>
        </p:txBody>
      </p:sp>
      <p:sp>
        <p:nvSpPr>
          <p:cNvPr id="47667928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686846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48698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949681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49921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944737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617424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153804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826263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400992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895609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575257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3114688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04110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791663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29462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4694095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</a:p>
        </p:txBody>
      </p:sp>
      <p:sp>
        <p:nvSpPr>
          <p:cNvPr id="93227701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br/>
          </a:p>
        </p:txBody>
      </p:sp>
      <p:sp>
        <p:nvSpPr>
          <p:cNvPr id="20660955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회사필수 공통지식 강의 영상 다운시 WAS 부하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발생을 회피하기 위한  WEB서버에서 WAS 서버를 통하지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정적 다운로드 방안 검토</a:t>
            </a:r>
          </a:p>
        </p:txBody>
      </p:sp>
      <p:sp>
        <p:nvSpPr>
          <p:cNvPr id="203024765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2248146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7894446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ERS규정관리 권한 부여(탈황1팀-강기태)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ALK1-P-7302 잘못 폐기된 문서 원복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스킬셋 자동메일링 내용 일부 수정 요청적용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회사필수공통지식 강의 영상 업도르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문서 폴더이동 및 문서번호 변경관련 부서지침서 ROOT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값 업데이트 (ALK1-W-7305,7405)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유밥 스마트러닝 데이터 연계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학습자료실-2024년 회사필수 공통지식 강의 영상 다운로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드로 인한 HQLMSWEB1 WAS 서버 부하 발생. LMS DB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커넥션풀 자원 부족현상 발생. 업로듸된 2024년 회사필수 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통지식 강의 영상 제거 후 서버 재부팅 요청 처리</a:t>
            </a:r>
          </a:p>
        </p:txBody>
      </p:sp>
      <p:sp>
        <p:nvSpPr>
          <p:cNvPr id="105622823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</a:p>
        </p:txBody>
      </p:sp>
      <p:sp>
        <p:nvSpPr>
          <p:cNvPr id="16086136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</a:p>
        </p:txBody>
      </p:sp>
      <p:sp>
        <p:nvSpPr>
          <p:cNvPr id="5223421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</a:p>
        </p:txBody>
      </p:sp>
      <p:sp>
        <p:nvSpPr>
          <p:cNvPr id="12141967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36680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65228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6289152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95183598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사이버보안 컴플라이언스 점검 개선 계획 및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</a:p>
        </p:txBody>
      </p:sp>
      <p:sp>
        <p:nvSpPr>
          <p:cNvPr id="30294505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13766680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226699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할당시 로트 번호 할당 로직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교환판매시 상품권 상태 값 관련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사이버보안 컴플라이언스 점검 개선 계획 및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매출채권 담보가액을 초과한 거래처 시나리오 단기여신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ETL 오류 확인 요청</a:t>
            </a:r>
          </a:p>
        </p:txBody>
      </p:sp>
      <p:sp>
        <p:nvSpPr>
          <p:cNvPr id="102275433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51027837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95286806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05089202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685574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4734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02157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94750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920013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1662564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025388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18648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35690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851445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95264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737306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79605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9911135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10108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23307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br/>
          </a:p>
        </p:txBody>
      </p:sp>
      <p:sp>
        <p:nvSpPr>
          <p:cNvPr id="11099146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br/>
          </a:p>
        </p:txBody>
      </p:sp>
      <p:sp>
        <p:nvSpPr>
          <p:cNvPr id="134256070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현황, 코드명 및 검색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조건 입력 시 search 늦어지는 현상 확인 및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검</a:t>
            </a:r>
            <a:br/>
          </a:p>
        </p:txBody>
      </p:sp>
      <p:sp>
        <p:nvSpPr>
          <p:cNvPr id="54635389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88818614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3388442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관리자 &gt; 스케쥴러 관리 / 배치 관리 최신화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연결 확인 /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현황, 코드명 및 검색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조건 입력 시 search 늦어지는 현상 확인 및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검</a:t>
            </a:r>
            <a:br/>
          </a:p>
        </p:txBody>
      </p:sp>
      <p:sp>
        <p:nvSpPr>
          <p:cNvPr id="19423540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br/>
          </a:p>
        </p:txBody>
      </p:sp>
      <p:sp>
        <p:nvSpPr>
          <p:cNvPr id="145798245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br/>
          </a:p>
        </p:txBody>
      </p:sp>
      <p:sp>
        <p:nvSpPr>
          <p:cNvPr id="210969746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br/>
          </a:p>
        </p:txBody>
      </p:sp>
      <p:sp>
        <p:nvSpPr>
          <p:cNvPr id="19899518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89680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241339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1117260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</a:p>
        </p:txBody>
      </p:sp>
      <p:sp>
        <p:nvSpPr>
          <p:cNvPr id="14558838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GE APM Connector (Support Package) 설치에 따른 I/F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서비스 확인</a:t>
            </a:r>
          </a:p>
        </p:txBody>
      </p:sp>
      <p:sp>
        <p:nvSpPr>
          <p:cNvPr id="193467417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772598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6574170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9692516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27766827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06480489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5206358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017430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