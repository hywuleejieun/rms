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9157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07051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56084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32191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27879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494299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97704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075732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30608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43802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447426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78252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22016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58919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50744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5653744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20231721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6170634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4778027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67413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연휴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개발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가수정(필드변경, 레이아웃 변경)(ZFIR6070)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펌뱅킹 금융기관 업무 중지 요청 개발(ZTRR1015, ZNF_G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F_SEND_DACOM)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Eopffice 보육비 전표생성 코스트센터 변경(ZFI_RFC_RE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CEIVE_POSTING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 생성 인터페이스 오류 분석 및 사업자번호 주민등록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중복체크 로직 추가(ZFIR9057,ZFI_ RFC_VENDOR_C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ONF)</a:t>
            </a:r>
          </a:p>
        </p:txBody>
      </p:sp>
      <p:sp>
        <p:nvSpPr>
          <p:cNvPr id="12273888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135747322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1189063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19983013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765565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72547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4024342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204473892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업무인수인계(ABAP )</a:t>
            </a:r>
          </a:p>
        </p:txBody>
      </p:sp>
      <p:sp>
        <p:nvSpPr>
          <p:cNvPr id="9707708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076441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84574316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뉴펜션 운용기관 변경신청서 첨부 문서 일괄 출력 메뉴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종 지원금액 수정 전표처리오류건 HCM내부 최종승인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청의건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업무인수인계(SAPUI5 , Odata )</a:t>
            </a:r>
          </a:p>
        </p:txBody>
      </p:sp>
      <p:sp>
        <p:nvSpPr>
          <p:cNvPr id="3848759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22885709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0229</a:t>
            </a:r>
            <a:br/>
          </a:p>
        </p:txBody>
      </p:sp>
      <p:sp>
        <p:nvSpPr>
          <p:cNvPr id="46442321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17982540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381566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4545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48392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16166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882851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830821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786837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45773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479893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68397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088693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60831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17376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37623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12577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53743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59311908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19139416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</a:p>
        </p:txBody>
      </p:sp>
      <p:sp>
        <p:nvSpPr>
          <p:cNvPr id="4324062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006352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0164842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세금계산서 수정계산서 발행 지정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</a:p>
        </p:txBody>
      </p:sp>
      <p:sp>
        <p:nvSpPr>
          <p:cNvPr id="18312093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52908010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64879446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6836465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18697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299673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</a:p>
        </p:txBody>
      </p:sp>
      <p:sp>
        <p:nvSpPr>
          <p:cNvPr id="123302168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</a:p>
        </p:txBody>
      </p:sp>
      <p:sp>
        <p:nvSpPr>
          <p:cNvPr id="49322638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71482580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9819702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5234506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HCM운영/개발과 S-IMOMS 연동을 위한 RFC DESTINATI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 신규 설정등록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GE APM Connector(Support Package) 설치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업무지원</a:t>
            </a:r>
          </a:p>
        </p:txBody>
      </p:sp>
      <p:sp>
        <p:nvSpPr>
          <p:cNvPr id="9399835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02/17</a:t>
            </a:r>
            <a:br/>
            <a:br/>
          </a:p>
        </p:txBody>
      </p:sp>
      <p:sp>
        <p:nvSpPr>
          <p:cNvPr id="124044006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02/17</a:t>
            </a:r>
            <a:br/>
            <a:br/>
          </a:p>
        </p:txBody>
      </p:sp>
      <p:sp>
        <p:nvSpPr>
          <p:cNvPr id="206197648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184022839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275654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58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64806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6995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8644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84562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975961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056443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14802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52081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09898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731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97526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935711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330208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601103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8729420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5060914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8740522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313458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286146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09892610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4568502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7589472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191335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9553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59788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</a:p>
        </p:txBody>
      </p:sp>
      <p:sp>
        <p:nvSpPr>
          <p:cNvPr id="94295032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6390392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향후 진행해야할 운영업무 파악                 (근태와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출입관리시스템 자동연동 등)</a:t>
            </a:r>
          </a:p>
        </p:txBody>
      </p:sp>
      <p:sp>
        <p:nvSpPr>
          <p:cNvPr id="182699111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9170515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11856118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PC 세팅 : SAP GUI  및 VDI 접속환경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HCM 소개 및 Fiori 개발환경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Fiori 운영관련 소스 구조 소개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oData 운영관련 소스 구조 소개 </a:t>
            </a:r>
          </a:p>
        </p:txBody>
      </p:sp>
      <p:sp>
        <p:nvSpPr>
          <p:cNvPr id="29468948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3561305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50683370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4400141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61828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2494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8433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036340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31703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837331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328265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68973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50826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85459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78830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40867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41165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9586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69090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62073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4603470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</a:p>
        </p:txBody>
      </p:sp>
      <p:sp>
        <p:nvSpPr>
          <p:cNvPr id="10425709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퇴직급여명세서 내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계산 관련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</a:p>
        </p:txBody>
      </p:sp>
      <p:sp>
        <p:nvSpPr>
          <p:cNvPr id="93448251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034581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319717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퇴직급여명세서 내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계산 관련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자료 점검 모니터링 기능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의료비 중간결재자 추가 요청건</a:t>
            </a:r>
          </a:p>
        </p:txBody>
      </p:sp>
      <p:sp>
        <p:nvSpPr>
          <p:cNvPr id="4542828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8827225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9959033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36299362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51732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6913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3939316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18640397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ITSM-107227Vessel 출하건에 대해 Master 가격그룹과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동일적용 요청--- 씨앤에스에너지(주)- 2/14 수정</a:t>
            </a:r>
          </a:p>
        </p:txBody>
      </p:sp>
      <p:sp>
        <p:nvSpPr>
          <p:cNvPr id="19794822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46810149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050967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ITSM-107227Vessel 출하건에 대해 Master 가격그룹과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동일적용 요청--- 씨앤에스에너지(주)- 2/14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ITSM-107292EWS "매출채권이 담보가액을 초과한 거래처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" 시나리오 관련 로직 수정 요청-2/15 수정</a:t>
            </a:r>
          </a:p>
        </p:txBody>
      </p:sp>
      <p:sp>
        <p:nvSpPr>
          <p:cNvPr id="157561637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2835196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</a:p>
        </p:txBody>
      </p:sp>
      <p:sp>
        <p:nvSpPr>
          <p:cNvPr id="164437432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</a:p>
        </p:txBody>
      </p:sp>
      <p:sp>
        <p:nvSpPr>
          <p:cNvPr id="1842575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91477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