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18007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13203847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491096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47463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708835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3685135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460223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68708270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6568721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2442478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54031828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6709590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7177125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77854634" name="Frame"/>
          <p:cNvSpPr>
            <a:spLocks noGrp="1"/>
          </p:cNvSpPr>
          <p:nvPr/>
        </p:nvSpPr>
        <p:spPr>
          <a:xfrm>
            <a:off x="25400" y="55499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25354089" name="Text">
    </p:cNvPr>
          <p:cNvSpPr>
            <a:spLocks noGrp="1"/>
          </p:cNvSpPr>
          <p:nvPr/>
        </p:nvSpPr>
        <p:spPr>
          <a:xfrm rot="0">
            <a:off x="152400" y="5575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55337691" name="Text">
    </p:cNvPr>
          <p:cNvSpPr>
            <a:spLocks noGrp="1"/>
          </p:cNvSpPr>
          <p:nvPr/>
        </p:nvSpPr>
        <p:spPr>
          <a:xfrm rot="0">
            <a:off x="6451600" y="6108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7663583" name="Text">
    </p:cNvPr>
          <p:cNvSpPr>
            <a:spLocks noGrp="1"/>
          </p:cNvSpPr>
          <p:nvPr/>
        </p:nvSpPr>
        <p:spPr>
          <a:xfrm rot="0">
            <a:off x="2057400" y="6108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2365625" name="Text">
    </p:cNvPr>
          <p:cNvSpPr>
            <a:spLocks noGrp="1"/>
          </p:cNvSpPr>
          <p:nvPr/>
        </p:nvSpPr>
        <p:spPr>
          <a:xfrm rot="0">
            <a:off x="101600" y="6108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2692469" name="Text">
    </p:cNvPr>
          <p:cNvSpPr>
            <a:spLocks noGrp="1"/>
          </p:cNvSpPr>
          <p:nvPr/>
        </p:nvSpPr>
        <p:spPr>
          <a:xfrm rot="0">
            <a:off x="101600" y="5867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368862643" name="Text">
    </p:cNvPr>
          <p:cNvSpPr>
            <a:spLocks noGrp="1"/>
          </p:cNvSpPr>
          <p:nvPr/>
        </p:nvSpPr>
        <p:spPr>
          <a:xfrm rot="0">
            <a:off x="2057400" y="5867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55333284" name="Text">
    </p:cNvPr>
          <p:cNvSpPr>
            <a:spLocks noGrp="1"/>
          </p:cNvSpPr>
          <p:nvPr/>
        </p:nvSpPr>
        <p:spPr>
          <a:xfrm rot="0">
            <a:off x="6451600" y="5867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973305089" name="Text">
    </p:cNvPr>
          <p:cNvSpPr>
            <a:spLocks noGrp="1"/>
          </p:cNvSpPr>
          <p:nvPr/>
        </p:nvSpPr>
        <p:spPr>
          <a:xfrm rot="0">
            <a:off x="101600" y="6400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7833177" name="Text">
    </p:cNvPr>
          <p:cNvSpPr>
            <a:spLocks noGrp="1"/>
          </p:cNvSpPr>
          <p:nvPr/>
        </p:nvSpPr>
        <p:spPr>
          <a:xfrm rot="0">
            <a:off x="6451600" y="6400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3798249" name="Text">
    </p:cNvPr>
          <p:cNvSpPr>
            <a:spLocks noGrp="1"/>
          </p:cNvSpPr>
          <p:nvPr/>
        </p:nvSpPr>
        <p:spPr>
          <a:xfrm rot="0">
            <a:off x="2057400" y="6400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9370469" name="Text">
    </p:cNvPr>
          <p:cNvSpPr>
            <a:spLocks noGrp="1"/>
          </p:cNvSpPr>
          <p:nvPr/>
        </p:nvSpPr>
        <p:spPr>
          <a:xfrm rot="0">
            <a:off x="1244600" y="6400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5114554" name="Text">
    </p:cNvPr>
          <p:cNvSpPr>
            <a:spLocks noGrp="1"/>
          </p:cNvSpPr>
          <p:nvPr/>
        </p:nvSpPr>
        <p:spPr>
          <a:xfrm rot="0">
            <a:off x="1244600" y="6108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234854" name="Text">
    </p:cNvPr>
          <p:cNvSpPr>
            <a:spLocks noGrp="1"/>
          </p:cNvSpPr>
          <p:nvPr/>
        </p:nvSpPr>
        <p:spPr>
          <a:xfrm rot="0">
            <a:off x="1244600" y="5867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261161473" name="Text">
    </p:cNvPr>
          <p:cNvSpPr>
            <a:spLocks noGrp="1"/>
          </p:cNvSpPr>
          <p:nvPr/>
        </p:nvSpPr>
        <p:spPr>
          <a:xfrm rot="0">
            <a:off x="8102600" y="6400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6179974" name="Text">
    </p:cNvPr>
          <p:cNvSpPr>
            <a:spLocks noGrp="1"/>
          </p:cNvSpPr>
          <p:nvPr/>
        </p:nvSpPr>
        <p:spPr>
          <a:xfrm rot="0">
            <a:off x="8102600" y="5867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17356405" name="Text">
    </p:cNvPr>
          <p:cNvSpPr>
            <a:spLocks noGrp="1"/>
          </p:cNvSpPr>
          <p:nvPr/>
        </p:nvSpPr>
        <p:spPr>
          <a:xfrm rot="0">
            <a:off x="8102600" y="6108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493269" name="Frame"/>
          <p:cNvSpPr>
            <a:spLocks noGrp="1"/>
          </p:cNvSpPr>
          <p:nvPr/>
        </p:nvSpPr>
        <p:spPr>
          <a:xfrm>
            <a:off x="101600" y="3136900"/>
            <a:ext cx="9779000" cy="224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32789010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9385670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144858871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98764158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6607815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853624548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18978565" name="Frame"/>
          <p:cNvSpPr>
            <a:spLocks noGrp="1"/>
          </p:cNvSpPr>
          <p:nvPr/>
        </p:nvSpPr>
        <p:spPr>
          <a:xfrm>
            <a:off x="165100" y="4457700"/>
            <a:ext cx="9664700" cy="927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65027592" name="Text">
    </p:cNvPr>
          <p:cNvSpPr>
            <a:spLocks noGrp="1"/>
          </p:cNvSpPr>
          <p:nvPr/>
        </p:nvSpPr>
        <p:spPr>
          <a:xfrm rot="0">
            <a:off x="165100" y="44323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96383309" name="Text">
    </p:cNvPr>
          <p:cNvSpPr>
            <a:spLocks noGrp="1"/>
          </p:cNvSpPr>
          <p:nvPr/>
        </p:nvSpPr>
        <p:spPr>
          <a:xfrm rot="0">
            <a:off x="965200" y="44831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2024년 회사필수 공통지식 강의 영상 다운시 WAS 부하 발생을 회피하기 위한  WEB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서버에서 WAS 서버를 통하지 않는 정적 다운로드 방안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692371962" name="Text">
    </p:cNvPr>
          <p:cNvSpPr>
            <a:spLocks noGrp="1"/>
          </p:cNvSpPr>
          <p:nvPr/>
        </p:nvSpPr>
        <p:spPr>
          <a:xfrm rot="0">
            <a:off x="7239000" y="44831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68233909" name="Text">
    </p:cNvPr>
          <p:cNvSpPr>
            <a:spLocks noGrp="1"/>
          </p:cNvSpPr>
          <p:nvPr/>
        </p:nvSpPr>
        <p:spPr>
          <a:xfrm rot="0">
            <a:off x="5549900" y="44831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328775329" name="Text">
    </p:cNvPr>
          <p:cNvSpPr>
            <a:spLocks noGrp="1"/>
          </p:cNvSpPr>
          <p:nvPr/>
        </p:nvSpPr>
        <p:spPr>
          <a:xfrm rot="0">
            <a:off x="901700" y="44323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2405137" name="Text">
    </p:cNvPr>
          <p:cNvSpPr>
            <a:spLocks noGrp="1"/>
          </p:cNvSpPr>
          <p:nvPr/>
        </p:nvSpPr>
        <p:spPr>
          <a:xfrm rot="0">
            <a:off x="6121400" y="44323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945938" name="Text">
    </p:cNvPr>
          <p:cNvSpPr>
            <a:spLocks noGrp="1"/>
          </p:cNvSpPr>
          <p:nvPr/>
        </p:nvSpPr>
        <p:spPr>
          <a:xfrm rot="0">
            <a:off x="5549900" y="44323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5940632" name="Frame"/>
          <p:cNvSpPr>
            <a:spLocks noGrp="1"/>
          </p:cNvSpPr>
          <p:nvPr/>
        </p:nvSpPr>
        <p:spPr>
          <a:xfrm>
            <a:off x="165100" y="37592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19107136" name="Text">
    </p:cNvPr>
          <p:cNvSpPr>
            <a:spLocks noGrp="1"/>
          </p:cNvSpPr>
          <p:nvPr/>
        </p:nvSpPr>
        <p:spPr>
          <a:xfrm rot="0">
            <a:off x="165100" y="37592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15882230" name="Text">
    </p:cNvPr>
          <p:cNvSpPr>
            <a:spLocks noGrp="1"/>
          </p:cNvSpPr>
          <p:nvPr/>
        </p:nvSpPr>
        <p:spPr>
          <a:xfrm rot="0">
            <a:off x="965200" y="38354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105101386" name="Text">
    </p:cNvPr>
          <p:cNvSpPr>
            <a:spLocks noGrp="1"/>
          </p:cNvSpPr>
          <p:nvPr/>
        </p:nvSpPr>
        <p:spPr>
          <a:xfrm rot="0">
            <a:off x="7239000" y="38354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58038239" name="Text">
    </p:cNvPr>
          <p:cNvSpPr>
            <a:spLocks noGrp="1"/>
          </p:cNvSpPr>
          <p:nvPr/>
        </p:nvSpPr>
        <p:spPr>
          <a:xfrm rot="0">
            <a:off x="5549900" y="38354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066098659" name="Text">
    </p:cNvPr>
          <p:cNvSpPr>
            <a:spLocks noGrp="1"/>
          </p:cNvSpPr>
          <p:nvPr/>
        </p:nvSpPr>
        <p:spPr>
          <a:xfrm rot="0">
            <a:off x="901700" y="37592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6570109" name="Text">
    </p:cNvPr>
          <p:cNvSpPr>
            <a:spLocks noGrp="1"/>
          </p:cNvSpPr>
          <p:nvPr/>
        </p:nvSpPr>
        <p:spPr>
          <a:xfrm rot="0">
            <a:off x="6121400" y="37592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274731" name="Text">
    </p:cNvPr>
          <p:cNvSpPr>
            <a:spLocks noGrp="1"/>
          </p:cNvSpPr>
          <p:nvPr/>
        </p:nvSpPr>
        <p:spPr>
          <a:xfrm rot="0">
            <a:off x="5549900" y="37592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6629869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67182086" name="Frame"/>
          <p:cNvSpPr>
            <a:spLocks noGrp="1"/>
          </p:cNvSpPr>
          <p:nvPr/>
        </p:nvSpPr>
        <p:spPr>
          <a:xfrm>
            <a:off x="152400" y="22225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69864396" name="Text">
    </p:cNvPr>
          <p:cNvSpPr>
            <a:spLocks noGrp="1"/>
          </p:cNvSpPr>
          <p:nvPr/>
        </p:nvSpPr>
        <p:spPr>
          <a:xfrm rot="0">
            <a:off x="152400" y="2197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15675783" name="Text">
    </p:cNvPr>
          <p:cNvSpPr>
            <a:spLocks noGrp="1"/>
          </p:cNvSpPr>
          <p:nvPr/>
        </p:nvSpPr>
        <p:spPr>
          <a:xfrm rot="0">
            <a:off x="952500" y="22479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'법인영업팀-항공급유 매출입력' 지속적으로 안되는 작업 -&gt; 삭제대상 루틴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(현업 모름 확인필요)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1월 Monthly Accountability Report 생성</a:t>
            </a:r>
          </a:p>
        </p:txBody>
      </p:sp>
      <p:sp>
        <p:nvSpPr>
          <p:cNvPr id="1981826697" name="Text">
    </p:cNvPr>
          <p:cNvSpPr>
            <a:spLocks noGrp="1"/>
          </p:cNvSpPr>
          <p:nvPr/>
        </p:nvSpPr>
        <p:spPr>
          <a:xfrm rot="0">
            <a:off x="7226300" y="22479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14094235" name="Text">
    </p:cNvPr>
          <p:cNvSpPr>
            <a:spLocks noGrp="1"/>
          </p:cNvSpPr>
          <p:nvPr/>
        </p:nvSpPr>
        <p:spPr>
          <a:xfrm rot="0">
            <a:off x="6108700" y="21971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51657774" name="Text">
    </p:cNvPr>
          <p:cNvSpPr>
            <a:spLocks noGrp="1"/>
          </p:cNvSpPr>
          <p:nvPr/>
        </p:nvSpPr>
        <p:spPr>
          <a:xfrm rot="0">
            <a:off x="5537200" y="22479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</a:p>
        </p:txBody>
      </p:sp>
      <p:sp>
        <p:nvSpPr>
          <p:cNvPr id="636384105" name="Text">
    </p:cNvPr>
          <p:cNvSpPr>
            <a:spLocks noGrp="1"/>
          </p:cNvSpPr>
          <p:nvPr/>
        </p:nvSpPr>
        <p:spPr>
          <a:xfrm rot="0">
            <a:off x="889000" y="2197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8288595" name="Text">
    </p:cNvPr>
          <p:cNvSpPr>
            <a:spLocks noGrp="1"/>
          </p:cNvSpPr>
          <p:nvPr/>
        </p:nvSpPr>
        <p:spPr>
          <a:xfrm rot="0">
            <a:off x="7124700" y="21971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3722325" name="Text">
    </p:cNvPr>
          <p:cNvSpPr>
            <a:spLocks noGrp="1"/>
          </p:cNvSpPr>
          <p:nvPr/>
        </p:nvSpPr>
        <p:spPr>
          <a:xfrm rot="0">
            <a:off x="5537200" y="2197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8317628" name="Rectangle"/>
          <p:cNvSpPr>
            <a:spLocks noGrp="1"/>
          </p:cNvSpPr>
          <p:nvPr/>
        </p:nvSpPr>
        <p:spPr>
          <a:xfrm>
            <a:off x="6870700" y="21971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493952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98869772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00105096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법인세 신고 관련 업무용 승용차 비용집계 프로그램 개발 추가수정(필드변경, 레이아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웃 변경)(ZFIR6070)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펌뱅킹 금융기관 업무 중지 요청 개발(ZTRR1015, ZNF_GF_SEND_DACOM)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EWS "매출채권이 담보가액을 초과한 거래처" 시나리오 관련 로직 수정 요청</a:t>
            </a:r>
          </a:p>
        </p:txBody>
      </p:sp>
      <p:sp>
        <p:nvSpPr>
          <p:cNvPr id="837922394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8479517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99758369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</a:p>
        </p:txBody>
      </p:sp>
      <p:sp>
        <p:nvSpPr>
          <p:cNvPr id="629491896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1661356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9468896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6611993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