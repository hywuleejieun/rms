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652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52838312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81913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495830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9453439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6854735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677282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145940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890803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479454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5657196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2718031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7919234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7196025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83579684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69589059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20116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569673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9104457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03503525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81580125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97723334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411461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2939662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9911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4470937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565548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38760965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321977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65821468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425983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8197808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204115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429703449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26880654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1162480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252651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03617707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58071963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94498820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231957677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5755489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2136895388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7456687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92183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3544511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34147205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74863642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882336562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0721624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65737214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3671338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394692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268522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31844392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31048794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519554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[OAS] S-imoms 연동을 위한 ePSMS, OAS Web API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회사필수 공통지식 강의 영상 다운시 WAS 부하 발생을 회피하기 위한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WEB서버에서 WAS 서버를 통하지 않는 정적 다운로드 방안 검토(본사vod서버에 업로드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링크 url로 영상 수강 제공)</a:t>
            </a:r>
          </a:p>
        </p:txBody>
      </p:sp>
      <p:sp>
        <p:nvSpPr>
          <p:cNvPr id="627165054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1064043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12115032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</a:p>
        </p:txBody>
      </p:sp>
      <p:sp>
        <p:nvSpPr>
          <p:cNvPr id="1564364417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3291887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737220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5338400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056467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3094019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7269882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당월 금액 계산로직 수정(ZSIR2000)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신규개발(ZCOT9040)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4501183143, B/L 관리번호 2000017968 데이터 병합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차량 마스터 수송가능 거래처 등록시 안내 메세지 표출</a:t>
            </a:r>
          </a:p>
        </p:txBody>
      </p:sp>
      <p:sp>
        <p:nvSpPr>
          <p:cNvPr id="10742784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461413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328526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</a:p>
        </p:txBody>
      </p:sp>
      <p:sp>
        <p:nvSpPr>
          <p:cNvPr id="213362915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7151784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307037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304882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