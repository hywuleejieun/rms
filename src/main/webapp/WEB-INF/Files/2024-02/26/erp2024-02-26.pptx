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03801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831883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5028992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7593486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520158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454473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118317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080161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444055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8417918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473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204356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29128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905640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7440304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</a:p>
        </p:txBody>
      </p:sp>
      <p:sp>
        <p:nvSpPr>
          <p:cNvPr id="88538914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118589434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일반차입금 자본화 이자율 계산 시스템 개발요청 프로세스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분석(ZTRR1422)</a:t>
            </a:r>
          </a:p>
        </p:txBody>
      </p:sp>
      <p:sp>
        <p:nvSpPr>
          <p:cNvPr id="29376357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967623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5461354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금액 더블 오류 원인 분석 및 수정(ZGMR1511, ZGMR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3511)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법인카드 WBS 마스터 CCS 전송 신규개발(ZCOT9040)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총계정원장 당월 금액 계산로직 수정 (ZSIR2000)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유저별 UC3000 조직 조회 가능 권한 요청(ZCOR1210)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일반차입금 자본화 이자율 계산 시스템 개발요청 프로세스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분석(ZTRR1422)</a:t>
            </a:r>
          </a:p>
        </p:txBody>
      </p:sp>
      <p:sp>
        <p:nvSpPr>
          <p:cNvPr id="47610046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</a:p>
        </p:txBody>
      </p:sp>
      <p:sp>
        <p:nvSpPr>
          <p:cNvPr id="50640917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184771158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61308888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65211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873547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98961576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</a:p>
        </p:txBody>
      </p:sp>
      <p:sp>
        <p:nvSpPr>
          <p:cNvPr id="124087673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업무인수인계(SAPUI5 , Odata )</a:t>
            </a:r>
          </a:p>
        </p:txBody>
      </p:sp>
      <p:sp>
        <p:nvSpPr>
          <p:cNvPr id="88434397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59132259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138509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업무인수인계(SAPUI5 , Odata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평가 메뉴 개선</a:t>
            </a:r>
          </a:p>
        </p:txBody>
      </p:sp>
      <p:sp>
        <p:nvSpPr>
          <p:cNvPr id="210467127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203666535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0223</a:t>
            </a:r>
            <a:br/>
          </a:p>
        </p:txBody>
      </p:sp>
      <p:sp>
        <p:nvSpPr>
          <p:cNvPr id="177946478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62533627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594278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1539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559084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2134026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9660250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92203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9273173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8025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234564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6743718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093829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98919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3435449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588451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709476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1841481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40238269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135885949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</a:p>
        </p:txBody>
      </p:sp>
      <p:sp>
        <p:nvSpPr>
          <p:cNvPr id="128107562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35345174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55770155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4501183143, B/L 관리번호 2000017968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병합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선박 카테고리 변경 요청</a:t>
            </a:r>
          </a:p>
        </p:txBody>
      </p:sp>
      <p:sp>
        <p:nvSpPr>
          <p:cNvPr id="202830986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77645087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197293691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181642670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99029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302055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191687927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</a:p>
        </p:txBody>
      </p:sp>
      <p:sp>
        <p:nvSpPr>
          <p:cNvPr id="102420016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99939044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24193400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85052733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File System 가용공간 부족에 따른 로그삭제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업(‘23년04월~06월 로그삭제)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용인 2023년도 하반기 FW Rule Revalidation 수행 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검증에 따른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보안접속 사용자 SNC 접속 문제로 원격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(인력개발팀)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Cloud(평가시스템) 인사 마스터 전송 배치 재등록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일시중지</a:t>
            </a:r>
          </a:p>
        </p:txBody>
      </p:sp>
      <p:sp>
        <p:nvSpPr>
          <p:cNvPr id="187147796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205537196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5405102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55439718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212609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14472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57436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639593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5417326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5743647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368867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440505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5220814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05933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64945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927271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099484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1852830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474882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205165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80718860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9650916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62052098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95990413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82423516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예약 상신 시 Equipment가 등록된 Itemized 자재는 Pop-up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통한 사양 확인 요청* 대그룹 1000, 2000, 3000, 7000,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7500에 속한 자재가 Equipment 등록되어 있을 경우 예약 상신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시 팝업창으로 사양 확인 요청 </a:t>
            </a:r>
          </a:p>
        </p:txBody>
      </p:sp>
      <p:sp>
        <p:nvSpPr>
          <p:cNvPr id="168167970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br/>
            <a:br/>
          </a:p>
        </p:txBody>
      </p:sp>
      <p:sp>
        <p:nvSpPr>
          <p:cNvPr id="5908344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br/>
          </a:p>
        </p:txBody>
      </p:sp>
      <p:sp>
        <p:nvSpPr>
          <p:cNvPr id="75939123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</a:p>
        </p:txBody>
      </p:sp>
      <p:sp>
        <p:nvSpPr>
          <p:cNvPr id="49888262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922023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50976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</a:p>
        </p:txBody>
      </p:sp>
      <p:sp>
        <p:nvSpPr>
          <p:cNvPr id="87345361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125926622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 : 향후 진행해야할 운영업무 파악                 (근태와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출입관리시스템 자동연동 등)</a:t>
            </a:r>
          </a:p>
        </p:txBody>
      </p:sp>
      <p:sp>
        <p:nvSpPr>
          <p:cNvPr id="105006399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79311984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54347306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업무인수: Fiori 개발환경 소개 및 정보처리 신청사항 수정(다면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평가 피평가자 지정 기준일관련 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업무인수: Fiori 개발환경 소개 및 정보처리 신청사항 수정(퇴직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연금 전환 신청화면관련 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업무인수: 안면인식 출입관리시스템 연동 특근확인서 변경적용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내용분석(Fiori 및 HCM)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업무인수: 평가관련 MSS 및 ESS 화면 수정(JIRA기준 2건)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업무인수: JIRA 사용법 및 업무처리절차 소개</a:t>
            </a:r>
          </a:p>
        </p:txBody>
      </p:sp>
      <p:sp>
        <p:nvSpPr>
          <p:cNvPr id="47521449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4014121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206901021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212015413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387613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64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57856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826237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3979749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296771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369975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971823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12017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9170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688425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399695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165944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1496541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2685908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0633354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68830827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51783050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 - PDF 개발 </a:t>
            </a:r>
          </a:p>
        </p:txBody>
      </p:sp>
      <p:sp>
        <p:nvSpPr>
          <p:cNvPr id="142012134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42371433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27116439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HCM 퇴직급여명세서 내 결재선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DC퇴직연금 계산 관련 개선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임원 평가결과 조회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국내출장명령서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사외외국어 학습비 신청 관련, CCS 결제금액 초기화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HCM 신청 데이터 삭제</a:t>
            </a:r>
          </a:p>
        </p:txBody>
      </p:sp>
      <p:sp>
        <p:nvSpPr>
          <p:cNvPr id="105429345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10765957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br/>
          </a:p>
        </p:txBody>
      </p:sp>
      <p:sp>
        <p:nvSpPr>
          <p:cNvPr id="197150324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4992186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298459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851780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1699702536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1943966875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</a:p>
        </p:txBody>
      </p:sp>
      <p:sp>
        <p:nvSpPr>
          <p:cNvPr id="381471394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158493160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41700454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ITSM-107760외항항행선박용 면세유류공급명세서 수정0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2/231. 양수자 코드 F000000000일경우 양수자 명을 구매자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명으로 대체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ITSM-104304차량 마스터 수송가능 거래처 등록시 안내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메세지 표출02/211. Non-Brand 실거리 운임 거래처 체크 및 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시지표출로직 추가2. BDC 실행시 팝업 뜨지 않도록 조건 추가</a:t>
            </a:r>
          </a:p>
        </p:txBody>
      </p:sp>
      <p:sp>
        <p:nvSpPr>
          <p:cNvPr id="1545160397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br/>
          </a:p>
        </p:txBody>
      </p:sp>
      <p:sp>
        <p:nvSpPr>
          <p:cNvPr id="738225718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</a:p>
        </p:txBody>
      </p:sp>
      <p:sp>
        <p:nvSpPr>
          <p:cNvPr id="4098605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</a:p>
        </p:txBody>
      </p:sp>
      <p:sp>
        <p:nvSpPr>
          <p:cNvPr id="2021256711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9749739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