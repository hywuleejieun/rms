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5"/>
    <p:sldId id="262" r:id="rId17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notesSlides/notesSlide3.xml" Type="http://schemas.openxmlformats.org/officeDocument/2006/relationships/notesSlide"/><Relationship Id="rId17" Target="slides/slide7.xml" Type="http://schemas.openxmlformats.org/officeDocument/2006/relationships/slide"/><Relationship Id="rId18" Target="notesSlides/notesSlide4.xml" Type="http://schemas.openxmlformats.org/officeDocument/2006/relationships/notes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2024-02-01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[2024.02.06 ~ 2024.02.12]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2월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14144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33104376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3124383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7401583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6357625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1375409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411118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58754798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7515669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907066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3262337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45229846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359876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25443915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62066408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454583345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0430560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390043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4027477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114114884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28757996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7591002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1022452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9458253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5410896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1603051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600510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235270967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7316917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35530694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029400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7364262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9579557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00730013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12013493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222284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852618819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76074704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64070071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37737042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유밥 스마트러닝 데이터 연계 모니터링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1215658955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92142597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786794169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7543002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3855089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7390822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76347041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71689237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209034434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7727053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590561996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916240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2871614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337264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46817503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03776559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25502770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보너스카드 서비스 중단유예 / 매출비율 기준 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시스템 정기점진</a:t>
            </a:r>
          </a:p>
        </p:txBody>
      </p:sp>
      <p:sp>
        <p:nvSpPr>
          <p:cNvPr id="28297991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376648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06652291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</a:p>
        </p:txBody>
      </p:sp>
      <p:sp>
        <p:nvSpPr>
          <p:cNvPr id="208948668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07475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559115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303205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99232531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86754904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49219157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윤활류첨가 증감물량 집계누락 오류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펌뱅킹 금융기관 업무 일괄 중지 프로그램 개발(ZTRR1015)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MRO 자재 채번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구매자금 추심 개선- ZSDR8070 펑션 조건 변경</a:t>
            </a:r>
          </a:p>
        </p:txBody>
      </p:sp>
      <p:sp>
        <p:nvSpPr>
          <p:cNvPr id="194491376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5613497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0919802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</a:p>
        </p:txBody>
      </p:sp>
      <p:sp>
        <p:nvSpPr>
          <p:cNvPr id="1295174751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11648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945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041335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12931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31629410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2324419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7246090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1833954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8396703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202695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77154645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74405042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99890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0015442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7675714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9775970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1531811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41031693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52793472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7323052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151153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2809707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87679363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77929807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895329267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2931138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2445660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498971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6273337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581434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27503905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0911558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8644849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0361043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58944093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1613295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72188185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80570769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6168316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51959666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07012152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299888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76054805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유밥 스마트러닝 데이터 연계 모니터링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660554073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32053348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472940624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9134799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170216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28259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91958298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49504596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80888166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94552457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135666445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1083465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7790993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2047839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4077676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28496172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52652140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보너스카드 서비스 중단유예 / 매출비율 기준 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시스템 정기점진</a:t>
            </a:r>
          </a:p>
        </p:txBody>
      </p:sp>
      <p:sp>
        <p:nvSpPr>
          <p:cNvPr id="141542372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2199778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47371953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</a:p>
        </p:txBody>
      </p:sp>
      <p:sp>
        <p:nvSpPr>
          <p:cNvPr id="83980349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656760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35501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43891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5583400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1420608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4168367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윤활류첨가 증감물량 집계누락 오류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펌뱅킹 금융기관 업무 일괄 중지 프로그램 개발(ZTRR1015)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MRO 자재 채번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구매자금 추심 개선- ZSDR8070 펑션 조건 변경</a:t>
            </a:r>
          </a:p>
        </p:txBody>
      </p:sp>
      <p:sp>
        <p:nvSpPr>
          <p:cNvPr id="153882146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25667294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2662477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</a:p>
        </p:txBody>
      </p:sp>
      <p:sp>
        <p:nvSpPr>
          <p:cNvPr id="1426990001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5947397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9854095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803825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2277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34648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54771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359919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36736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95111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09241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33447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55049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4993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13807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24299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0133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62071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34315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741485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8392282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588077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751234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7848166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윤활류첨가 증감물량 집계누락 오류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취소처리 인터페이스 오류 수정 및 테스트(ZFI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승인요청 시 요청번호 조회기능 추가(ZFIR90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펌뱅킹 금융기관 업무 일괄 중지 프로그램 개발(ZTRR101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설날 연휴</a:t>
            </a:r>
          </a:p>
        </p:txBody>
      </p:sp>
      <p:sp>
        <p:nvSpPr>
          <p:cNvPr id="129047366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115261841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1907835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3819895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0201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58303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67997529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46810628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</a:p>
        </p:txBody>
      </p:sp>
      <p:sp>
        <p:nvSpPr>
          <p:cNvPr id="174648463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93473644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73739016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추가 수정사항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세무팀 추가 전결 필요 항목에 대한 HCM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운용기관 변경신청서 첨부 문서 일괄 출력 메뉴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휴가변경/취소신청서 작성 시 신청서 내역조회 기간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New Healthcare Program 비용 신청서 구분 내용 추가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2273273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17524096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0214</a:t>
            </a:r>
            <a:br/>
            <a:br/>
          </a:p>
        </p:txBody>
      </p:sp>
      <p:sp>
        <p:nvSpPr>
          <p:cNvPr id="37311473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4861162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566652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835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181399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57405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26865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60161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676855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6244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9070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689564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1251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34795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62646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52429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17554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06283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5891677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61340575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</a:p>
        </p:txBody>
      </p:sp>
      <p:sp>
        <p:nvSpPr>
          <p:cNvPr id="200773348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853273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582211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</a:p>
        </p:txBody>
      </p:sp>
      <p:sp>
        <p:nvSpPr>
          <p:cNvPr id="8425565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4298961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3994848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4961732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82875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4496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6447743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7382401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0887210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7760462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915311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SAP GUI 접속사용자 SNC 접속 문제로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(인사팀)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 Designer Tool 실행 관련 문제건 APP 다운 및 설치작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시스템 Enque Server 성능저하 현상에 따른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작업(AP1,AP2서버 서비스 리스타트 작업)</a:t>
            </a:r>
          </a:p>
        </p:txBody>
      </p:sp>
      <p:sp>
        <p:nvSpPr>
          <p:cNvPr id="12512811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77284378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8507172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17201707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507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698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54491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76379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33747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624810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2650289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86870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79032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22548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8391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66749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52832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61606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5065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917427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599050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714634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9313335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531388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453793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MRO 자재 채번 로직 수정 요청* 중그룹별 자재가 9999개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채번되었을 때 중그룹+1로 채번되도록 로직 수정</a:t>
            </a:r>
          </a:p>
        </p:txBody>
      </p:sp>
      <p:sp>
        <p:nvSpPr>
          <p:cNvPr id="14169426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20796079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7826886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5545994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36841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514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3328999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1756786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09183480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7611290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778997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DC불입액 추가적립 내역 조회시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인사발령으로 인한 CP내 문서 결재선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</a:t>
            </a:r>
          </a:p>
        </p:txBody>
      </p:sp>
      <p:sp>
        <p:nvSpPr>
          <p:cNvPr id="46224020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534437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4702427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0053909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08237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2042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11838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43759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73938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595168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498209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09925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461933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5924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43002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28776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68289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73866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34199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90668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953491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9960773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ITSM-105951구매자금 추심 개선- ZSDR8070 펑션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6868840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637160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4814677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ITSM-105951구매자금 추심 개선- ZSDR8070 펑션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13481035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8820455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9539253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2348560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99053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447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37515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946262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06279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83557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357924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003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7005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088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35223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95834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6661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63001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0262855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10910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9489497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1789132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</a:p>
        </p:txBody>
      </p:sp>
      <p:sp>
        <p:nvSpPr>
          <p:cNvPr id="13439632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9114763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675622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불암주유소 로직확인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데이터 처리요청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불암주유소 중복삭제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분석요청</a:t>
            </a:r>
          </a:p>
        </p:txBody>
      </p:sp>
      <p:sp>
        <p:nvSpPr>
          <p:cNvPr id="8299200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00480941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0159754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20044785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6104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8568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746085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2793131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80706150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0335544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113073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</a:p>
        </p:txBody>
      </p:sp>
      <p:sp>
        <p:nvSpPr>
          <p:cNvPr id="20048275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29754409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5559125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90268983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3575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904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40890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55111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169766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48373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86617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63108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14999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97431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371660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03003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76983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577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00484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16641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</a:p>
        </p:txBody>
      </p:sp>
      <p:sp>
        <p:nvSpPr>
          <p:cNvPr id="35488798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20112918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8043483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1224543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883713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10521887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44353390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</a:p>
        </p:txBody>
      </p:sp>
      <p:sp>
        <p:nvSpPr>
          <p:cNvPr id="195731854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5424926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92591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81035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7079540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80623764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 Board 버전 오류</a:t>
            </a:r>
          </a:p>
        </p:txBody>
      </p:sp>
      <p:sp>
        <p:nvSpPr>
          <p:cNvPr id="18187058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4094765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7038347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ITSM-102752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ITSM-106250 작업유형 변경ITSM-101543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ITSM-107060 작업유형 변경ITSM-107094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 Board 버전 오류</a:t>
            </a:r>
          </a:p>
        </p:txBody>
      </p:sp>
      <p:sp>
        <p:nvSpPr>
          <p:cNvPr id="17407864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8481408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209855332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9163501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3944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7894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33186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79714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485192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61924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329141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99336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98612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2842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96325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57063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08723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59805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506580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0422875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4227130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04647899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883119702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9097880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91391464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프로세스 상세 확인을 위한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녹화   - 작업 Log 추가하기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재발송 및 재수행 모니터링, 딜레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 및 object 잡기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'자재목록 단가 정리' 작업 주말 재수행 수정 원복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'Margin 계산' 작업 Excel 복사 Task 추가생성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스케줄 추가,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WMS 수정 및 수신자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'#4 외화송급' 작업 낮작업 메일 미발송. 작업 정상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여부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외화지급계좌 증빙대사' 작업 CP 로그인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'#2 외화지급계좌 증빙대사' 작업 Migrati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</a:t>
            </a:r>
          </a:p>
        </p:txBody>
      </p:sp>
      <p:sp>
        <p:nvSpPr>
          <p:cNvPr id="1910770444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59985728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47472302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878973120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5142187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7503848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7428967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36624243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</a:p>
        </p:txBody>
      </p:sp>
      <p:sp>
        <p:nvSpPr>
          <p:cNvPr id="1048535451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60040844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07398982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</a:p>
        </p:txBody>
      </p:sp>
      <p:sp>
        <p:nvSpPr>
          <p:cNvPr id="1269474820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36746067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65223665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960065178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8339135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2136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55472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22876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588611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45759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468474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536388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9093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15007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48986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13390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0960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60242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482419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53202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6489446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</a:p>
        </p:txBody>
      </p:sp>
      <p:sp>
        <p:nvSpPr>
          <p:cNvPr id="11833479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</a:t>
            </a:r>
          </a:p>
        </p:txBody>
      </p:sp>
      <p:sp>
        <p:nvSpPr>
          <p:cNvPr id="5509550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10881455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3247343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재점검4. 작업계획서 -&gt; 작업계획관리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-&gt; 승인요청 -&gt; 수신처 추가오류 수정[maxAmt 변수 크기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(코드+프로시저)]</a:t>
            </a:r>
          </a:p>
        </p:txBody>
      </p:sp>
      <p:sp>
        <p:nvSpPr>
          <p:cNvPr id="7803061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</a:p>
        </p:txBody>
      </p:sp>
      <p:sp>
        <p:nvSpPr>
          <p:cNvPr id="95643550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  <a:br/>
            <a:br/>
          </a:p>
        </p:txBody>
      </p:sp>
      <p:sp>
        <p:nvSpPr>
          <p:cNvPr id="12734526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</a:p>
        </p:txBody>
      </p:sp>
      <p:sp>
        <p:nvSpPr>
          <p:cNvPr id="6273034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56823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91659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1988736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210892898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 스마트러닝 데이터 연계 모니터링 예정</a:t>
            </a:r>
          </a:p>
        </p:txBody>
      </p:sp>
      <p:sp>
        <p:nvSpPr>
          <p:cNvPr id="20601353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60407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685059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화면 부서 카테고리 분류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상 메뉴 “보고서 &gt; ERM sub committee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록” 관련 ERM sub Committee 개최일로 표시도록 수정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계기1팀 도현우 주임(5152) ERS 부서지침서 폴더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를 위한 관리자(Admin)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교육날짜 변경건 수정처리</a:t>
            </a:r>
          </a:p>
        </p:txBody>
      </p:sp>
      <p:sp>
        <p:nvSpPr>
          <p:cNvPr id="25286456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0616486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3071516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773873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81144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8702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98404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72193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079438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98626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798508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69363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38987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887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56373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850743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56783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07652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45814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15396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4816896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1845207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1970082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671376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5401657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MRO 저장품 수불대장 데이터 제공 가능 여부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중부영업지원팀 상품권PC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판매등록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중부영업지원팀 고객사 등록 지원 및 판매등록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개발 DB 패치 업데이트 테스트 확인 요청</a:t>
            </a:r>
          </a:p>
        </p:txBody>
      </p:sp>
      <p:sp>
        <p:nvSpPr>
          <p:cNvPr id="4695461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16256447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14641623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119252361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79921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47788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</a:p>
        </p:txBody>
      </p:sp>
      <p:sp>
        <p:nvSpPr>
          <p:cNvPr id="2361066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79257640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</a:p>
        </p:txBody>
      </p:sp>
      <p:sp>
        <p:nvSpPr>
          <p:cNvPr id="10881588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916539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1433811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HCM 운영, '이충운' 팀리더님 SAP ID 경고 메시지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생(IP 동일함에도 문제가 발생) 건 확인 및 조치 요청</a:t>
            </a:r>
          </a:p>
        </p:txBody>
      </p:sp>
      <p:sp>
        <p:nvSpPr>
          <p:cNvPr id="137442048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3220108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2495923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205351917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21329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3628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30416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15605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510909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6923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62427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02174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24446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03321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1718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87048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35841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0143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706431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43217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919534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4439073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0896657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148809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036466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TAS/RAS 노후서버 교체작업으로 인한 서버설정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I/F서비스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시스템 정기점진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IIB WMB 7.0.0.0 release 결함으로 인한 7.0.0.3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패치</a:t>
            </a:r>
          </a:p>
        </p:txBody>
      </p:sp>
      <p:sp>
        <p:nvSpPr>
          <p:cNvPr id="18738030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9457968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17311510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13277272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3182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이병준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