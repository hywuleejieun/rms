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003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16138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18810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09367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028158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147746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03482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02107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31486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099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61435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18769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3361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82567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1491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6807160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9124040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</a:p>
        </p:txBody>
      </p:sp>
      <p:sp>
        <p:nvSpPr>
          <p:cNvPr id="528145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665726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606086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전표처리요청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11627219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20366088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3606920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6830524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4935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42509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956215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93369547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18082816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459849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41854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[ITSM-106623]기존 공장 Fuel Gas 도입량에 따라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MW, LHV 계유 반영 요청(1/18~22, 1/24~29)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[ITSM-106296]OAS System 상 Tank Gross Volume 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수식 변경</a:t>
            </a:r>
          </a:p>
        </p:txBody>
      </p:sp>
      <p:sp>
        <p:nvSpPr>
          <p:cNvPr id="14209191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1193058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608142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</a:p>
        </p:txBody>
      </p:sp>
      <p:sp>
        <p:nvSpPr>
          <p:cNvPr id="12457797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5921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5990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34745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990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61084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62649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82182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2810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72279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26208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4193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50918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88897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7469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55300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75914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1690591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4162093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6485317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91419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562143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마스터상 주소 일괄변경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2285130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10702161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2480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8313331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13202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4818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0217721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40985184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</a:p>
        </p:txBody>
      </p:sp>
      <p:sp>
        <p:nvSpPr>
          <p:cNvPr id="615333920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20629631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93632553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ITSM-97564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ITSM-98503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ITSM-105723 동료검토자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ITSM-82617 작업담당자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ITSM-95572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ITSM-99234 배포수행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OOME 오류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사용자명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ITSM-106597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</a:p>
        </p:txBody>
      </p:sp>
      <p:sp>
        <p:nvSpPr>
          <p:cNvPr id="134080406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25816642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670336300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512293716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96265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2616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3538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98132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53485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60077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21981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07142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74034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14022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55842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90876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0977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85818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3227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838887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4085331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3463384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1416325076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4264400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30063484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프로세스 상세 확인을 위한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녹화   -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A11 117pc AA 미쟉동으로 인한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데이터정리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일시중단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(현업 24년 작업파일 미제공)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A360 115pc Outlook 작동 불가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SSO 접근 시 보안화면 열림 원인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object 선택 불가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수행 및 문제상황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인, 재수행수행 도중 엑셀 저장 불가 object 재설정 및 딜레이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파일 복사 불가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테스트, Task 따로 생성</a:t>
            </a:r>
          </a:p>
        </p:txBody>
      </p:sp>
      <p:sp>
        <p:nvSpPr>
          <p:cNvPr id="723256321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08605041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41990030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</a:p>
        </p:txBody>
      </p:sp>
      <p:sp>
        <p:nvSpPr>
          <p:cNvPr id="1379008470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2461213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720143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03654364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952611451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529296215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427381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11020062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124949068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560092407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972472868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7491867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8466088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811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7161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4183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16029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33723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14540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48869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2461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55696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5430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99827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08691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6758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95385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67227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20309169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</a:p>
        </p:txBody>
      </p:sp>
      <p:sp>
        <p:nvSpPr>
          <p:cNvPr id="704733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</a:t>
            </a:r>
          </a:p>
        </p:txBody>
      </p:sp>
      <p:sp>
        <p:nvSpPr>
          <p:cNvPr id="16808902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46442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6010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재점검4. 작업계획서 -&gt; 작업계획관리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-&gt; 승인요청 -&gt; 수신처 추가오류 수정[maxAmt 변수 크기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(코드+프로시저)]</a:t>
            </a:r>
          </a:p>
        </p:txBody>
      </p:sp>
      <p:sp>
        <p:nvSpPr>
          <p:cNvPr id="8934241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</a:p>
        </p:txBody>
      </p:sp>
      <p:sp>
        <p:nvSpPr>
          <p:cNvPr id="14068654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br/>
          </a:p>
        </p:txBody>
      </p:sp>
      <p:sp>
        <p:nvSpPr>
          <p:cNvPr id="6666933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</a:p>
        </p:txBody>
      </p:sp>
      <p:sp>
        <p:nvSpPr>
          <p:cNvPr id="204178507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32221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25641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94237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6619268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</a:p>
        </p:txBody>
      </p:sp>
      <p:sp>
        <p:nvSpPr>
          <p:cNvPr id="6961125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243328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097876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 'Hydrocarbon Loss Control Policy(SOM-0-74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0)' 개정 품의 개정오류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인력개발팀 팀리더 변경으로 인한 기존 환급발송메일 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조자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(RI-23) 연체율,(RI-24) 중점관리대상거래처 채권총액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준일자 호출 오류로 수동 스케쥴러 실행하여 데이터 연계 처리</a:t>
            </a:r>
          </a:p>
        </p:txBody>
      </p:sp>
      <p:sp>
        <p:nvSpPr>
          <p:cNvPr id="6071465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67184250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0134454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7922425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078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8288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31970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6960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38558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0030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47920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40040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04941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11855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69189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9650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24562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2952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91337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36698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6214562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5397377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</a:p>
        </p:txBody>
      </p:sp>
      <p:sp>
        <p:nvSpPr>
          <p:cNvPr id="121165787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52450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708384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DB 서버 계정 유효성 검증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권한변경 요청 노재곤 계장 &lt;-&gt; 김종명 계장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취약점 점검 hqgiftap 서버 FTP 확인 요청</a:t>
            </a:r>
          </a:p>
        </p:txBody>
      </p:sp>
      <p:sp>
        <p:nvSpPr>
          <p:cNvPr id="10464488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890775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872566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7867193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45320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00461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</a:p>
        </p:txBody>
      </p:sp>
      <p:sp>
        <p:nvSpPr>
          <p:cNvPr id="8823676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66477817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7373339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7513738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7286023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9708261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</a:p>
        </p:txBody>
      </p:sp>
      <p:sp>
        <p:nvSpPr>
          <p:cNvPr id="75856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5160341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3951652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5657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25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37676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27588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729499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450372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18178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75795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9587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30429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68753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1194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1726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07881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36400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25544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305757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0802385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정기점진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5803954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678583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338276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6889609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318703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6681504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6890301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540674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