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89958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16182085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884557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26548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94640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71640983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615493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287054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120766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153688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7999749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051327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9474528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759278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60386441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548034267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78174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1344791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1189300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753877309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057105919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17065279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341294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6238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076622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326749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9722072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63603963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731750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873523466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21048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43020841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3011314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72333295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71316639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7164781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16048881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73518782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39598988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0335621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[HCM] 퇴직연금 운용방식 변경 신청서 개발</a:t>
            </a:r>
          </a:p>
        </p:txBody>
      </p:sp>
      <p:sp>
        <p:nvSpPr>
          <p:cNvPr id="1435437094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8047759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621007986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692513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2747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0816629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30050089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20755165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53719299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59331024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554740500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0937602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138414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183565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76553479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6877371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94243548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[ITSM-106623]기존 공장 Fuel Gas 도입량에 따라 변경된 MW, LHV 계유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(1/18~22, 1/24~29)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거래처 마스터상 주소 일괄변경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933691299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22013542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0876526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</a:p>
        </p:txBody>
      </p:sp>
      <p:sp>
        <p:nvSpPr>
          <p:cNvPr id="2017276840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987691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944042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0631000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67509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11375254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271149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추가 개발(ZFIR6070)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 *구매요구서 전송(ZMMT4040),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성보고서 전송(ZMMT4060) 관련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당사 NH알뜰 가격소급 정산시 중부권/남부권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S-OIL &amp; SABIC Integration을 통한 ERP 내부 시스템 개선 추가 요청-버그수정</a:t>
            </a:r>
          </a:p>
        </p:txBody>
      </p:sp>
      <p:sp>
        <p:nvSpPr>
          <p:cNvPr id="999747382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0205791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17291238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</a:p>
        </p:txBody>
      </p:sp>
      <p:sp>
        <p:nvSpPr>
          <p:cNvPr id="199229278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85420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0823849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9113075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