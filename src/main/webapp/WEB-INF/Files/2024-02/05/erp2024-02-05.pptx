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28736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2413726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0419591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753865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9595407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98973472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1903094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3638649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5790535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2407585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9819796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8446587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6662300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2876051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2931697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142681385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</a:p>
        </p:txBody>
      </p:sp>
      <p:sp>
        <p:nvSpPr>
          <p:cNvPr id="29973986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대주주 감사자료 생성-MRO 자재계정의 상대계정 리스트 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이블 저장 (ZFIR7035, ZFIT7035)</a:t>
            </a:r>
          </a:p>
        </p:txBody>
      </p:sp>
      <p:sp>
        <p:nvSpPr>
          <p:cNvPr id="168061828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85388822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61224673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법인세 신고 관련 업무용 승용차 비용집계 프로그램 추가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발(ZFIR6070)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결재 유형 오류 분석 및 해결(ZEAM8010)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구매처생성 기존 사원번호였던 필드 전부 이전사원번호 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드로 변경(ZFIR9057)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구매처생성 취소처리 인터페이스 오류 원인 분석 및 해결(Z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FI_RFC_VENDOR_CONF)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부가세신고자료 사업자번호별 현황 일부수정(ZFIR5082)</a:t>
            </a:r>
          </a:p>
        </p:txBody>
      </p:sp>
      <p:sp>
        <p:nvSpPr>
          <p:cNvPr id="48543624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</a:p>
        </p:txBody>
      </p:sp>
      <p:sp>
        <p:nvSpPr>
          <p:cNvPr id="43410804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</a:p>
        </p:txBody>
      </p:sp>
      <p:sp>
        <p:nvSpPr>
          <p:cNvPr id="200534977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</a:p>
        </p:txBody>
      </p:sp>
      <p:sp>
        <p:nvSpPr>
          <p:cNvPr id="134734314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9960442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02156150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</a:p>
        </p:txBody>
      </p:sp>
      <p:sp>
        <p:nvSpPr>
          <p:cNvPr id="49429115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</a:p>
        </p:txBody>
      </p:sp>
      <p:sp>
        <p:nvSpPr>
          <p:cNvPr id="99873578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퇴직연금 운용방식 변경 신청서 개발</a:t>
            </a:r>
          </a:p>
        </p:txBody>
      </p:sp>
      <p:sp>
        <p:nvSpPr>
          <p:cNvPr id="201567427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85341089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49923947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DC퇴직연금 불입 명세서 최종결재자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출입관리시스템(안면인식)기록 자동 연동 구축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특근확인서 종료(퇴근)시간 선택 시, 익일인 경우 퇴근시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간 리스트 제한 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퇴직연금 운용방식 변경 신청서 개발(전자결재 ,HCM 화면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설계)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SAP 기능 일부 수정(중식비 실근태, 마곡 중식비 개선)</a:t>
            </a:r>
          </a:p>
        </p:txBody>
      </p:sp>
      <p:sp>
        <p:nvSpPr>
          <p:cNvPr id="49045202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108631902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0131</a:t>
            </a:r>
            <a:br/>
          </a:p>
        </p:txBody>
      </p:sp>
      <p:sp>
        <p:nvSpPr>
          <p:cNvPr id="3365720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</a:p>
        </p:txBody>
      </p:sp>
      <p:sp>
        <p:nvSpPr>
          <p:cNvPr id="28537534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6478091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45223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5032439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2387948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5849195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0664384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66392512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766383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9383205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4892540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8160139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0660870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3619707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0158216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7338839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4903474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96580819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</a:p>
        </p:txBody>
      </p:sp>
      <p:sp>
        <p:nvSpPr>
          <p:cNvPr id="139817833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수입 제품 구입대금 및 기타 발생 비용 문서 조회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 실적 외자건 조회 기간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중복 생성 오류 해결 요청</a:t>
            </a:r>
          </a:p>
        </p:txBody>
      </p:sp>
      <p:sp>
        <p:nvSpPr>
          <p:cNvPr id="152485904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83023734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457765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윤활유 첨가제 입고 취소 일자 반영 요처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수입 제품 구입대금 및 기타 발생 비용 문서 조회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 실적 외자건 조회 기간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중복 생성 오류 해결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단위변경 요청</a:t>
            </a:r>
          </a:p>
        </p:txBody>
      </p:sp>
      <p:sp>
        <p:nvSpPr>
          <p:cNvPr id="173640796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56826713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</a:p>
        </p:txBody>
      </p:sp>
      <p:sp>
        <p:nvSpPr>
          <p:cNvPr id="194024019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</a:p>
        </p:txBody>
      </p:sp>
      <p:sp>
        <p:nvSpPr>
          <p:cNvPr id="1625272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7455615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6211941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02/12</a:t>
            </a:r>
            <a:br/>
          </a:p>
        </p:txBody>
      </p:sp>
      <p:sp>
        <p:nvSpPr>
          <p:cNvPr id="46171563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</a:p>
        </p:txBody>
      </p:sp>
      <p:sp>
        <p:nvSpPr>
          <p:cNvPr id="60740674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189790168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27669195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57981178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SAP GUI 사용자 엑셀통합 관련 문제 건 원격 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무지원(인천지사)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인프라팀 HQSAPROUTE 서버 리부팅에 따른 SAP 서비스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점검작업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</a:p>
        </p:txBody>
      </p:sp>
      <p:sp>
        <p:nvSpPr>
          <p:cNvPr id="61091625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</a:p>
        </p:txBody>
      </p:sp>
      <p:sp>
        <p:nvSpPr>
          <p:cNvPr id="68011453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</a:p>
        </p:txBody>
      </p:sp>
      <p:sp>
        <p:nvSpPr>
          <p:cNvPr id="147353340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</a:p>
        </p:txBody>
      </p:sp>
      <p:sp>
        <p:nvSpPr>
          <p:cNvPr id="20645675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2711848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8502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9396673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973867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66372117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8945826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74629899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9224932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9525937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0290693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2801041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1617304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1400425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9686564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093266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3706436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53137840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23566160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28060722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65675670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47952856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61629012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03163568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160330640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79533840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4930723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6546788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88755098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</a:p>
        </p:txBody>
      </p:sp>
      <p:sp>
        <p:nvSpPr>
          <p:cNvPr id="125197459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23년연차보상관련 시스템 일부 개선요청 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 평가 대상자 정보 수정 요청 50%</a:t>
            </a:r>
          </a:p>
        </p:txBody>
      </p:sp>
      <p:sp>
        <p:nvSpPr>
          <p:cNvPr id="758222108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14656075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20081277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23년연차보상관련 시스템 일부 개선요청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하기휴가사용관련 HCM뷰 기수정부분 원상복구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 평가 대상자 정보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퇴직연금 DC 1%전환금 데이터 업로드 요청</a:t>
            </a:r>
          </a:p>
        </p:txBody>
      </p:sp>
      <p:sp>
        <p:nvSpPr>
          <p:cNvPr id="190139757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135353039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</a:p>
        </p:txBody>
      </p:sp>
      <p:sp>
        <p:nvSpPr>
          <p:cNvPr id="75503163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</a:p>
        </p:txBody>
      </p:sp>
      <p:sp>
        <p:nvSpPr>
          <p:cNvPr id="210275449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1939570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61573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1895002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2110112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9321082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11207126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07458793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6487864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7986636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1978728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3992283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5122189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6748893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8656063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0586931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9721882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73345402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</a:p>
        </p:txBody>
      </p:sp>
      <p:sp>
        <p:nvSpPr>
          <p:cNvPr id="134284524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ITSM-105439당사 NH알뜰 가격소급 정산시 중부권/남부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권 분리 요청</a:t>
            </a:r>
          </a:p>
        </p:txBody>
      </p:sp>
      <p:sp>
        <p:nvSpPr>
          <p:cNvPr id="122687702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84938732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203723872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ITSM-106137S-OIL &amp; SABIC Integration을 통한 ERP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내부 시스템 개선 추가 요청-버그수정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ITSM-106542현대오일뱅크의 배차오류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ITSM-104304차량 마스터 수송가능 거래처 등록시 안내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메세지 표출- 다운로드 프로세스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ITSM-105439당사 NH알뜰 가격소급 정산시 중부권/남부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권 분리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ITSM-104108모바일상품권 취소 캐시백 수정요청-  정산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로직 조건 수정</a:t>
            </a:r>
          </a:p>
        </p:txBody>
      </p:sp>
      <p:sp>
        <p:nvSpPr>
          <p:cNvPr id="202896745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</a:p>
        </p:txBody>
      </p:sp>
      <p:sp>
        <p:nvSpPr>
          <p:cNvPr id="88501524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</a:p>
        </p:txBody>
      </p:sp>
      <p:sp>
        <p:nvSpPr>
          <p:cNvPr id="2566756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</a:p>
        </p:txBody>
      </p:sp>
      <p:sp>
        <p:nvSpPr>
          <p:cNvPr id="37139650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1824793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