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2277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34648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54771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359919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367368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95111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09241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33447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55049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4993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13807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24299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0133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62071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34315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7414856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8392282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588077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751234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7848166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윤활류첨가 증감물량 집계누락 오류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취소처리 인터페이스 오류 수정 및 테스트(ZFI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승인요청 시 요청번호 조회기능 추가(ZFIR90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펌뱅킹 금융기관 업무 일괄 중지 프로그램 개발(ZTRR101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설날 연휴</a:t>
            </a:r>
          </a:p>
        </p:txBody>
      </p:sp>
      <p:sp>
        <p:nvSpPr>
          <p:cNvPr id="129047366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115261841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1907835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3819895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0201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258303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67997529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</a:p>
        </p:txBody>
      </p:sp>
      <p:sp>
        <p:nvSpPr>
          <p:cNvPr id="46810628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</a:p>
        </p:txBody>
      </p:sp>
      <p:sp>
        <p:nvSpPr>
          <p:cNvPr id="174648463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93473644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73739016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추가 수정사항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세무팀 추가 전결 필요 항목에 대한 HCM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뉴펜션 운용기관 변경신청서 첨부 문서 일괄 출력 메뉴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휴가변경/취소신청서 작성 시 신청서 내역조회 기간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New Healthcare Program 비용 신청서 구분 내용 추가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2273273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17524096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0214</a:t>
            </a:r>
            <a:br/>
            <a:br/>
          </a:p>
        </p:txBody>
      </p:sp>
      <p:sp>
        <p:nvSpPr>
          <p:cNvPr id="37311473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4861162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566652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835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181399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57405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26865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60161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676855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6244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9070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689564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1251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34795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62646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52429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17554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06283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5891677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61340575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</a:p>
        </p:txBody>
      </p:sp>
      <p:sp>
        <p:nvSpPr>
          <p:cNvPr id="200773348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853273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582211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</a:p>
        </p:txBody>
      </p:sp>
      <p:sp>
        <p:nvSpPr>
          <p:cNvPr id="8425565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4298961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3994848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4961732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82875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44961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16447743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17382401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0887210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7760462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9153111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SAP GUI 접속사용자 SNC 접속 문제로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(인사팀)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 Designer Tool 실행 관련 문제건 APP 다운 및 설치작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시스템 Enque Server 성능저하 현상에 따른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작업(AP1,AP2서버 서비스 리스타트 작업)</a:t>
            </a:r>
          </a:p>
        </p:txBody>
      </p:sp>
      <p:sp>
        <p:nvSpPr>
          <p:cNvPr id="125128119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77284378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</a:p>
        </p:txBody>
      </p:sp>
      <p:sp>
        <p:nvSpPr>
          <p:cNvPr id="8507172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17201707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507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698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54491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76379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33747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624810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2650289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86870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79032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225489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8391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66749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52832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61606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5065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917427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599050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714634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9313335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5313887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453793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MRO 자재 채번 로직 수정 요청* 중그룹별 자재가 9999개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채번되었을 때 중그룹+1로 채번되도록 로직 수정</a:t>
            </a:r>
          </a:p>
        </p:txBody>
      </p:sp>
      <p:sp>
        <p:nvSpPr>
          <p:cNvPr id="14169426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20796079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</a:p>
        </p:txBody>
      </p:sp>
      <p:sp>
        <p:nvSpPr>
          <p:cNvPr id="7826886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5545994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36841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514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3328999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br/>
          </a:p>
        </p:txBody>
      </p:sp>
      <p:sp>
        <p:nvSpPr>
          <p:cNvPr id="11756786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09183480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7611290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1778997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퇴직급여명세서 내 결재선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DC불입액 추가적립 내역 조회시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인사발령으로 인한 CP내 문서 결재선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</a:t>
            </a:r>
          </a:p>
        </p:txBody>
      </p:sp>
      <p:sp>
        <p:nvSpPr>
          <p:cNvPr id="46224020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534437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4702427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00539093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08237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2042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11838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43759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73938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595168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498209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09925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461933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5924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43002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28776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68289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73866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34199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90668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59534910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9960773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ITSM-105951구매자금 추심 개선- ZSDR8070 펑션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6868840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637160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4814677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ITSM-105951구매자금 추심 개선- ZSDR8070 펑션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13481035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8820455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9539253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</a:p>
        </p:txBody>
      </p:sp>
      <p:sp>
        <p:nvSpPr>
          <p:cNvPr id="2348560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99053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