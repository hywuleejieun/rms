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14144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33104376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124383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401583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357625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1375409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411118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58754798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7515669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907066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3262337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45229846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359876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25443915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62066408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454583345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0430560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390043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4027477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114114884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28757996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7591002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1022452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9458253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5410896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1603051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600510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235270967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7316917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35530694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029400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7364262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9579557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00730013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120134936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222284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852618819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76074704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64070071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37737042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유밥 스마트러닝 데이터 연계 모니터링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1215658955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92142597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786794169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7543002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3855089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7390822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76347041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71689237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209034434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7727053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590561996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916240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2871614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337264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46817503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03776559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25502770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보너스카드 서비스 중단유예 / 매출비율 기준 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시스템 정기점진</a:t>
            </a:r>
          </a:p>
        </p:txBody>
      </p:sp>
      <p:sp>
        <p:nvSpPr>
          <p:cNvPr id="28297991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376648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06652291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</a:p>
        </p:txBody>
      </p:sp>
      <p:sp>
        <p:nvSpPr>
          <p:cNvPr id="208948668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07475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559115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303205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9232531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86754904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49219157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윤활류첨가 증감물량 집계누락 오류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펌뱅킹 금융기관 업무 일괄 중지 프로그램 개발(ZTRR1015)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MRO 자재 채번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구매자금 추심 개선- ZSDR8070 펑션 조건 변경</a:t>
            </a:r>
          </a:p>
        </p:txBody>
      </p:sp>
      <p:sp>
        <p:nvSpPr>
          <p:cNvPr id="194491376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5613497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0919802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</a:p>
        </p:txBody>
      </p:sp>
      <p:sp>
        <p:nvSpPr>
          <p:cNvPr id="1295174751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11648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945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041335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12931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31629410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324419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246090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833954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08396703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202695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77154645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74405042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99890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0015442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7675714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9775970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1531811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41031693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52793472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7323052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151153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2809707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87679363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77929807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895329267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2931138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2445660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498971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6273337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581434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27503905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0911558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8644849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0361043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58944093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1613295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72188185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80570769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6168316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51959666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07012152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299888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76054805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유밥 스마트러닝 데이터 연계 모니터링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660554073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32053348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472940624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9134799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170216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28259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91958298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49504596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80888166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94552457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135666445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1083465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7790993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2047839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4077676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28496172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52652140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보너스카드 서비스 중단유예 / 매출비율 기준 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시스템 정기점진</a:t>
            </a:r>
          </a:p>
        </p:txBody>
      </p:sp>
      <p:sp>
        <p:nvSpPr>
          <p:cNvPr id="141542372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2199778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47371953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</a:p>
        </p:txBody>
      </p:sp>
      <p:sp>
        <p:nvSpPr>
          <p:cNvPr id="839803494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656760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35501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43891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83400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1420608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4168367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윤활류첨가 증감물량 집계누락 오류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펌뱅킹 금융기관 업무 일괄 중지 프로그램 개발(ZTRR1015)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MRO 자재 채번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구매자금 추심 개선- ZSDR8070 펑션 조건 변경</a:t>
            </a:r>
          </a:p>
        </p:txBody>
      </p:sp>
      <p:sp>
        <p:nvSpPr>
          <p:cNvPr id="153882146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25667294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2662477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</a:p>
        </p:txBody>
      </p:sp>
      <p:sp>
        <p:nvSpPr>
          <p:cNvPr id="1426990001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5947397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9854095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803825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