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447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37515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946262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06279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83557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357924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003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7005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088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35223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95834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6661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63001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0262855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10910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9489497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1789132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</a:p>
        </p:txBody>
      </p:sp>
      <p:sp>
        <p:nvSpPr>
          <p:cNvPr id="13439632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9114763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675622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불암주유소 로직확인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데이터 처리요청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불암주유소 중복삭제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분석요청</a:t>
            </a:r>
          </a:p>
        </p:txBody>
      </p:sp>
      <p:sp>
        <p:nvSpPr>
          <p:cNvPr id="8299200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0048094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0159754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20044785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6104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8568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746085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2793131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80706150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0335544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113073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</a:p>
        </p:txBody>
      </p:sp>
      <p:sp>
        <p:nvSpPr>
          <p:cNvPr id="20048275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29754409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5559125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90268983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3575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904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40890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55111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169766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48373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86617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63108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14999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97431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371660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03003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76983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577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00484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16641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</a:p>
        </p:txBody>
      </p:sp>
      <p:sp>
        <p:nvSpPr>
          <p:cNvPr id="35488798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20112918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8043483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1224543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883713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10521887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44353390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</a:p>
        </p:txBody>
      </p:sp>
      <p:sp>
        <p:nvSpPr>
          <p:cNvPr id="195731854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5424926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92591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81035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7079540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80623764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 Board 버전 오류</a:t>
            </a:r>
          </a:p>
        </p:txBody>
      </p:sp>
      <p:sp>
        <p:nvSpPr>
          <p:cNvPr id="18187058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4094765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7038347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ITSM-102752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ITSM-106250 작업유형 변경ITSM-101543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ITSM-107060 작업유형 변경ITSM-107094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 Board 버전 오류</a:t>
            </a:r>
          </a:p>
        </p:txBody>
      </p:sp>
      <p:sp>
        <p:nvSpPr>
          <p:cNvPr id="17407864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8481408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209855332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9163501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3944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7894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33186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79714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485192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61924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329141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99336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98612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2842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96325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57063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08723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59805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506580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0422875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4227130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04647899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883119702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9097880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91391464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프로세스 상세 확인을 위한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녹화   - 작업 Log 추가하기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재발송 및 재수행 모니터링, 딜레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 및 object 잡기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'자재목록 단가 정리' 작업 주말 재수행 수정 원복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'Margin 계산' 작업 Excel 복사 Task 추가생성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스케줄 추가,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WMS 수정 및 수신자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'#4 외화송급' 작업 낮작업 메일 미발송. 작업 정상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여부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외화지급계좌 증빙대사' 작업 CP 로그인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'#2 외화지급계좌 증빙대사' 작업 Migrati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</a:t>
            </a:r>
          </a:p>
        </p:txBody>
      </p:sp>
      <p:sp>
        <p:nvSpPr>
          <p:cNvPr id="1910770444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59985728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47472302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878973120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5142187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7503848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7428967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36624243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</a:p>
        </p:txBody>
      </p:sp>
      <p:sp>
        <p:nvSpPr>
          <p:cNvPr id="1048535451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60040844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07398982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</a:p>
        </p:txBody>
      </p:sp>
      <p:sp>
        <p:nvSpPr>
          <p:cNvPr id="1269474820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36746067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65223665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960065178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8339135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2136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55472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22876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588611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45759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468474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536388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9093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15007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48986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13390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0960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60242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482419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53202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6489446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</a:p>
        </p:txBody>
      </p:sp>
      <p:sp>
        <p:nvSpPr>
          <p:cNvPr id="11833479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</a:t>
            </a:r>
          </a:p>
        </p:txBody>
      </p:sp>
      <p:sp>
        <p:nvSpPr>
          <p:cNvPr id="5509550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10881455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324734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재점검4. 작업계획서 -&gt; 작업계획관리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-&gt; 승인요청 -&gt; 수신처 추가오류 수정[maxAmt 변수 크기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(코드+프로시저)]</a:t>
            </a:r>
          </a:p>
        </p:txBody>
      </p:sp>
      <p:sp>
        <p:nvSpPr>
          <p:cNvPr id="7803061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</a:p>
        </p:txBody>
      </p:sp>
      <p:sp>
        <p:nvSpPr>
          <p:cNvPr id="95643550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  <a:br/>
            <a:br/>
          </a:p>
        </p:txBody>
      </p:sp>
      <p:sp>
        <p:nvSpPr>
          <p:cNvPr id="12734526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</a:p>
        </p:txBody>
      </p:sp>
      <p:sp>
        <p:nvSpPr>
          <p:cNvPr id="6273034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56823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91659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1988736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210892898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 스마트러닝 데이터 연계 모니터링 예정</a:t>
            </a:r>
          </a:p>
        </p:txBody>
      </p:sp>
      <p:sp>
        <p:nvSpPr>
          <p:cNvPr id="20601353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60407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685059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화면 부서 카테고리 분류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상 메뉴 “보고서 &gt; ERM sub committee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록” 관련 ERM sub Committee 개최일로 표시도록 수정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계기1팀 도현우 주임(5152) ERS 부서지침서 폴더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를 위한 관리자(Admin)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교육날짜 변경건 수정처리</a:t>
            </a:r>
          </a:p>
        </p:txBody>
      </p:sp>
      <p:sp>
        <p:nvSpPr>
          <p:cNvPr id="25286456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0616486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3071516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773873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81144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8702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98404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72193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079438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98626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798508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69363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38987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887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56373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850743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56783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07652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45814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15396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4816896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1845207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1970082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671376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5401657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MRO 저장품 수불대장 데이터 제공 가능 여부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중부영업지원팀 상품권PC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판매등록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중부영업지원팀 고객사 등록 지원 및 판매등록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개발 DB 패치 업데이트 테스트 확인 요청</a:t>
            </a:r>
          </a:p>
        </p:txBody>
      </p:sp>
      <p:sp>
        <p:nvSpPr>
          <p:cNvPr id="4695461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16256447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14641623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119252361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79921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47788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</a:p>
        </p:txBody>
      </p:sp>
      <p:sp>
        <p:nvSpPr>
          <p:cNvPr id="2361066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79257640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</a:p>
        </p:txBody>
      </p:sp>
      <p:sp>
        <p:nvSpPr>
          <p:cNvPr id="10881588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916539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1433811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HCM 운영, '이충운' 팀리더님 SAP ID 경고 메시지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생(IP 동일함에도 문제가 발생) 건 확인 및 조치 요청</a:t>
            </a:r>
          </a:p>
        </p:txBody>
      </p:sp>
      <p:sp>
        <p:nvSpPr>
          <p:cNvPr id="137442048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3220108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2495923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205351917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21329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3628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30416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15605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510909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6923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62427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02174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24446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03321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1718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87048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35841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0143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706431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43217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919534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4439073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0896657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148809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036466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TAS/RAS 노후서버 교체작업으로 인한 서버설정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I/F서비스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시스템 정기점진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IIB WMB 7.0.0.0 release 결함으로 인한 7.0.0.3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패치</a:t>
            </a:r>
          </a:p>
        </p:txBody>
      </p:sp>
      <p:sp>
        <p:nvSpPr>
          <p:cNvPr id="18738030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9457968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17311510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13277272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3182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