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97092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4053404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7784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60463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594816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80058809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029358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45906645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1542161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45203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8475197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24745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12985279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6908146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6580969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87004841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576079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3401297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8801520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84566789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568001765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08456281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667075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59560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192639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6939469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489009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07477132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278170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9309780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2825150" name="Frame"/>
          <p:cNvSpPr>
            <a:spLocks noGrp="1"/>
          </p:cNvSpPr>
          <p:nvPr/>
        </p:nvSpPr>
        <p:spPr>
          <a:xfrm>
            <a:off x="101600" y="26797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34549311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06036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85730505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08834163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9774190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53531316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84487024" name="Frame"/>
          <p:cNvSpPr>
            <a:spLocks noGrp="1"/>
          </p:cNvSpPr>
          <p:nvPr/>
        </p:nvSpPr>
        <p:spPr>
          <a:xfrm>
            <a:off x="165100" y="40005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06017503" name="Text">
    </p:cNvPr>
          <p:cNvSpPr>
            <a:spLocks noGrp="1"/>
          </p:cNvSpPr>
          <p:nvPr/>
        </p:nvSpPr>
        <p:spPr>
          <a:xfrm rot="0">
            <a:off x="165100" y="39751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33275536" name="Text">
    </p:cNvPr>
          <p:cNvSpPr>
            <a:spLocks noGrp="1"/>
          </p:cNvSpPr>
          <p:nvPr/>
        </p:nvSpPr>
        <p:spPr>
          <a:xfrm rot="0">
            <a:off x="965200" y="40259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2026473296" name="Text">
    </p:cNvPr>
          <p:cNvSpPr>
            <a:spLocks noGrp="1"/>
          </p:cNvSpPr>
          <p:nvPr/>
        </p:nvSpPr>
        <p:spPr>
          <a:xfrm rot="0">
            <a:off x="7239000" y="40259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56336204" name="Text">
    </p:cNvPr>
          <p:cNvSpPr>
            <a:spLocks noGrp="1"/>
          </p:cNvSpPr>
          <p:nvPr/>
        </p:nvSpPr>
        <p:spPr>
          <a:xfrm rot="0">
            <a:off x="5549900" y="40259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717304688" name="Text">
    </p:cNvPr>
          <p:cNvSpPr>
            <a:spLocks noGrp="1"/>
          </p:cNvSpPr>
          <p:nvPr/>
        </p:nvSpPr>
        <p:spPr>
          <a:xfrm rot="0">
            <a:off x="901700" y="39751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9963935" name="Text">
    </p:cNvPr>
          <p:cNvSpPr>
            <a:spLocks noGrp="1"/>
          </p:cNvSpPr>
          <p:nvPr/>
        </p:nvSpPr>
        <p:spPr>
          <a:xfrm rot="0">
            <a:off x="6121400" y="39751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850373" name="Text">
    </p:cNvPr>
          <p:cNvSpPr>
            <a:spLocks noGrp="1"/>
          </p:cNvSpPr>
          <p:nvPr/>
        </p:nvSpPr>
        <p:spPr>
          <a:xfrm rot="0">
            <a:off x="5549900" y="39751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3801097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05712083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3636175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422126626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23391653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946114570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446196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4670094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392912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7778061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33918663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3926666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플랜트별/거래처별 품질자료 제공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'#1 회계지급전표 증빙대사' 작업 '대사결과 X' 원인파악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문서등록 변환오류 수정요청(PX2팀, 부서지침서 16건)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MGT 장비(파노라마) 및 DC_EXT_FW OS Upgrad 서비스지원</a:t>
            </a:r>
          </a:p>
        </p:txBody>
      </p:sp>
      <p:sp>
        <p:nvSpPr>
          <p:cNvPr id="1594306726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82491089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9538175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</a:p>
        </p:txBody>
      </p:sp>
      <p:sp>
        <p:nvSpPr>
          <p:cNvPr id="1473505456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105580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3423462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045295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260568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60693136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86243970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ZFIR9581 화면 기본 조회 화면에 '용량' column 추가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자재 입고전표(반입증, 검수증) 등록 시 개선 요청</a:t>
            </a:r>
          </a:p>
        </p:txBody>
      </p:sp>
      <p:sp>
        <p:nvSpPr>
          <p:cNvPr id="1532110684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7255506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283068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</a:p>
        </p:txBody>
      </p:sp>
      <p:sp>
        <p:nvSpPr>
          <p:cNvPr id="2101745152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9347123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358621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811129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