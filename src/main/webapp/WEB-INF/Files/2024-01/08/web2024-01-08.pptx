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754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25705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94146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33556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13055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3404768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632943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37875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31595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938813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7543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36909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57526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481029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5548053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1922012899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</a:p>
        </p:txBody>
      </p:sp>
      <p:sp>
        <p:nvSpPr>
          <p:cNvPr id="557277429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</a:p>
        </p:txBody>
      </p:sp>
      <p:sp>
        <p:nvSpPr>
          <p:cNvPr id="1976672866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986501198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202697598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ITSM-104911 A30-23-0715 결재문서 본문 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미지 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ITSM-104885 경조금신청서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ITSM-104883 기성보고서 첨부파일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ITSM-104966 결재문서 내용 수정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ITSM-105216 협조문의 첨부파일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ITSM-105227 Arrow Diagram Management Syst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em 도입 용역 계약체결기안 첨부 교체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ITSM-105234 결재 완료된 문서의 첨부 문서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(제목 : Minutes of the 25th Meeting of Shaheen Projec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 Steering Committee)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ITSM-105198 2024년 실험장비 부품류 연간교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계약 체결기안의 첨부파일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ITSM-105259 RTS I21-0035 PX1팀 Flare Ga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 열량계 설치 가동전점검 첨부문서 수정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ITSM-105265 협조문 첨부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ITSM-105293 협조문 오탈자 수정 요청</a:t>
            </a:r>
          </a:p>
        </p:txBody>
      </p:sp>
      <p:sp>
        <p:nvSpPr>
          <p:cNvPr id="1660667336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448903495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354692027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554300169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2877669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031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96978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769404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427425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49533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640008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29494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57583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36945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294493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35109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20131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873209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581706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28683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832671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55981115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15302342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240476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5575607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3690150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65364704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32154023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</a:p>
        </p:txBody>
      </p:sp>
      <p:sp>
        <p:nvSpPr>
          <p:cNvPr id="175889873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6484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74421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77393425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19374460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7909939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43381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436023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플랜트별/거래처별 품질자료 제공 시스템 구축</a:t>
            </a:r>
          </a:p>
        </p:txBody>
      </p:sp>
      <p:sp>
        <p:nvSpPr>
          <p:cNvPr id="32366138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55361046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</a:p>
        </p:txBody>
      </p:sp>
      <p:sp>
        <p:nvSpPr>
          <p:cNvPr id="133401468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027920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994655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2969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98808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38542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413229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48974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518163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58507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5349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91195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54543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866042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85675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09412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093805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6527109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570986385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</a:p>
        </p:txBody>
      </p:sp>
      <p:sp>
        <p:nvSpPr>
          <p:cNvPr id="1500656714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반영</a:t>
            </a:r>
          </a:p>
        </p:txBody>
      </p:sp>
      <p:sp>
        <p:nvSpPr>
          <p:cNvPr id="416943298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70451421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88932424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추가및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ITSM-104515 변경결과 작성ITSM-104947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작성ITSM-104991 긴급도 변경ITSM-103126 견적서 삭제IT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SM-103198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서비스 항목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ITSM-104952 서비스요청서 삭제ITSM-104961 견적서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삭제ITSM-105087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서비스 항목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ITSM-104997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ITSM-105319 변경결과 작성ITSM-105288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변경ITSM-105287 배포상태 변경</a:t>
            </a:r>
          </a:p>
        </p:txBody>
      </p:sp>
      <p:sp>
        <p:nvSpPr>
          <p:cNvPr id="1041504695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986047659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277774992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51082554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9912013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69572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16967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87745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46323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98689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602274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692938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83135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37469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50332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27420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4140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189328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078327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8407783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580930922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</a:p>
        </p:txBody>
      </p:sp>
      <p:sp>
        <p:nvSpPr>
          <p:cNvPr id="487763170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'일일 사전점검' 작업 마이그레이션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트, 수정</a:t>
            </a:r>
          </a:p>
        </p:txBody>
      </p:sp>
      <p:sp>
        <p:nvSpPr>
          <p:cNvPr id="963931767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26759371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69312285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A11 -&gt; A360 '일일 사전점검' 작업 마이그레이션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데이터 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수행 년도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'에너지관리팀-Daily Report', '생산최적화팀-Mar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gin' 엑셀 연도 변경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'자금운영팀-환율주가 SMS전송' 작업 종가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A360 '법인영업팀-항공급유 매출입력' 작업 재수행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A11 '#1 회계지급전표 증빙대사' 작업 데이터 정리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시스템 추가 설정 (Git, .....), 개발 및 빌드,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 송금' 작업 원활 수행을 위한 1번(회계증빙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대사) 작업 중단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새벽작업 작업 마무리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'대사결과 X' 원인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파악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'Basic Chemical팀-나프타 수입부과금' 작업 및 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케쥴알림 수신자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 Data 회신 가능 여부 확인 및 DB 접속 계정 정보 전달- 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NS 등록 및 방화벽 오픈 결제 신청</a:t>
            </a:r>
          </a:p>
        </p:txBody>
      </p:sp>
      <p:sp>
        <p:nvSpPr>
          <p:cNvPr id="2099025391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728138221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719434496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435300968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82228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242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28909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44552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30668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53619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014492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47353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778254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123666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17327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34705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440636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293449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66658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123430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8284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105669584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</a:p>
        </p:txBody>
      </p:sp>
      <p:sp>
        <p:nvSpPr>
          <p:cNvPr id="4725146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507593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7626655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</a:p>
        </p:txBody>
      </p:sp>
      <p:sp>
        <p:nvSpPr>
          <p:cNvPr id="9115699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05853115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68489000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11390855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807504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626852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05216601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43858949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</a:p>
        </p:txBody>
      </p:sp>
      <p:sp>
        <p:nvSpPr>
          <p:cNvPr id="200590585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50849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2076731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건(assessment 요청관련 기능 추가요청, 사내평가/사외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평가관련 메일발송 기능 추가)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LMS내 문구 수정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LMS시스템 2024년 DP CODE 생성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ERS규정관리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문서등록 변환오류 수정요청(PX2팀, 부서지침서 16건)</a:t>
            </a:r>
          </a:p>
        </p:txBody>
      </p:sp>
      <p:sp>
        <p:nvSpPr>
          <p:cNvPr id="56482644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72370755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20357686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83187200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508071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3075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95910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49282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215145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405943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448302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20280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18943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60521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036433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30619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37567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578437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5622369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235291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947970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9365272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1596773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76937248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695834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공장 Application 사전작업 체크리스트 검토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HQWMSAP1 서버 다운 장애 긴급 조치 및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2023 Final 모집단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[취약점 대상] 확인 불가 DB 계정 삭제 검토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지사 -&gt; 본사 불출이관 건 오류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입출고, 입고일자 및 판매등록 데이터 판매일, 재고 DB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모바일교환상품권 9월 테스트 데이터 확인 및 삭제된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복구 요청 (사용자 오류)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회수현황 ERP연계 데이터 DB작업 요청</a:t>
            </a:r>
          </a:p>
        </p:txBody>
      </p:sp>
      <p:sp>
        <p:nvSpPr>
          <p:cNvPr id="98102217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</a:p>
        </p:txBody>
      </p:sp>
      <p:sp>
        <p:nvSpPr>
          <p:cNvPr id="6580190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</a:p>
        </p:txBody>
      </p:sp>
      <p:sp>
        <p:nvSpPr>
          <p:cNvPr id="21106833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</a:p>
        </p:txBody>
      </p:sp>
      <p:sp>
        <p:nvSpPr>
          <p:cNvPr id="11616912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768232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031943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</a:p>
        </p:txBody>
      </p:sp>
      <p:sp>
        <p:nvSpPr>
          <p:cNvPr id="153294566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br/>
          </a:p>
        </p:txBody>
      </p:sp>
      <p:sp>
        <p:nvSpPr>
          <p:cNvPr id="18508608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16334653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8115793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01655112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156961077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</a:p>
        </p:txBody>
      </p:sp>
      <p:sp>
        <p:nvSpPr>
          <p:cNvPr id="92454312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68%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</a:p>
        </p:txBody>
      </p:sp>
      <p:sp>
        <p:nvSpPr>
          <p:cNvPr id="91133239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br/>
          </a:p>
        </p:txBody>
      </p:sp>
      <p:sp>
        <p:nvSpPr>
          <p:cNvPr id="81305547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213007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6454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716869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706063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454340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154701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342774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31941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49232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89521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9156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57500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7329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877292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55021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9700468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9411084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89447058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</a:p>
        </p:txBody>
      </p:sp>
      <p:sp>
        <p:nvSpPr>
          <p:cNvPr id="24365550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7676633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6220751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MGT 장비(파노라마) 및 DC_EXT_FW OS Upgrad 서비스지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원</a:t>
            </a:r>
          </a:p>
        </p:txBody>
      </p:sp>
      <p:sp>
        <p:nvSpPr>
          <p:cNvPr id="1907307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</a:p>
        </p:txBody>
      </p:sp>
      <p:sp>
        <p:nvSpPr>
          <p:cNvPr id="71097738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</a:p>
        </p:txBody>
      </p:sp>
      <p:sp>
        <p:nvSpPr>
          <p:cNvPr id="16066992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</a:p>
        </p:txBody>
      </p:sp>
      <p:sp>
        <p:nvSpPr>
          <p:cNvPr id="17896150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07096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