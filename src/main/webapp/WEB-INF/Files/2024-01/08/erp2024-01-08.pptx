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954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93870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8003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774464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57250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426901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5288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3152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37451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9718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11335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60206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9505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62347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21165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9614091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7273011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45875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351790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006488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권한오브젝트 유저 셋팅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국내/해외출장비 신청서 작성연도와 같은 연도/전기일로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표 생성되도록 수정(ZFI_RFC_RECEIVE_POSTING)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방문교통비관련 인터페이스 오더번호 분석 / 출장비 회계연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추가수정 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'SAP ZFIR9581 화면 기본 조회 화면에 '용량' column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설정(ZFIR9581)</a:t>
            </a:r>
          </a:p>
        </p:txBody>
      </p:sp>
      <p:sp>
        <p:nvSpPr>
          <p:cNvPr id="899914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946589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6704587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3542371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8564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887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8390402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8177395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</a:p>
        </p:txBody>
      </p:sp>
      <p:sp>
        <p:nvSpPr>
          <p:cNvPr id="5170298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488735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201973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해외출장비 신청서 금액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7901643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1216689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1821859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568781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6431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9988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7723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605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3387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54123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12110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12640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94818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98722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14139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19898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49893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98385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97466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43081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5651331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899910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</a:p>
        </p:txBody>
      </p:sp>
      <p:sp>
        <p:nvSpPr>
          <p:cNvPr id="16673418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937555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456537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</a:p>
        </p:txBody>
      </p:sp>
      <p:sp>
        <p:nvSpPr>
          <p:cNvPr id="12984128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5792048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47166191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33149378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55345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798472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</a:p>
        </p:txBody>
      </p:sp>
      <p:sp>
        <p:nvSpPr>
          <p:cNvPr id="1656695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</a:p>
        </p:txBody>
      </p:sp>
      <p:sp>
        <p:nvSpPr>
          <p:cNvPr id="19419261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20616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97348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51537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서버 인사 마스터 전송 관련 파일 다운로드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Final 운영평가용 내부통제 관련 증빙자료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</a:p>
        </p:txBody>
      </p:sp>
      <p:sp>
        <p:nvSpPr>
          <p:cNvPr id="16206493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247361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3310574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21070292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850174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2739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58357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17253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47815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938605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849373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61679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5807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90355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82943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25171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53489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68424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02405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93383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8341729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9244787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218056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522767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330113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2116723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6380353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3575971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19495938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6494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10631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3779896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969781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2331460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904847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4515137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834849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781307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17759252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4964851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6723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2832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16494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8573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8320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71137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064822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24131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6370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5591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5326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89648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4240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46893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07154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93967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5297385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</a:p>
        </p:txBody>
      </p:sp>
      <p:sp>
        <p:nvSpPr>
          <p:cNvPr id="2834237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 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0%</a:t>
            </a:r>
          </a:p>
        </p:txBody>
      </p:sp>
      <p:sp>
        <p:nvSpPr>
          <p:cNvPr id="10110227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622019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866764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</a:t>
            </a:r>
          </a:p>
        </p:txBody>
      </p:sp>
      <p:sp>
        <p:nvSpPr>
          <p:cNvPr id="19663559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5771561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53858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17194045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06135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95904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720236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429390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7085928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851527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246741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ITSM-96030   ZFIR9350-1/4 운영반영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ITSM-98746-1/4 프로그램 수정</a:t>
            </a:r>
          </a:p>
        </p:txBody>
      </p:sp>
      <p:sp>
        <p:nvSpPr>
          <p:cNvPr id="15829142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3697803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20217792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657746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34705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