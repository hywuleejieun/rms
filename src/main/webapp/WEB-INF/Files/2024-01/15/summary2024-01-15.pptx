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080588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0260279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430228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549334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5687161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587943613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5938998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9450682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6605485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4142654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2088055248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213502397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448508918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46671716" name="Frame"/>
          <p:cNvSpPr>
            <a:spLocks noGrp="1"/>
          </p:cNvSpPr>
          <p:nvPr/>
        </p:nvSpPr>
        <p:spPr>
          <a:xfrm>
            <a:off x="25400" y="56769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34831180" name="Text">
    </p:cNvPr>
          <p:cNvSpPr>
            <a:spLocks noGrp="1"/>
          </p:cNvSpPr>
          <p:nvPr/>
        </p:nvSpPr>
        <p:spPr>
          <a:xfrm rot="0">
            <a:off x="152400" y="57023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933918582" name="Text">
    </p:cNvPr>
          <p:cNvSpPr>
            <a:spLocks noGrp="1"/>
          </p:cNvSpPr>
          <p:nvPr/>
        </p:nvSpPr>
        <p:spPr>
          <a:xfrm rot="0">
            <a:off x="6451600" y="62357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4936555" name="Text">
    </p:cNvPr>
          <p:cNvSpPr>
            <a:spLocks noGrp="1"/>
          </p:cNvSpPr>
          <p:nvPr/>
        </p:nvSpPr>
        <p:spPr>
          <a:xfrm rot="0">
            <a:off x="2057400" y="62357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540504" name="Text">
    </p:cNvPr>
          <p:cNvSpPr>
            <a:spLocks noGrp="1"/>
          </p:cNvSpPr>
          <p:nvPr/>
        </p:nvSpPr>
        <p:spPr>
          <a:xfrm rot="0">
            <a:off x="101600" y="62357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2325309" name="Text">
    </p:cNvPr>
          <p:cNvSpPr>
            <a:spLocks noGrp="1"/>
          </p:cNvSpPr>
          <p:nvPr/>
        </p:nvSpPr>
        <p:spPr>
          <a:xfrm rot="0">
            <a:off x="101600" y="59944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252124380" name="Text">
    </p:cNvPr>
          <p:cNvSpPr>
            <a:spLocks noGrp="1"/>
          </p:cNvSpPr>
          <p:nvPr/>
        </p:nvSpPr>
        <p:spPr>
          <a:xfrm rot="0">
            <a:off x="2057400" y="59944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304899139" name="Text">
    </p:cNvPr>
          <p:cNvSpPr>
            <a:spLocks noGrp="1"/>
          </p:cNvSpPr>
          <p:nvPr/>
        </p:nvSpPr>
        <p:spPr>
          <a:xfrm rot="0">
            <a:off x="6451600" y="59944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665180043" name="Text">
    </p:cNvPr>
          <p:cNvSpPr>
            <a:spLocks noGrp="1"/>
          </p:cNvSpPr>
          <p:nvPr/>
        </p:nvSpPr>
        <p:spPr>
          <a:xfrm rot="0">
            <a:off x="101600" y="65278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068321" name="Text">
    </p:cNvPr>
          <p:cNvSpPr>
            <a:spLocks noGrp="1"/>
          </p:cNvSpPr>
          <p:nvPr/>
        </p:nvSpPr>
        <p:spPr>
          <a:xfrm rot="0">
            <a:off x="6451600" y="65278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7845606" name="Text">
    </p:cNvPr>
          <p:cNvSpPr>
            <a:spLocks noGrp="1"/>
          </p:cNvSpPr>
          <p:nvPr/>
        </p:nvSpPr>
        <p:spPr>
          <a:xfrm rot="0">
            <a:off x="2057400" y="65278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0616820" name="Text">
    </p:cNvPr>
          <p:cNvSpPr>
            <a:spLocks noGrp="1"/>
          </p:cNvSpPr>
          <p:nvPr/>
        </p:nvSpPr>
        <p:spPr>
          <a:xfrm rot="0">
            <a:off x="1244600" y="65278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5425823" name="Text">
    </p:cNvPr>
          <p:cNvSpPr>
            <a:spLocks noGrp="1"/>
          </p:cNvSpPr>
          <p:nvPr/>
        </p:nvSpPr>
        <p:spPr>
          <a:xfrm rot="0">
            <a:off x="1244600" y="62357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1229860" name="Text">
    </p:cNvPr>
          <p:cNvSpPr>
            <a:spLocks noGrp="1"/>
          </p:cNvSpPr>
          <p:nvPr/>
        </p:nvSpPr>
        <p:spPr>
          <a:xfrm rot="0">
            <a:off x="1244600" y="59944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77212520" name="Text">
    </p:cNvPr>
          <p:cNvSpPr>
            <a:spLocks noGrp="1"/>
          </p:cNvSpPr>
          <p:nvPr/>
        </p:nvSpPr>
        <p:spPr>
          <a:xfrm rot="0">
            <a:off x="8102600" y="65278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5470293" name="Text">
    </p:cNvPr>
          <p:cNvSpPr>
            <a:spLocks noGrp="1"/>
          </p:cNvSpPr>
          <p:nvPr/>
        </p:nvSpPr>
        <p:spPr>
          <a:xfrm rot="0">
            <a:off x="8102600" y="59944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660501167" name="Text">
    </p:cNvPr>
          <p:cNvSpPr>
            <a:spLocks noGrp="1"/>
          </p:cNvSpPr>
          <p:nvPr/>
        </p:nvSpPr>
        <p:spPr>
          <a:xfrm rot="0">
            <a:off x="8102600" y="62357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4265973" name="Frame"/>
          <p:cNvSpPr>
            <a:spLocks noGrp="1"/>
          </p:cNvSpPr>
          <p:nvPr/>
        </p:nvSpPr>
        <p:spPr>
          <a:xfrm>
            <a:off x="101600" y="2959100"/>
            <a:ext cx="9779000" cy="2552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50068836" name="Text">
    </p:cNvPr>
          <p:cNvSpPr>
            <a:spLocks noGrp="1"/>
          </p:cNvSpPr>
          <p:nvPr/>
        </p:nvSpPr>
        <p:spPr>
          <a:xfrm rot="0">
            <a:off x="165100" y="3022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0413888" name="Text">
    </p:cNvPr>
          <p:cNvSpPr>
            <a:spLocks noGrp="1"/>
          </p:cNvSpPr>
          <p:nvPr/>
        </p:nvSpPr>
        <p:spPr>
          <a:xfrm rot="0">
            <a:off x="152400" y="2984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295788794" name="Text">
    </p:cNvPr>
          <p:cNvSpPr>
            <a:spLocks noGrp="1"/>
          </p:cNvSpPr>
          <p:nvPr/>
        </p:nvSpPr>
        <p:spPr>
          <a:xfrm rot="0">
            <a:off x="165100" y="3238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55064762" name="Text">
    </p:cNvPr>
          <p:cNvSpPr>
            <a:spLocks noGrp="1"/>
          </p:cNvSpPr>
          <p:nvPr/>
        </p:nvSpPr>
        <p:spPr>
          <a:xfrm rot="0">
            <a:off x="901700" y="3238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18365866" name="Text">
    </p:cNvPr>
          <p:cNvSpPr>
            <a:spLocks noGrp="1"/>
          </p:cNvSpPr>
          <p:nvPr/>
        </p:nvSpPr>
        <p:spPr>
          <a:xfrm rot="0">
            <a:off x="5549900" y="3238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158503693" name="Text">
    </p:cNvPr>
          <p:cNvSpPr>
            <a:spLocks noGrp="1"/>
          </p:cNvSpPr>
          <p:nvPr/>
        </p:nvSpPr>
        <p:spPr>
          <a:xfrm rot="0">
            <a:off x="6121400" y="3238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74896300" name="Frame"/>
          <p:cNvSpPr>
            <a:spLocks noGrp="1"/>
          </p:cNvSpPr>
          <p:nvPr/>
        </p:nvSpPr>
        <p:spPr>
          <a:xfrm>
            <a:off x="165100" y="4279900"/>
            <a:ext cx="9664700" cy="1231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427973691" name="Text">
    </p:cNvPr>
          <p:cNvSpPr>
            <a:spLocks noGrp="1"/>
          </p:cNvSpPr>
          <p:nvPr/>
        </p:nvSpPr>
        <p:spPr>
          <a:xfrm rot="0">
            <a:off x="165100" y="42545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29020851" name="Text">
    </p:cNvPr>
          <p:cNvSpPr>
            <a:spLocks noGrp="1"/>
          </p:cNvSpPr>
          <p:nvPr/>
        </p:nvSpPr>
        <p:spPr>
          <a:xfrm rot="0">
            <a:off x="965200" y="4305300"/>
            <a:ext cx="4584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HCM 당일 시내출장 중식비 신청서 신규개발</a:t>
            </a:r>
          </a:p>
        </p:txBody>
      </p:sp>
      <p:sp>
        <p:nvSpPr>
          <p:cNvPr id="1820435938" name="Text">
    </p:cNvPr>
          <p:cNvSpPr>
            <a:spLocks noGrp="1"/>
          </p:cNvSpPr>
          <p:nvPr/>
        </p:nvSpPr>
        <p:spPr>
          <a:xfrm rot="0">
            <a:off x="7239000" y="4305300"/>
            <a:ext cx="2552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06264186" name="Text">
    </p:cNvPr>
          <p:cNvSpPr>
            <a:spLocks noGrp="1"/>
          </p:cNvSpPr>
          <p:nvPr/>
        </p:nvSpPr>
        <p:spPr>
          <a:xfrm rot="0">
            <a:off x="5549900" y="4305300"/>
            <a:ext cx="5715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</a:p>
        </p:txBody>
      </p:sp>
      <p:sp>
        <p:nvSpPr>
          <p:cNvPr id="1874930629" name="Text">
    </p:cNvPr>
          <p:cNvSpPr>
            <a:spLocks noGrp="1"/>
          </p:cNvSpPr>
          <p:nvPr/>
        </p:nvSpPr>
        <p:spPr>
          <a:xfrm rot="0">
            <a:off x="901700" y="42545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4841835" name="Text">
    </p:cNvPr>
          <p:cNvSpPr>
            <a:spLocks noGrp="1"/>
          </p:cNvSpPr>
          <p:nvPr/>
        </p:nvSpPr>
        <p:spPr>
          <a:xfrm rot="0">
            <a:off x="6121400" y="42545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0661971" name="Text">
    </p:cNvPr>
          <p:cNvSpPr>
            <a:spLocks noGrp="1"/>
          </p:cNvSpPr>
          <p:nvPr/>
        </p:nvSpPr>
        <p:spPr>
          <a:xfrm rot="0">
            <a:off x="5549900" y="42545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4044108" name="Frame"/>
          <p:cNvSpPr>
            <a:spLocks noGrp="1"/>
          </p:cNvSpPr>
          <p:nvPr/>
        </p:nvSpPr>
        <p:spPr>
          <a:xfrm>
            <a:off x="165100" y="35814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44431310" name="Text">
    </p:cNvPr>
          <p:cNvSpPr>
            <a:spLocks noGrp="1"/>
          </p:cNvSpPr>
          <p:nvPr/>
        </p:nvSpPr>
        <p:spPr>
          <a:xfrm rot="0">
            <a:off x="165100" y="3581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545776131" name="Text">
    </p:cNvPr>
          <p:cNvSpPr>
            <a:spLocks noGrp="1"/>
          </p:cNvSpPr>
          <p:nvPr/>
        </p:nvSpPr>
        <p:spPr>
          <a:xfrm rot="0">
            <a:off x="965200" y="36576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</a:p>
        </p:txBody>
      </p:sp>
      <p:sp>
        <p:nvSpPr>
          <p:cNvPr id="899954728" name="Text">
    </p:cNvPr>
          <p:cNvSpPr>
            <a:spLocks noGrp="1"/>
          </p:cNvSpPr>
          <p:nvPr/>
        </p:nvSpPr>
        <p:spPr>
          <a:xfrm rot="0">
            <a:off x="7239000" y="36576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269184811" name="Text">
    </p:cNvPr>
          <p:cNvSpPr>
            <a:spLocks noGrp="1"/>
          </p:cNvSpPr>
          <p:nvPr/>
        </p:nvSpPr>
        <p:spPr>
          <a:xfrm rot="0">
            <a:off x="5549900" y="36576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</a:p>
        </p:txBody>
      </p:sp>
      <p:sp>
        <p:nvSpPr>
          <p:cNvPr id="534505471" name="Text">
    </p:cNvPr>
          <p:cNvSpPr>
            <a:spLocks noGrp="1"/>
          </p:cNvSpPr>
          <p:nvPr/>
        </p:nvSpPr>
        <p:spPr>
          <a:xfrm rot="0">
            <a:off x="901700" y="3581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74813" name="Text">
    </p:cNvPr>
          <p:cNvSpPr>
            <a:spLocks noGrp="1"/>
          </p:cNvSpPr>
          <p:nvPr/>
        </p:nvSpPr>
        <p:spPr>
          <a:xfrm rot="0">
            <a:off x="6121400" y="3581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7810599" name="Text">
    </p:cNvPr>
          <p:cNvSpPr>
            <a:spLocks noGrp="1"/>
          </p:cNvSpPr>
          <p:nvPr/>
        </p:nvSpPr>
        <p:spPr>
          <a:xfrm rot="0">
            <a:off x="5549900" y="3581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7525865" name="Frame"/>
          <p:cNvSpPr>
            <a:spLocks noGrp="1"/>
          </p:cNvSpPr>
          <p:nvPr/>
        </p:nvSpPr>
        <p:spPr>
          <a:xfrm>
            <a:off x="127000" y="1384300"/>
            <a:ext cx="9779000" cy="1435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81418079" name="Frame"/>
          <p:cNvSpPr>
            <a:spLocks noGrp="1"/>
          </p:cNvSpPr>
          <p:nvPr/>
        </p:nvSpPr>
        <p:spPr>
          <a:xfrm>
            <a:off x="152400" y="2197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40107537" name="Text">
    </p:cNvPr>
          <p:cNvSpPr>
            <a:spLocks noGrp="1"/>
          </p:cNvSpPr>
          <p:nvPr/>
        </p:nvSpPr>
        <p:spPr>
          <a:xfrm rot="0">
            <a:off x="152400" y="2171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48575320" name="Text">
    </p:cNvPr>
          <p:cNvSpPr>
            <a:spLocks noGrp="1"/>
          </p:cNvSpPr>
          <p:nvPr/>
        </p:nvSpPr>
        <p:spPr>
          <a:xfrm rot="0">
            <a:off x="952500" y="2222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[Mobile] ebiz 권한 요청 팝업 화면 이미지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A11 '#4 외화송금' 작업 파일첨부 작업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SABIC 에러 확인 및 로그 전달, 큐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ERM 시스템상 2023.4Q Risk assessment data 수정 요청 (R297 관련)</a:t>
            </a:r>
          </a:p>
        </p:txBody>
      </p:sp>
      <p:sp>
        <p:nvSpPr>
          <p:cNvPr id="1622313395" name="Text">
    </p:cNvPr>
          <p:cNvSpPr>
            <a:spLocks noGrp="1"/>
          </p:cNvSpPr>
          <p:nvPr/>
        </p:nvSpPr>
        <p:spPr>
          <a:xfrm rot="0">
            <a:off x="7226300" y="2222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32777340" name="Text">
    </p:cNvPr>
          <p:cNvSpPr>
            <a:spLocks noGrp="1"/>
          </p:cNvSpPr>
          <p:nvPr/>
        </p:nvSpPr>
        <p:spPr>
          <a:xfrm rot="0">
            <a:off x="6108700" y="2171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138035535" name="Text">
    </p:cNvPr>
          <p:cNvSpPr>
            <a:spLocks noGrp="1"/>
          </p:cNvSpPr>
          <p:nvPr/>
        </p:nvSpPr>
        <p:spPr>
          <a:xfrm rot="0">
            <a:off x="5537200" y="2222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</a:p>
        </p:txBody>
      </p:sp>
      <p:sp>
        <p:nvSpPr>
          <p:cNvPr id="1815244545" name="Text">
    </p:cNvPr>
          <p:cNvSpPr>
            <a:spLocks noGrp="1"/>
          </p:cNvSpPr>
          <p:nvPr/>
        </p:nvSpPr>
        <p:spPr>
          <a:xfrm rot="0">
            <a:off x="889000" y="2171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4813221" name="Text">
    </p:cNvPr>
          <p:cNvSpPr>
            <a:spLocks noGrp="1"/>
          </p:cNvSpPr>
          <p:nvPr/>
        </p:nvSpPr>
        <p:spPr>
          <a:xfrm rot="0">
            <a:off x="7124700" y="2171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6741340" name="Text">
    </p:cNvPr>
          <p:cNvSpPr>
            <a:spLocks noGrp="1"/>
          </p:cNvSpPr>
          <p:nvPr/>
        </p:nvSpPr>
        <p:spPr>
          <a:xfrm rot="0">
            <a:off x="5537200" y="2171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6340859" name="Rectangle"/>
          <p:cNvSpPr>
            <a:spLocks noGrp="1"/>
          </p:cNvSpPr>
          <p:nvPr/>
        </p:nvSpPr>
        <p:spPr>
          <a:xfrm>
            <a:off x="6870700" y="2171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8160" name="Frame"/>
          <p:cNvSpPr>
            <a:spLocks noGrp="1"/>
          </p:cNvSpPr>
          <p:nvPr/>
        </p:nvSpPr>
        <p:spPr>
          <a:xfrm>
            <a:off x="152400" y="1371600"/>
            <a:ext cx="9639300" cy="800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415037418" name="Text">
    </p:cNvPr>
          <p:cNvSpPr>
            <a:spLocks noGrp="1"/>
          </p:cNvSpPr>
          <p:nvPr/>
        </p:nvSpPr>
        <p:spPr>
          <a:xfrm rot="0">
            <a:off x="152400" y="13716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098376628" name="Text">
    </p:cNvPr>
          <p:cNvSpPr>
            <a:spLocks noGrp="1"/>
          </p:cNvSpPr>
          <p:nvPr/>
        </p:nvSpPr>
        <p:spPr>
          <a:xfrm rot="0">
            <a:off x="939800" y="1422400"/>
            <a:ext cx="46101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키 변경, 키 변경에 따른 로직 변경(ZCOT7051)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시험장비 비활성화 일자 변경시 오류 수정(ZFIM9900, ZFIR9900)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신규 자재번호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씨앤에스 운송계획지점(6600)에 대해 성남판교출하 배차분 삭제시 배차자동전송취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</a:t>
            </a:r>
          </a:p>
        </p:txBody>
      </p:sp>
      <p:sp>
        <p:nvSpPr>
          <p:cNvPr id="1988650682" name="Text">
    </p:cNvPr>
          <p:cNvSpPr>
            <a:spLocks noGrp="1"/>
          </p:cNvSpPr>
          <p:nvPr/>
        </p:nvSpPr>
        <p:spPr>
          <a:xfrm rot="0">
            <a:off x="7226300" y="1447800"/>
            <a:ext cx="2552700" cy="723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36490918" name="Text">
    </p:cNvPr>
          <p:cNvSpPr>
            <a:spLocks noGrp="1"/>
          </p:cNvSpPr>
          <p:nvPr/>
        </p:nvSpPr>
        <p:spPr>
          <a:xfrm rot="0">
            <a:off x="6108700" y="13716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96235425" name="Text">
    </p:cNvPr>
          <p:cNvSpPr>
            <a:spLocks noGrp="1"/>
          </p:cNvSpPr>
          <p:nvPr/>
        </p:nvSpPr>
        <p:spPr>
          <a:xfrm rot="0">
            <a:off x="5537200" y="1447800"/>
            <a:ext cx="571500" cy="723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</a:p>
        </p:txBody>
      </p:sp>
      <p:sp>
        <p:nvSpPr>
          <p:cNvPr id="701514032" name="Text">
    </p:cNvPr>
          <p:cNvSpPr>
            <a:spLocks noGrp="1"/>
          </p:cNvSpPr>
          <p:nvPr/>
        </p:nvSpPr>
        <p:spPr>
          <a:xfrm rot="0">
            <a:off x="889000" y="13716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5549446" name="Text">
    </p:cNvPr>
          <p:cNvSpPr>
            <a:spLocks noGrp="1"/>
          </p:cNvSpPr>
          <p:nvPr/>
        </p:nvSpPr>
        <p:spPr>
          <a:xfrm rot="0">
            <a:off x="7124700" y="13716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4013550" name="Text">
    </p:cNvPr>
          <p:cNvSpPr>
            <a:spLocks noGrp="1"/>
          </p:cNvSpPr>
          <p:nvPr/>
        </p:nvSpPr>
        <p:spPr>
          <a:xfrm rot="0">
            <a:off x="5537200" y="13716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6761596" name="Rectangle"/>
          <p:cNvSpPr>
            <a:spLocks noGrp="1"/>
          </p:cNvSpPr>
          <p:nvPr/>
        </p:nvSpPr>
        <p:spPr>
          <a:xfrm>
            <a:off x="6870700" y="13716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