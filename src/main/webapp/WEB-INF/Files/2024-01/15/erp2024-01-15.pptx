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4965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26354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744417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80112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01209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269714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17977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62180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26685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92296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88243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23806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041407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661972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11543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56827387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2197747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10083441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390004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4995490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전자결재 CP전송 프로세스 중 첨부문서 첨부 URL 오류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분석(ZEAM8000, ZEAM8010)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키필드값 변경후 승인요청 취소시 프로세스 로직 수정(ZEA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M1111 )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키 변경, 키변경에 따른 로직 변경(ZCOT7051)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시험장비 비활성화 일자 변경시 오류 수정(ZFIM9900, ZF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IR9900)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</a:p>
        </p:txBody>
      </p:sp>
      <p:sp>
        <p:nvSpPr>
          <p:cNvPr id="12552675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6421429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909458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4128260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87146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927070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8236415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3716478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13000185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63144135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4361718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출장비 추가정산을 위한 해외출장비신청서 추가 생성처리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의료비/학자금 승인 완료 후 지급 보류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관련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국내/외 출장비 정산서 예산 사용년도 로직 개선</a:t>
            </a:r>
          </a:p>
        </p:txBody>
      </p:sp>
      <p:sp>
        <p:nvSpPr>
          <p:cNvPr id="16753291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</a:p>
        </p:txBody>
      </p:sp>
      <p:sp>
        <p:nvSpPr>
          <p:cNvPr id="5622095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0109</a:t>
            </a:r>
            <a:br/>
          </a:p>
        </p:txBody>
      </p:sp>
      <p:sp>
        <p:nvSpPr>
          <p:cNvPr id="7842481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</a:p>
        </p:txBody>
      </p:sp>
      <p:sp>
        <p:nvSpPr>
          <p:cNvPr id="7101337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15586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4598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29431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58722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20483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769219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7439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54097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03125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80268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019416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247762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13426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6375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753287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24152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9195255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09154081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</a:p>
        </p:txBody>
      </p:sp>
      <p:sp>
        <p:nvSpPr>
          <p:cNvPr id="153537063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0689489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505027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</a:p>
        </p:txBody>
      </p:sp>
      <p:sp>
        <p:nvSpPr>
          <p:cNvPr id="20318161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0391532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2651086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3624118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593379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24820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</a:p>
        </p:txBody>
      </p:sp>
      <p:sp>
        <p:nvSpPr>
          <p:cNvPr id="5985061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</a:p>
        </p:txBody>
      </p:sp>
      <p:sp>
        <p:nvSpPr>
          <p:cNvPr id="15002236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53400068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630072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286351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‘23년 Final 운영평가용 내부통제 관련 증빙자료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PW정책 관련 파라미터 설정 내역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‘23년 4분기 계정 유효성 검증 대상서버 확인정리 및 전달</a:t>
            </a:r>
          </a:p>
        </p:txBody>
      </p:sp>
      <p:sp>
        <p:nvSpPr>
          <p:cNvPr id="7763000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2693778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1943244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4811421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8095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6293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96505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94683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1619364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292565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0670137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00542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33379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23698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29092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16245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44084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0255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60100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27562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856098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116832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2761117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82762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3297113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92632606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724737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18688486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4839112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97745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00590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6936723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70135510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ebiz/flbiz 인수인계</a:t>
            </a:r>
          </a:p>
        </p:txBody>
      </p:sp>
      <p:sp>
        <p:nvSpPr>
          <p:cNvPr id="1051018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3643851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77607829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ebiz/flbiz 인수인계</a:t>
            </a:r>
          </a:p>
        </p:txBody>
      </p:sp>
      <p:sp>
        <p:nvSpPr>
          <p:cNvPr id="177705693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9207485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89782865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9931107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298108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2927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6970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4327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284512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018532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361170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84273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0758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48207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4298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27490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33735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4708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3340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395849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444781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49796633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</a:p>
        </p:txBody>
      </p:sp>
      <p:sp>
        <p:nvSpPr>
          <p:cNvPr id="16230471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879311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632288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특근확인서(HCM/CP) 휴게시간 및 특근시간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다면평가(업무협력) - 피평가자 신청 대상 조회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휴가단위 변경 요청 (소숫점 둘째자리까지 요청)</a:t>
            </a:r>
          </a:p>
        </p:txBody>
      </p:sp>
      <p:sp>
        <p:nvSpPr>
          <p:cNvPr id="16679465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8542154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6023451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8591655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033632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7367081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651235320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1275574847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1782094030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92299984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85928250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ITSM-105166SAP 거래처별 가격 확인(입력/승인) 관련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용일자 설정 기능 생성(변경)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ITSM-105707극동유화 운송계획지점(6100)에 대해 성남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판교출하 배차분 삭제시 배차자동전송취소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ITSM-105693씨앤에스 운송계획지점(6600)에 대해 성남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판교출하 배차분 삭제시 배차자동전송취소</a:t>
            </a:r>
          </a:p>
        </p:txBody>
      </p:sp>
      <p:sp>
        <p:nvSpPr>
          <p:cNvPr id="30368074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790591317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895681911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</a:p>
        </p:txBody>
      </p:sp>
      <p:sp>
        <p:nvSpPr>
          <p:cNvPr id="48601546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9192301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