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3"/>
  </p:notesMasterIdLst>
  <p:sldIdLst>
    <p:sldId id="256" r:id="rId2"/>
  </p:sldIdLst>
  <p:sldSz cx="9901238" cy="6853238"/>
  <p:notesSz cx="6858000" cy="9144000"/>
  <p:defaultTextStyle>
    <a:defPPr algn="l" rtl="0" eaLnBrk="0" latinLnBrk="1" hangingPunct="0">
      <a:defRPr kumimoji="1" lang="ko-KR" altLang="en-US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12579"/>
    <p:restoredTop sz="90000"/>
  </p:normalViewPr>
  <p:slideViewPr>
    <p:cSldViewPr>
      <p:cViewPr varScale="1">
        <p:scale>
          <a:sx n="84" d="100"/>
          <a:sy n="84" d="100"/>
        </p:scale>
        <p:origin x="744" y="84"/>
      </p:cViewPr>
      <p:guideLst>
        <p:guide orient="horz" pos="215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14" cy="76214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2023-12-27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52138" y="685800"/>
            <a:ext cx="4953723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285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4149"/>
            <a:ext cx="9901238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599089"/>
            <a:ext cx="9901238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</p:spTree>
    <p:extLst>
      <p:ext uri="{BB962C8B-B14F-4D97-AF65-F5344CB8AC3E}">
        <p14:creationId xmlns:p14="http://schemas.microsoft.com/office/powerpoint/2010/main" val="4102479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3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262" y="4403843"/>
            <a:ext cx="8416052" cy="1361129"/>
          </a:xfrm>
        </p:spPr>
        <p:txBody>
          <a:bodyPr/>
          <a:lstStyle>
            <a:lvl1pPr algn="l">
              <a:defRPr sz="3911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262" y="2904697"/>
            <a:ext cx="8416052" cy="1499145"/>
          </a:xfrm>
        </p:spPr>
        <p:txBody>
          <a:bodyPr anchor="b"/>
          <a:lstStyle>
            <a:lvl1pPr marL="0" indent="0">
              <a:buNone/>
              <a:defRPr sz="1956"/>
            </a:lvl1pPr>
            <a:lvl2pPr marL="447115" indent="0">
              <a:buNone/>
              <a:defRPr sz="1760"/>
            </a:lvl2pPr>
            <a:lvl3pPr marL="894231" indent="0">
              <a:buNone/>
              <a:defRPr sz="1565"/>
            </a:lvl3pPr>
            <a:lvl4pPr marL="1341345" indent="0">
              <a:buNone/>
              <a:defRPr sz="1369"/>
            </a:lvl4pPr>
            <a:lvl5pPr marL="1788460" indent="0">
              <a:buNone/>
              <a:defRPr sz="1369"/>
            </a:lvl5pPr>
            <a:lvl6pPr marL="2235576" indent="0">
              <a:buNone/>
              <a:defRPr sz="1369"/>
            </a:lvl6pPr>
            <a:lvl7pPr marL="2682691" indent="0">
              <a:buNone/>
              <a:defRPr sz="1369"/>
            </a:lvl7pPr>
            <a:lvl8pPr marL="3129807" indent="0">
              <a:buNone/>
              <a:defRPr sz="1369"/>
            </a:lvl8pPr>
            <a:lvl9pPr marL="3576921" indent="0">
              <a:buNone/>
              <a:defRPr sz="136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464146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478" y="950255"/>
            <a:ext cx="4691980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6783" y="950255"/>
            <a:ext cx="4691981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7243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4447"/>
            <a:ext cx="8911114" cy="1142206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062" y="1534047"/>
            <a:ext cx="4374634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062" y="2173365"/>
            <a:ext cx="4374634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29958" y="1534047"/>
            <a:ext cx="4376220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29958" y="2173365"/>
            <a:ext cx="4376220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73697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10905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4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2860"/>
            <a:ext cx="3257571" cy="1161243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1638" y="272863"/>
            <a:ext cx="5534538" cy="5849049"/>
          </a:xfrm>
        </p:spPr>
        <p:txBody>
          <a:bodyPr/>
          <a:lstStyle>
            <a:lvl1pPr>
              <a:defRPr sz="3130"/>
            </a:lvl1pPr>
            <a:lvl2pPr>
              <a:defRPr sz="2738"/>
            </a:lvl2pPr>
            <a:lvl3pPr>
              <a:defRPr sz="2347"/>
            </a:lvl3pPr>
            <a:lvl4pPr>
              <a:defRPr sz="1956"/>
            </a:lvl4pPr>
            <a:lvl5pPr>
              <a:defRPr sz="1956"/>
            </a:lvl5pPr>
            <a:lvl6pPr>
              <a:defRPr sz="1956"/>
            </a:lvl6pPr>
            <a:lvl7pPr>
              <a:defRPr sz="1956"/>
            </a:lvl7pPr>
            <a:lvl8pPr>
              <a:defRPr sz="1956"/>
            </a:lvl8pPr>
            <a:lvl9pPr>
              <a:defRPr sz="195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062" y="1434106"/>
            <a:ext cx="3257571" cy="4687806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45019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0580" y="4797267"/>
            <a:ext cx="5940743" cy="566344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0580" y="612349"/>
            <a:ext cx="5940743" cy="4111943"/>
          </a:xfrm>
        </p:spPr>
        <p:txBody>
          <a:bodyPr lIns="0" rIns="0"/>
          <a:lstStyle>
            <a:lvl1pPr marL="0" indent="0">
              <a:buNone/>
              <a:defRPr sz="3130"/>
            </a:lvl1pPr>
            <a:lvl2pPr marL="447115" indent="0">
              <a:buNone/>
              <a:defRPr sz="2738"/>
            </a:lvl2pPr>
            <a:lvl3pPr marL="894231" indent="0">
              <a:buNone/>
              <a:defRPr sz="2347"/>
            </a:lvl3pPr>
            <a:lvl4pPr marL="1341345" indent="0">
              <a:buNone/>
              <a:defRPr sz="1956"/>
            </a:lvl4pPr>
            <a:lvl5pPr marL="1788460" indent="0">
              <a:buNone/>
              <a:defRPr sz="1956"/>
            </a:lvl5pPr>
            <a:lvl6pPr marL="2235576" indent="0">
              <a:buNone/>
              <a:defRPr sz="1956"/>
            </a:lvl6pPr>
            <a:lvl7pPr marL="2682691" indent="0">
              <a:buNone/>
              <a:defRPr sz="1956"/>
            </a:lvl7pPr>
            <a:lvl8pPr marL="3129807" indent="0">
              <a:buNone/>
              <a:defRPr sz="1956"/>
            </a:lvl8pPr>
            <a:lvl9pPr marL="3576921" indent="0">
              <a:buNone/>
              <a:defRPr sz="1956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0580" y="5363611"/>
            <a:ext cx="5940743" cy="804303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84694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832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5487" y="586968"/>
            <a:ext cx="2383279" cy="118345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475" y="586968"/>
            <a:ext cx="7000683" cy="118345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11942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475" y="586970"/>
            <a:ext cx="8911114" cy="33948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477" y="950255"/>
            <a:ext cx="9536289" cy="82016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45300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4개" type="fourObj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2023-12-27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901223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66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txStyles>
    <p:titleStyle>
      <a:lvl1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+mj-lt"/>
          <a:ea typeface="+mj-ea"/>
          <a:cs typeface="+mj-cs"/>
        </a:defRPr>
      </a:lvl1pPr>
      <a:lvl2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1971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682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394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105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431" indent="-175431" algn="l" defTabSz="936148" rtl="0" eaLnBrk="0" fontAlgn="base" hangingPunct="0">
        <a:spcBef>
          <a:spcPct val="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1pPr>
      <a:lvl2pPr marL="526292" indent="-175431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2pPr>
      <a:lvl3pPr marL="875601" indent="-173878" algn="l" defTabSz="936148" rtl="0" eaLnBrk="0" fontAlgn="base" hangingPunct="0">
        <a:spcBef>
          <a:spcPct val="2000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3pPr>
      <a:lvl4pPr marL="1235776" indent="-184746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4pPr>
      <a:lvl5pPr marL="1586638" indent="-175431" algn="l" defTabSz="936148" rtl="0" eaLnBrk="0" fontAlgn="base" hangingPunct="0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5pPr>
      <a:lvl6pPr marL="2033753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6pPr>
      <a:lvl7pPr marL="2480868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7pPr>
      <a:lvl8pPr marL="2927984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8pPr>
      <a:lvl9pPr marL="3375099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1pPr>
      <a:lvl2pPr marL="44711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9423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3pPr>
      <a:lvl4pPr marL="134134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4pPr>
      <a:lvl5pPr marL="178846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5pPr>
      <a:lvl6pPr marL="2235576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6pPr>
      <a:lvl7pPr marL="268269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7pPr>
      <a:lvl8pPr marL="3129807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8pPr>
      <a:lvl9pPr marL="357692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59758088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firstRow="1" band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kumimoji="1" lang="ko-KR" altLang="en-US" sz="900" b="0" i="0" dirty="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kumimoji="1" lang="ko-KR" altLang="en-US" sz="900" b="0" i="0" dirty="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  <a:p>
                      <a:endParaRPr lang="en-US" altLang="ko-KR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신정</a:t>
                      </a: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6" marB="45716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none" lIns="91440" tIns="45720" rIns="91440" bIns="45720" anchor="t">
            <a:noAutofit/>
          </a:bodyPr>
          <a:lstStyle/>
          <a:p>
            <a:pPr marL="188937" lvl="0" indent="-188937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kumimoji="1" lang="ko-KR" altLang="en-US" sz="900" b="0" i="0" baseline="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marL="188937" lvl="0" indent="-188937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kumimoji="1" lang="ko-KR" altLang="en-US" sz="900" b="0" i="0" baseline="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kumimoji="1" lang="ko-KR" altLang="en-US" sz="900" b="0" i="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577" tIns="45789" rIns="91577" bIns="45789" anchor="ctr">
            <a:noAutofit/>
          </a:bodyPr>
          <a:lstStyle/>
          <a:p>
            <a:pPr marL="385813" lvl="0" indent="-385813" algn="l" defTabSz="58846888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kumimoji="1" lang="en-US" altLang="ko-KR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kumimoji="1" lang="en-US" altLang="ko-KR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01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kumimoji="1" lang="ko-KR" altLang="en-US" sz="1600" b="1" i="0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kumimoji="1" lang="ko-KR" altLang="en-US" sz="900" b="0" i="0" dirty="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kumimoji="1" lang="ko-KR" altLang="en-US" sz="900" b="0" i="0" baseline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kumimoji="1" lang="ko-KR" altLang="en-US" sz="900" b="0" i="0" baseline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kumimoji="1" lang="ko-KR" altLang="en-US" sz="900" b="0" i="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none" lIns="91440" tIns="45720" rIns="91440" bIns="45720" anchor="ctr">
            <a:noAutofit/>
          </a:bodyPr>
          <a:lstStyle/>
          <a:p>
            <a:pPr marL="0" lvl="0" indent="0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kumimoji="1" lang="ko-KR" altLang="en-US" sz="900" b="0" i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82</Words>
  <Application>Microsoft Office PowerPoint</Application>
  <PresentationFormat>사용자 지정</PresentationFormat>
  <Paragraphs>49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굴림체</vt:lpstr>
      <vt:lpstr>맑은 고딕</vt:lpstr>
      <vt:lpstr>바탕</vt:lpstr>
      <vt:lpstr>아리따M</vt:lpstr>
      <vt:lpstr>함초롬돋움</vt:lpstr>
      <vt:lpstr>Arial</vt:lpstr>
      <vt:lpstr>Calibri</vt:lpstr>
      <vt:lpstr>Times New Roman</vt:lpstr>
      <vt:lpstr>Wingdings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kr052063</dc:creator>
  <cp:lastModifiedBy>이지은(Staff)</cp:lastModifiedBy>
  <cp:revision>18</cp:revision>
  <dcterms:modified xsi:type="dcterms:W3CDTF">2023-12-27T08:24:01Z</dcterms:modified>
  <cp:version>1000.0000.01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67d48d-774c-44e2-a79a-7d15724a8f35_Enabled">
    <vt:lpwstr>true</vt:lpwstr>
  </property>
  <property fmtid="{D5CDD505-2E9C-101B-9397-08002B2CF9AE}" pid="3" name="MSIP_Label_a567d48d-774c-44e2-a79a-7d15724a8f35_SetDate">
    <vt:lpwstr>2023-12-27T08:24:00Z</vt:lpwstr>
  </property>
  <property fmtid="{D5CDD505-2E9C-101B-9397-08002B2CF9AE}" pid="4" name="MSIP_Label_a567d48d-774c-44e2-a79a-7d15724a8f35_Method">
    <vt:lpwstr>Standard</vt:lpwstr>
  </property>
  <property fmtid="{D5CDD505-2E9C-101B-9397-08002B2CF9AE}" pid="5" name="MSIP_Label_a567d48d-774c-44e2-a79a-7d15724a8f35_Name">
    <vt:lpwstr>Default</vt:lpwstr>
  </property>
  <property fmtid="{D5CDD505-2E9C-101B-9397-08002B2CF9AE}" pid="6" name="MSIP_Label_a567d48d-774c-44e2-a79a-7d15724a8f35_SiteId">
    <vt:lpwstr>a2d478ac-b585-41c5-a681-f7383808fa1a</vt:lpwstr>
  </property>
  <property fmtid="{D5CDD505-2E9C-101B-9397-08002B2CF9AE}" pid="7" name="MSIP_Label_a567d48d-774c-44e2-a79a-7d15724a8f35_ActionId">
    <vt:lpwstr>a900b958-175d-4220-9e4e-d5a58b08b2c9</vt:lpwstr>
  </property>
  <property fmtid="{D5CDD505-2E9C-101B-9397-08002B2CF9AE}" pid="8" name="MSIP_Label_a567d48d-774c-44e2-a79a-7d15724a8f35_ContentBits">
    <vt:lpwstr>3</vt:lpwstr>
  </property>
</Properties>
</file>