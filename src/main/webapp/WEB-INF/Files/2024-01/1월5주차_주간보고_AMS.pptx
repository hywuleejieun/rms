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9"/>
    <p:sldId id="273" r:id="rId31"/>
    <p:sldId id="274" r:id="rId33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notesSlides/notesSlide5.xml" Type="http://schemas.openxmlformats.org/officeDocument/2006/relationships/notesSlide"/><Relationship Id="rId29" Target="slides/slide17.xml" Type="http://schemas.openxmlformats.org/officeDocument/2006/relationships/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slides/slide18.xml" Type="http://schemas.openxmlformats.org/officeDocument/2006/relationships/slide"/><Relationship Id="rId32" Target="notesSlides/notesSlide7.xml" Type="http://schemas.openxmlformats.org/officeDocument/2006/relationships/notesSlide"/><Relationship Id="rId33" Target="slides/slide19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[2024.01.23 ~ 2024.01.29]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913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5942529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4558496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6859870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694467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74588967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582762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0129708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9495021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557372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68196509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6702806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960423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52710352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01838612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420279687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8300644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1849899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844920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43979297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909878289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02806415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6140727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0593403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577495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796708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9855300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705438208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7299082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1925087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366574" name="Frame"/>
          <p:cNvSpPr>
            <a:spLocks noGrp="1"/>
          </p:cNvSpPr>
          <p:nvPr/>
        </p:nvSpPr>
        <p:spPr>
          <a:xfrm>
            <a:off x="101600" y="32893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47138906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26482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70560590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92974381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1723604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97017431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87778571" name="Frame"/>
          <p:cNvSpPr>
            <a:spLocks noGrp="1"/>
          </p:cNvSpPr>
          <p:nvPr/>
        </p:nvSpPr>
        <p:spPr>
          <a:xfrm>
            <a:off x="165100" y="461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66811871" name="Text">
    </p:cNvPr>
          <p:cNvSpPr>
            <a:spLocks noGrp="1"/>
          </p:cNvSpPr>
          <p:nvPr/>
        </p:nvSpPr>
        <p:spPr>
          <a:xfrm rot="0">
            <a:off x="165100" y="458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793112514" name="Text">
    </p:cNvPr>
          <p:cNvSpPr>
            <a:spLocks noGrp="1"/>
          </p:cNvSpPr>
          <p:nvPr/>
        </p:nvSpPr>
        <p:spPr>
          <a:xfrm rot="0">
            <a:off x="965200" y="46355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1742880946" name="Text">
    </p:cNvPr>
          <p:cNvSpPr>
            <a:spLocks noGrp="1"/>
          </p:cNvSpPr>
          <p:nvPr/>
        </p:nvSpPr>
        <p:spPr>
          <a:xfrm rot="0">
            <a:off x="7239000" y="463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39374650" name="Text">
    </p:cNvPr>
          <p:cNvSpPr>
            <a:spLocks noGrp="1"/>
          </p:cNvSpPr>
          <p:nvPr/>
        </p:nvSpPr>
        <p:spPr>
          <a:xfrm rot="0">
            <a:off x="5549900" y="463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565441167" name="Text">
    </p:cNvPr>
          <p:cNvSpPr>
            <a:spLocks noGrp="1"/>
          </p:cNvSpPr>
          <p:nvPr/>
        </p:nvSpPr>
        <p:spPr>
          <a:xfrm rot="0">
            <a:off x="901700" y="458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9856205" name="Text">
    </p:cNvPr>
          <p:cNvSpPr>
            <a:spLocks noGrp="1"/>
          </p:cNvSpPr>
          <p:nvPr/>
        </p:nvSpPr>
        <p:spPr>
          <a:xfrm rot="0">
            <a:off x="6121400" y="45847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3083246" name="Text">
    </p:cNvPr>
          <p:cNvSpPr>
            <a:spLocks noGrp="1"/>
          </p:cNvSpPr>
          <p:nvPr/>
        </p:nvSpPr>
        <p:spPr>
          <a:xfrm rot="0">
            <a:off x="5549900" y="458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8874971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4477753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08049685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831993419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49887663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1448616112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8684729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7216460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496149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40747728" name="Frame"/>
          <p:cNvSpPr>
            <a:spLocks noGrp="1"/>
          </p:cNvSpPr>
          <p:nvPr/>
        </p:nvSpPr>
        <p:spPr>
          <a:xfrm>
            <a:off x="152400" y="2070100"/>
            <a:ext cx="9664700" cy="1079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4027907" name="Text">
    </p:cNvPr>
          <p:cNvSpPr>
            <a:spLocks noGrp="1"/>
          </p:cNvSpPr>
          <p:nvPr/>
        </p:nvSpPr>
        <p:spPr>
          <a:xfrm rot="0">
            <a:off x="152400" y="2044700"/>
            <a:ext cx="7366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35902735" name="Text">
    </p:cNvPr>
          <p:cNvSpPr>
            <a:spLocks noGrp="1"/>
          </p:cNvSpPr>
          <p:nvPr/>
        </p:nvSpPr>
        <p:spPr>
          <a:xfrm rot="0">
            <a:off x="952500" y="2095500"/>
            <a:ext cx="4597400" cy="1054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자동화 창고 관련 공장 시스템 진행을 위한 PP WMS의 프로세스와 ERP/SCM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템 I/F DATA 추출</a:t>
            </a:r>
          </a:p>
        </p:txBody>
      </p:sp>
      <p:sp>
        <p:nvSpPr>
          <p:cNvPr id="1445413793" name="Text">
    </p:cNvPr>
          <p:cNvSpPr>
            <a:spLocks noGrp="1"/>
          </p:cNvSpPr>
          <p:nvPr/>
        </p:nvSpPr>
        <p:spPr>
          <a:xfrm rot="0">
            <a:off x="7226300" y="2095500"/>
            <a:ext cx="2552700" cy="1054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691301" name="Text">
    </p:cNvPr>
          <p:cNvSpPr>
            <a:spLocks noGrp="1"/>
          </p:cNvSpPr>
          <p:nvPr/>
        </p:nvSpPr>
        <p:spPr>
          <a:xfrm rot="0">
            <a:off x="6108700" y="2044700"/>
            <a:ext cx="7620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41386071" name="Text">
    </p:cNvPr>
          <p:cNvSpPr>
            <a:spLocks noGrp="1"/>
          </p:cNvSpPr>
          <p:nvPr/>
        </p:nvSpPr>
        <p:spPr>
          <a:xfrm rot="0">
            <a:off x="5537200" y="2095500"/>
            <a:ext cx="571500" cy="1054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</a:p>
        </p:txBody>
      </p:sp>
      <p:sp>
        <p:nvSpPr>
          <p:cNvPr id="783108511" name="Text">
    </p:cNvPr>
          <p:cNvSpPr>
            <a:spLocks noGrp="1"/>
          </p:cNvSpPr>
          <p:nvPr/>
        </p:nvSpPr>
        <p:spPr>
          <a:xfrm rot="0">
            <a:off x="889000" y="2044700"/>
            <a:ext cx="46482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3757472" name="Text">
    </p:cNvPr>
          <p:cNvSpPr>
            <a:spLocks noGrp="1"/>
          </p:cNvSpPr>
          <p:nvPr/>
        </p:nvSpPr>
        <p:spPr>
          <a:xfrm rot="0">
            <a:off x="7124700" y="2044700"/>
            <a:ext cx="26543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276237" name="Text">
    </p:cNvPr>
          <p:cNvSpPr>
            <a:spLocks noGrp="1"/>
          </p:cNvSpPr>
          <p:nvPr/>
        </p:nvSpPr>
        <p:spPr>
          <a:xfrm rot="0">
            <a:off x="5537200" y="2044700"/>
            <a:ext cx="571500" cy="110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0073400" name="Rectangle"/>
          <p:cNvSpPr>
            <a:spLocks noGrp="1"/>
          </p:cNvSpPr>
          <p:nvPr/>
        </p:nvSpPr>
        <p:spPr>
          <a:xfrm>
            <a:off x="6870700" y="2044700"/>
            <a:ext cx="254000" cy="1104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3097309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759107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788657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개발(ZFIR6070)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대리점 최적출하지 점검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S-OIL &amp; SABIC Integration을 통한 ERP 내부 시스템 개선 추가 요청</a:t>
            </a:r>
          </a:p>
        </p:txBody>
      </p:sp>
      <p:sp>
        <p:nvSpPr>
          <p:cNvPr id="313200163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659745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8750028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</a:p>
        </p:txBody>
      </p:sp>
      <p:sp>
        <p:nvSpPr>
          <p:cNvPr id="18890463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593648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476317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944788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7495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0369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67438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451837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34099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838059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12753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93945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33479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47368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2751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38595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81535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12533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552071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9597600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652023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20365397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0865943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480360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전재결재 증빙 조회시 발생 오류 분석(ZEAM8000, ZEAM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폴리머 가공비 집계 변경 로직 보완(ZPCOR2011)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FIR6070)</a:t>
            </a:r>
          </a:p>
        </p:txBody>
      </p:sp>
      <p:sp>
        <p:nvSpPr>
          <p:cNvPr id="100280172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5401179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3535910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071085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95473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78242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13149351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7217971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 홍보물 page내 신청 리스트 노출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12011959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520585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485228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 홍보물 page내 신청 리스트 노출 관련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8853743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8893866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6268056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</a:p>
        </p:txBody>
      </p:sp>
      <p:sp>
        <p:nvSpPr>
          <p:cNvPr id="11177368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7787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0589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24775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15560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54501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972318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183721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5833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80643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408842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17558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34224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01902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37286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61753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07364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6903271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8302688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SAP 중식비, 마곡 급여반영 기능 일부 수정</a:t>
            </a:r>
          </a:p>
        </p:txBody>
      </p:sp>
      <p:sp>
        <p:nvSpPr>
          <p:cNvPr id="6105101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101298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2075721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New Healthcare Program 비용 신청서 본인 전결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출입관리시스템(안면인식)기록 자동 연동 구축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중식비 관리 데이터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및 확인작업(CCS 확인 및 마곡 중식비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인, 의료비학자금 이오피스계좌 검증)</a:t>
            </a:r>
          </a:p>
        </p:txBody>
      </p:sp>
      <p:sp>
        <p:nvSpPr>
          <p:cNvPr id="3984944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783361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0126</a:t>
            </a:r>
            <a:br/>
            <a:br/>
          </a:p>
        </p:txBody>
      </p:sp>
      <p:sp>
        <p:nvSpPr>
          <p:cNvPr id="8957593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5744180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7361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764396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490784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2074216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</a:p>
        </p:txBody>
      </p:sp>
      <p:sp>
        <p:nvSpPr>
          <p:cNvPr id="126790667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0936387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219031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PO번호 4501185567 건에 대한 견적단가 변경 릴리즈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구매요청서상(ME51N) 투자관리번호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반입일자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</a:p>
        </p:txBody>
      </p:sp>
      <p:sp>
        <p:nvSpPr>
          <p:cNvPr id="13903749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65702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</a:p>
        </p:txBody>
      </p:sp>
      <p:sp>
        <p:nvSpPr>
          <p:cNvPr id="4064692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5709018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970119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9241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8117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68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026325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47632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899025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13101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39129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00767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03505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39992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25396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48091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261714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56237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70811550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4052321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1813956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007797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789854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용인센터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점검작업(HQHRCONT)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TP 및 R3Trans 버전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'23년도 4분기 온산공장 NT서버 보안패치 작업 관련 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시스템 서비스 점검작업(OSKPRO, OSKPRO2)</a:t>
            </a:r>
          </a:p>
        </p:txBody>
      </p:sp>
      <p:sp>
        <p:nvSpPr>
          <p:cNvPr id="4935812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</a:p>
        </p:txBody>
      </p:sp>
      <p:sp>
        <p:nvSpPr>
          <p:cNvPr id="29141685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516945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5902788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77704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83374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3502674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400762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8348223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332016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1497678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5790887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84317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247760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050804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66205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042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97033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21285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77973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72022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42106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4878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419322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6429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95742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19493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56699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62877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388759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91285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640568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206310818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하기휴가사용관련 HCM뷰 기수정부분 원상복구 요청</a:t>
            </a:r>
          </a:p>
        </p:txBody>
      </p:sp>
      <p:sp>
        <p:nvSpPr>
          <p:cNvPr id="816612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9320694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6785595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국내출장비 신청서 내역란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미지급 퇴직 소득 관련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HR 마스터 정보 전송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신규조직 레벨(350) 등록에 따른 마스터 연동 리포트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발생연차 쿼터 변경 전 작성해놓은 연간휴가신청서의 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조정</a:t>
            </a:r>
          </a:p>
        </p:txBody>
      </p:sp>
      <p:sp>
        <p:nvSpPr>
          <p:cNvPr id="274426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</a:p>
        </p:txBody>
      </p:sp>
      <p:sp>
        <p:nvSpPr>
          <p:cNvPr id="19692785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br/>
          </a:p>
        </p:txBody>
      </p:sp>
      <p:sp>
        <p:nvSpPr>
          <p:cNvPr id="8080271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10403919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0590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969777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62577368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6075050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199563561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2399207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6427731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ITSM-105166SAP 거래처별 가격 확인(입력/승인) 관련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용일자 설정 기능 생성(변경)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ITSM-105538대리점 최적출하지 점검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ITSM-106137S-OIL &amp; SABIC Integration을 통한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내부 시스템 개선 추가 요청</a:t>
            </a:r>
          </a:p>
        </p:txBody>
      </p:sp>
      <p:sp>
        <p:nvSpPr>
          <p:cNvPr id="142802058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88623983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900165556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</a:p>
        </p:txBody>
      </p:sp>
      <p:sp>
        <p:nvSpPr>
          <p:cNvPr id="87515499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8197660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629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04256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2855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78232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0634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983808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653290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14719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88031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155873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967053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76222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8007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62589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3939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914787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4585095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5859239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07083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281066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[ITSM-106158]2023년 Tank 일별 재고추이 현황자료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Download 요청</a:t>
            </a:r>
          </a:p>
        </p:txBody>
      </p:sp>
      <p:sp>
        <p:nvSpPr>
          <p:cNvPr id="8223108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226355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20888478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</a:p>
        </p:txBody>
      </p:sp>
      <p:sp>
        <p:nvSpPr>
          <p:cNvPr id="8234600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16164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52136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13314995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17143329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16191503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433942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547447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입력오류 수정 및 대금청구 상태값 조정요청</a:t>
            </a:r>
          </a:p>
        </p:txBody>
      </p:sp>
      <p:sp>
        <p:nvSpPr>
          <p:cNvPr id="107226194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30287857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7617095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</a:p>
        </p:txBody>
      </p:sp>
      <p:sp>
        <p:nvSpPr>
          <p:cNvPr id="6437879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7518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0870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61605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461057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02323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2036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791577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56267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5411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29016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238300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06868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467853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64894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18885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1278192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215708275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6012920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1650490945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85543594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091773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172378758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613611533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87031048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235505003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20173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5351925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54241715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3649596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작업 Log 추가하기</a:t>
            </a:r>
          </a:p>
        </p:txBody>
      </p:sp>
      <p:sp>
        <p:nvSpPr>
          <p:cNvPr id="1145556708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00292126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55818421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로우터 서버 보안작업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Migration 현황 보고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서버 패치 작업 일정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재수행 및 작업 PC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데이터정리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</a:p>
        </p:txBody>
      </p:sp>
      <p:sp>
        <p:nvSpPr>
          <p:cNvPr id="188294862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75199261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97706621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998411470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890105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889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63244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78446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20760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9902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69304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30828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8869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267368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702040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8064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13409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030169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52736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570517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8181105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524675567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</a:t>
            </a:r>
            <a:br/>
          </a:p>
        </p:txBody>
      </p:sp>
      <p:sp>
        <p:nvSpPr>
          <p:cNvPr id="110336087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0671712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09078605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</a:t>
            </a:r>
            <a:br/>
          </a:p>
        </p:txBody>
      </p:sp>
      <p:sp>
        <p:nvSpPr>
          <p:cNvPr id="1097903882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527852736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5942274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318872674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695287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6831290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0835605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419962870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</a:t>
            </a:r>
            <a:br/>
          </a:p>
        </p:txBody>
      </p:sp>
      <p:sp>
        <p:nvSpPr>
          <p:cNvPr id="624320481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2606458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40393956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로컬 환경 및 VDI 환경에 개발작업 환경작업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- OSPM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중요하게 처리하는 업무 구분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OSPM내에 업무 프로세서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- OSPM 업무분석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1. DB테이블 및 OSPM 페이지내에 작업된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버 코드내역들 분석정리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2. 작업 후 운영에 반영하는 데이터 내역 확인</a:t>
            </a:r>
            <a:br/>
          </a:p>
        </p:txBody>
      </p:sp>
      <p:sp>
        <p:nvSpPr>
          <p:cNvPr id="540260238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38294590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967537449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79952234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3428501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6487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21825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210236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4610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793843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752216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9277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77262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65979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31167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10383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42337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6044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801539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2543217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948847370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</a:p>
        </p:txBody>
      </p:sp>
      <p:sp>
        <p:nvSpPr>
          <p:cNvPr id="480449563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</a:p>
        </p:txBody>
      </p:sp>
      <p:sp>
        <p:nvSpPr>
          <p:cNvPr id="465599284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15431839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8335452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건(1)	관리자&gt;Soft skill 관리&gt;Soft skill 실적현황관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교육달성일 및 Assessment 요청가능여부 엑셀업로드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추가2)	Soft skill 교육완료자 대상으로 매주 월요일 평가요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메일 자동 스케쥴러 반영.3)	Soft skill Assessment 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요청자 대상으로 내부/외부평가 체크하여 최종인증평가 업데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이트 스케쥴러 반영4)	사용자&gt;교육신청&gt;교육신청내역확인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뉴에 Soft skill 교육과정 추가 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[CCS]WBS 코드 추가 작업 2건(1/24,1/25)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교육결과보고서 전자결재시스템 회수했는데 작성중인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서함에서 조회 안 됨. 확인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리스크관리팀 업무 담당자 변경으로 메일 기본수신자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정성근 부문장님 ERS 접속 및 메뉴 권한 확인 요청 </a:t>
            </a:r>
          </a:p>
        </p:txBody>
      </p:sp>
      <p:sp>
        <p:nvSpPr>
          <p:cNvPr id="308169616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82426420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7612968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589522172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4669936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0898084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938653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774266913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</a:p>
        </p:txBody>
      </p:sp>
      <p:sp>
        <p:nvSpPr>
          <p:cNvPr id="200069296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09377875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27548537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재고관리 기초재고 미생성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hqgiftap 서버 ssl 설치 지원 및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24년 01월 인프라 취약 항목  담당자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hqgiftap WAS 다운 현상 긴급조치 및 원인 파악 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보고서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판매품의서 목표액 데이터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23년 회수된 상품권 리스트 데이터 요청</a:t>
            </a:r>
          </a:p>
        </p:txBody>
      </p:sp>
      <p:sp>
        <p:nvSpPr>
          <p:cNvPr id="117799688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808967952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394199450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</a:p>
        </p:txBody>
      </p:sp>
      <p:sp>
        <p:nvSpPr>
          <p:cNvPr id="1819921602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251034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8145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55550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03016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072456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03369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9786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47361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63032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32091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76461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78615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50557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21453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4901602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1671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4792323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20424371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14218616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014445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958132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[Windows 서버 패치] HQSLDB1/2 서버 보안 패치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배치 'IF_TS_TRANS_COST' 배치 결과상태 S/F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(실패한 경우에도 log로 'S(성공)' 상태 표시 / 코드 점검)</a:t>
            </a:r>
          </a:p>
        </p:txBody>
      </p:sp>
      <p:sp>
        <p:nvSpPr>
          <p:cNvPr id="13212282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6989462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876998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7459010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62563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40490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3381604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62229463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30259272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286275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103548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자동화 창고 관련 공장 시스템 진행을 위한 PP WMS의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로세스와 ERP/SCM 시스템 I/F DATA 추출</a:t>
            </a:r>
          </a:p>
        </p:txBody>
      </p:sp>
      <p:sp>
        <p:nvSpPr>
          <p:cNvPr id="1869035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8747170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8834811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</a:p>
        </p:txBody>
      </p:sp>
      <p:sp>
        <p:nvSpPr>
          <p:cNvPr id="18220275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41503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