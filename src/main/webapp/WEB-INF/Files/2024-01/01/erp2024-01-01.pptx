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9000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974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7694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053038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72314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37572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40197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1635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98370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56782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15806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85467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48513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70694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24574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6804462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7375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21164627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264036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232553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PP(Polypropylene)제품별 원가내역 조회 및 저장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분석(ZCPR2030,ZCPR2040)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 물류송장 CP 결재 요청 오류 원인 분석 및 해결 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Off duty</a:t>
            </a:r>
          </a:p>
        </p:txBody>
      </p:sp>
      <p:sp>
        <p:nvSpPr>
          <p:cNvPr id="14575009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4942734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20547242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</a:p>
        </p:txBody>
      </p:sp>
      <p:sp>
        <p:nvSpPr>
          <p:cNvPr id="20422782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8495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8742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906363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3898170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837377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9642291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740670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개선)-오픈세팅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8478450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5347050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8147883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92045477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51483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163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62839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23534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76966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23406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084961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46895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78322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73647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95984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84284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6030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728235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14900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26995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7367626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9664183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15375380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403366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17224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15969874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929326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56913378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59597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144082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438625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2678754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6866135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9386820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92157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453125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신규 DMS서버 MaxDB 데이타파일 추가 및 AutoL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og 파일 삭제작업</a:t>
            </a:r>
          </a:p>
        </p:txBody>
      </p:sp>
      <p:sp>
        <p:nvSpPr>
          <p:cNvPr id="19092734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6048189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5554471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18576094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594977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4710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1460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60017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86042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49462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139553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78473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71632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07882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82306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33456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9534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7297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70895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39882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21270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20698760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5043080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478176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100343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1294880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7181281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600685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9802189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5625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45760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917553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3006888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7421610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525263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7675375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5695779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27281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042935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5483355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0587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9579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03909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849237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87438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77989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702688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6794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2827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50348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4421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68848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7245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74986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47355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17853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7343231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618492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  <a:br/>
          </a:p>
        </p:txBody>
      </p:sp>
      <p:sp>
        <p:nvSpPr>
          <p:cNvPr id="17867622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4856902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115964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및 환경설정(tomcat, eclipse 등)</a:t>
            </a:r>
            <a:br/>
          </a:p>
        </p:txBody>
      </p:sp>
      <p:sp>
        <p:nvSpPr>
          <p:cNvPr id="66120332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8663449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9233298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20625871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4495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9369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2938744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8678136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20717582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9020651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564052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해외출장명령서의 Cost Centor 변경</a:t>
            </a:r>
          </a:p>
        </p:txBody>
      </p:sp>
      <p:sp>
        <p:nvSpPr>
          <p:cNvPr id="19175181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8373864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20642221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93079176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59800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7102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53689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3515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259671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189450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57350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9184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2083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5289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0536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11211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02886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39671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17545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93172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1156359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6003027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79070523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885038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47071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ITSM-104195e-Biz. 가격조회 RFC 수정-12/27 운영반영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ITSM-104863납품일 취소 불일치 수정요건</a:t>
            </a:r>
          </a:p>
        </p:txBody>
      </p:sp>
      <p:sp>
        <p:nvSpPr>
          <p:cNvPr id="10539308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875245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7941003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69210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155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