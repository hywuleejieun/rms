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74958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03696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674386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4518371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5340996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838059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012753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939457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833479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47368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327517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385954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1815356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812533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5520715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95976004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6520238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20365397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08659430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4803606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법인세 신고 관련 업무용 승용차 비용집계 프로그램 개발(Z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전재결재 증빙 조회시 발생 오류 분석(ZEAM8000, ZEAM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8010)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법인세 신고 관련 업무용 승용차 비용집계 프로그램 개발(Z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폴리머 가공비 집계 변경 로직 보완(ZPCOR2011)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법인세 신고 관련 업무용 승용차 비용집계 프로그램 개발(Z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FIR6070)</a:t>
            </a:r>
          </a:p>
        </p:txBody>
      </p:sp>
      <p:sp>
        <p:nvSpPr>
          <p:cNvPr id="100280172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5401179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35359109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10710851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95473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478242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</a:p>
        </p:txBody>
      </p:sp>
      <p:sp>
        <p:nvSpPr>
          <p:cNvPr id="131493516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72179716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ebiz 홍보물 page내 신청 리스트 노출 관련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eBiz/FLBIZ  관리자 계정 권한 부여 </a:t>
            </a:r>
          </a:p>
        </p:txBody>
      </p:sp>
      <p:sp>
        <p:nvSpPr>
          <p:cNvPr id="120119597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45205858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44852287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ebiz 홍보물 page내 신청 리스트 노출 관련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eBiz/FLBIZ  관리자 계정 권한 부여 </a:t>
            </a:r>
          </a:p>
        </p:txBody>
      </p:sp>
      <p:sp>
        <p:nvSpPr>
          <p:cNvPr id="88537431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</a:p>
        </p:txBody>
      </p:sp>
      <p:sp>
        <p:nvSpPr>
          <p:cNvPr id="88938667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56268056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</a:p>
        </p:txBody>
      </p:sp>
      <p:sp>
        <p:nvSpPr>
          <p:cNvPr id="111773689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777873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0589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8247758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155605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0545014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972318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41837213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85833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1280643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7408842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0175585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9342247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9019023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437286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761753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6907364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69032710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83026884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SAP 중식비, 마곡 급여반영 기능 일부 수정</a:t>
            </a:r>
          </a:p>
        </p:txBody>
      </p:sp>
      <p:sp>
        <p:nvSpPr>
          <p:cNvPr id="61051018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11012985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2075721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New Healthcare Program 비용 신청서 본인 전결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출입관리시스템(안면인식)기록 자동 연동 구축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외근신청현황(ZHRR2780) 수정 및 삭제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중식비 관리 데이터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 및 확인작업(CCS 확인 및 마곡 중식비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인, 의료비학자금 이오피스계좌 검증)</a:t>
            </a:r>
          </a:p>
        </p:txBody>
      </p:sp>
      <p:sp>
        <p:nvSpPr>
          <p:cNvPr id="39849447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78336113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0126</a:t>
            </a:r>
            <a:br/>
            <a:br/>
          </a:p>
        </p:txBody>
      </p:sp>
      <p:sp>
        <p:nvSpPr>
          <p:cNvPr id="89575930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5744180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573613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764396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4907843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20742164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실적 외자건 조회 기간 수정</a:t>
            </a:r>
          </a:p>
        </p:txBody>
      </p:sp>
      <p:sp>
        <p:nvSpPr>
          <p:cNvPr id="126790667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30936387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2190315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PO번호 4501185567 건에 대한 견적단가 변경 릴리즈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구매요청서상(ME51N) 투자관리번호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기술검수증 반입일자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실적 외자건 조회 기간 수정</a:t>
            </a:r>
          </a:p>
        </p:txBody>
      </p:sp>
      <p:sp>
        <p:nvSpPr>
          <p:cNvPr id="139037491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0657025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</a:p>
        </p:txBody>
      </p:sp>
      <p:sp>
        <p:nvSpPr>
          <p:cNvPr id="40646924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5709018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970119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92417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0811761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38682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026325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747632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8990255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131015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539129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3007675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4035051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0399929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25396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48091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2617145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56237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70811550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140523219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18139564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30077971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07898541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'23년도 4분기 용인센터 NT서버 보안패치 작업 관련 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SAP 시스템 서비스 점검작업(HQHRCONT)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ERP운영/QA테스트 TP 및 R3Trans 버전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'23년도 4분기 온산공장 NT서버 보안패치 작업 관련 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SAP 시스템 서비스 점검작업(OSKPRO, OSKPRO2)</a:t>
            </a:r>
          </a:p>
        </p:txBody>
      </p:sp>
      <p:sp>
        <p:nvSpPr>
          <p:cNvPr id="4935812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br/>
          </a:p>
        </p:txBody>
      </p:sp>
      <p:sp>
        <p:nvSpPr>
          <p:cNvPr id="29141685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</a:p>
        </p:txBody>
      </p:sp>
      <p:sp>
        <p:nvSpPr>
          <p:cNvPr id="51694534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</a:p>
        </p:txBody>
      </p:sp>
      <p:sp>
        <p:nvSpPr>
          <p:cNvPr id="159027884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777042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833743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35026740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14007625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18348223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93320162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1497678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57908873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28431736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2477608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10508041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662057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042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197033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212853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7779738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7720229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421065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44878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6419322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3642998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957427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019493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2566998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628779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388759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9912855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6405688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206310818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23년연차보상관련 시스템 일부 개선요청 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하기휴가사용관련 HCM뷰 기수정부분 원상복구 요청</a:t>
            </a:r>
          </a:p>
        </p:txBody>
      </p:sp>
      <p:sp>
        <p:nvSpPr>
          <p:cNvPr id="8166121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93206945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06785595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국내출장비 신청서 내역란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미지급 퇴직 소득 관련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SF HR 마스터 정보 전송 기능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신규조직 레벨(350) 등록에 따른 마스터 연동 리포트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23년연차보상관련 시스템 일부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발생연차 쿼터 변경 전 작성해놓은 연간휴가신청서의 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조정</a:t>
            </a:r>
          </a:p>
        </p:txBody>
      </p:sp>
      <p:sp>
        <p:nvSpPr>
          <p:cNvPr id="2744262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196927852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br/>
          </a:p>
        </p:txBody>
      </p:sp>
      <p:sp>
        <p:nvSpPr>
          <p:cNvPr id="8080271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</a:p>
        </p:txBody>
      </p:sp>
      <p:sp>
        <p:nvSpPr>
          <p:cNvPr id="104039192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905903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6969777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</a:p>
        </p:txBody>
      </p:sp>
      <p:sp>
        <p:nvSpPr>
          <p:cNvPr id="625773685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</a:p>
        </p:txBody>
      </p:sp>
      <p:sp>
        <p:nvSpPr>
          <p:cNvPr id="60750505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</a:p>
        </p:txBody>
      </p:sp>
      <p:sp>
        <p:nvSpPr>
          <p:cNvPr id="1995635614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623992075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564277315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ITSM-105439당사 NH알뜰 가격소급 정산시 중부권/남부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권 분리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ITSM-105166SAP 거래처별 가격 확인(입력/승인) 관련 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용일자 설정 기능 생성(변경)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ITSM-105538대리점 최적출하지 점검 프로그램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ITSM-106137S-OIL &amp; SABIC Integration을 통한 ERP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내부 시스템 개선 추가 요청</a:t>
            </a:r>
          </a:p>
        </p:txBody>
      </p:sp>
      <p:sp>
        <p:nvSpPr>
          <p:cNvPr id="1428020588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</a:p>
        </p:txBody>
      </p:sp>
      <p:sp>
        <p:nvSpPr>
          <p:cNvPr id="886239834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</a:p>
        </p:txBody>
      </p:sp>
      <p:sp>
        <p:nvSpPr>
          <p:cNvPr id="900165556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</a:p>
        </p:txBody>
      </p:sp>
      <p:sp>
        <p:nvSpPr>
          <p:cNvPr id="87515499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8197660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