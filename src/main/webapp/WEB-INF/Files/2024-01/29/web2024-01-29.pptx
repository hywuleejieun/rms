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629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04256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2855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78232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0634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983808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65329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14719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88031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15587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96705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76222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08007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62589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93939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914787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4585095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5859239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807083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281066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[ITSM-106158]2023년 Tank 일별 재고추이 현황자료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Download 요청</a:t>
            </a:r>
          </a:p>
        </p:txBody>
      </p:sp>
      <p:sp>
        <p:nvSpPr>
          <p:cNvPr id="8223108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226355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20888478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</a:p>
        </p:txBody>
      </p:sp>
      <p:sp>
        <p:nvSpPr>
          <p:cNvPr id="8234600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16164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52136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1331499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7143329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</a:p>
        </p:txBody>
      </p:sp>
      <p:sp>
        <p:nvSpPr>
          <p:cNvPr id="16191503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433942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547447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입력오류 수정 및 대금청구 상태값 조정요청</a:t>
            </a:r>
          </a:p>
        </p:txBody>
      </p:sp>
      <p:sp>
        <p:nvSpPr>
          <p:cNvPr id="107226194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30287857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7617095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</a:p>
        </p:txBody>
      </p:sp>
      <p:sp>
        <p:nvSpPr>
          <p:cNvPr id="6437879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75185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0870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61605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46105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02323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02036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791577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56267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54114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29016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238300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06868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46785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648949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18885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1278192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215708275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6012920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</a:p>
        </p:txBody>
      </p:sp>
      <p:sp>
        <p:nvSpPr>
          <p:cNvPr id="1650490945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85543594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3091773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ITSM-106245 요청정보 재작성ITSM-105847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변경ITSM-106146 gcms 자동배포ITSM-105159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제ITSM-102147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문서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등록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ITSM-105415 견적서 삭제ITSM-106362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ITSM-106379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asm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ITSM-98506 상태 변경ITSM-99502 상태 변경ITSM-1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01250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ITSM-89671 변경요청서 삭제ITSM-50465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1172378758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613611533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87031048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235505003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20173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5351925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54241715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3649596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작업 Log 추가하기</a:t>
            </a:r>
          </a:p>
        </p:txBody>
      </p:sp>
      <p:sp>
        <p:nvSpPr>
          <p:cNvPr id="1145556708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00292126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55818421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작업 Log 추가하기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로우터 서버 보안작업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Migration 현황 보고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서버 패치 작업 일정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재수행 및 작업 PC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데이터정리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</a:p>
        </p:txBody>
      </p:sp>
      <p:sp>
        <p:nvSpPr>
          <p:cNvPr id="1882948624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75199261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97706621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1998411470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890105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889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63244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78446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0760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49902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9304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30828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88693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67368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702040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8064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13409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03016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52736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570517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28181105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524675567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</a:t>
            </a:r>
            <a:br/>
          </a:p>
        </p:txBody>
      </p:sp>
      <p:sp>
        <p:nvSpPr>
          <p:cNvPr id="110336087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0671712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09078605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</a:t>
            </a:r>
            <a:br/>
          </a:p>
        </p:txBody>
      </p:sp>
      <p:sp>
        <p:nvSpPr>
          <p:cNvPr id="1097903882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527852736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85942274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318872674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4695287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6831290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08356054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419962870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</a:t>
            </a:r>
            <a:br/>
          </a:p>
        </p:txBody>
      </p:sp>
      <p:sp>
        <p:nvSpPr>
          <p:cNvPr id="624320481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22606458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40393956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로컬 환경 및 VDI 환경에 개발작업 환경작업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- OSPM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중요하게 처리하는 업무 구분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OSPM내에 업무 프로세서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- OSPM 업무분석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DB테이블 및 OSPM 페이지내에 작업된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버 코드내역들 분석정리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작업 후 운영에 반영하는 데이터 내역 확인</a:t>
            </a:r>
            <a:br/>
          </a:p>
        </p:txBody>
      </p:sp>
      <p:sp>
        <p:nvSpPr>
          <p:cNvPr id="540260238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938294590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967537449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799522344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3428501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6487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21825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210236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24610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79384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752216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9277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77262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65979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311673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10383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42337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6044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580153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2543217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948847370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480449563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</a:p>
        </p:txBody>
      </p:sp>
      <p:sp>
        <p:nvSpPr>
          <p:cNvPr id="465599284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715431839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83354524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건(1)	관리자&gt;Soft skill 관리&gt;Soft skill 실적현황관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교육달성일 및 Assessment 요청가능여부 엑셀업로드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추가2)	Soft skill 교육완료자 대상으로 매주 월요일 평가요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메일 자동 스케쥴러 반영.3)	Soft skill Assessment 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요청자 대상으로 내부/외부평가 체크하여 최종인증평가 업데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이트 스케쥴러 반영4)	사용자&gt;교육신청&gt;교육신청내역확인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뉴에 Soft skill 교육과정 추가 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[CCS]WBS 코드 추가 작업 2건(1/24,1/25)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전자결재시스템 회수했는데 작성중인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서함에서 조회 안 됨. 확인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리스크관리팀 업무 담당자 변경으로 메일 기본수신자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정성근 부문장님 ERS 접속 및 메뉴 권한 확인 요청 </a:t>
            </a:r>
          </a:p>
        </p:txBody>
      </p:sp>
      <p:sp>
        <p:nvSpPr>
          <p:cNvPr id="308169616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82426420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76129687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589522172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4669936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0898084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29386539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774266913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</a:t>
            </a:r>
          </a:p>
        </p:txBody>
      </p:sp>
      <p:sp>
        <p:nvSpPr>
          <p:cNvPr id="200069296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09377875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27548537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교환 ERP 연계 전표번호 미연동 처리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재고관리 기초재고 미생성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hqgiftap 서버 ssl 설치 지원 및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24년 01월 인프라 취약 항목  담당자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hqgiftap WAS 다운 현상 긴급조치 및 원인 파악 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보고서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판매품의서 목표액 데이터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23년 회수된 상품권 리스트 데이터 요청</a:t>
            </a:r>
          </a:p>
        </p:txBody>
      </p:sp>
      <p:sp>
        <p:nvSpPr>
          <p:cNvPr id="1177996881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808967952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394199450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81992160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251034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814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555503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03016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072456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033690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9786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47361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263032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320917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76461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78615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50557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21453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4901602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1671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4792323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20424371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</a:p>
        </p:txBody>
      </p:sp>
      <p:sp>
        <p:nvSpPr>
          <p:cNvPr id="142186162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2014445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958132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[Windows 서버 패치] HQSLDB1/2 서버 보안 패치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배치 'IF_TS_TRANS_COST' 배치 결과상태 S/F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(실패한 경우에도 log로 'S(성공)' 상태 표시 / 코드 점검)</a:t>
            </a:r>
          </a:p>
        </p:txBody>
      </p:sp>
      <p:sp>
        <p:nvSpPr>
          <p:cNvPr id="13212282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6989462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876998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7459010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46256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40490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33816040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62229463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</a:p>
        </p:txBody>
      </p:sp>
      <p:sp>
        <p:nvSpPr>
          <p:cNvPr id="30259272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286275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9103548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자동화 창고 관련 공장 시스템 진행을 위한 PP WMS의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로세스와 ERP/SCM 시스템 I/F DATA 추출</a:t>
            </a:r>
          </a:p>
        </p:txBody>
      </p:sp>
      <p:sp>
        <p:nvSpPr>
          <p:cNvPr id="18690352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8747170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18834811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18220275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41503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