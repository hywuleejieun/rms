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913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5942529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58496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859870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94467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74588967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582762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40129708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9495021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557372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68196509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6702806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5960423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2710352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01838612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420279687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8300644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1849899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844920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43979297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09878289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02806415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6140727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0593403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577495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1796708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9855300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705438208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7299082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19250875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5366574" name="Frame"/>
          <p:cNvSpPr>
            <a:spLocks noGrp="1"/>
          </p:cNvSpPr>
          <p:nvPr/>
        </p:nvSpPr>
        <p:spPr>
          <a:xfrm>
            <a:off x="101600" y="32893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47138906" name="Text">
    </p:cNvPr>
          <p:cNvSpPr>
            <a:spLocks noGrp="1"/>
          </p:cNvSpPr>
          <p:nvPr/>
        </p:nvSpPr>
        <p:spPr>
          <a:xfrm rot="0">
            <a:off x="165100" y="33528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26482" name="Text">
    </p:cNvPr>
          <p:cNvSpPr>
            <a:spLocks noGrp="1"/>
          </p:cNvSpPr>
          <p:nvPr/>
        </p:nvSpPr>
        <p:spPr>
          <a:xfrm rot="0">
            <a:off x="152400" y="33147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70560590" name="Text">
    </p:cNvPr>
          <p:cNvSpPr>
            <a:spLocks noGrp="1"/>
          </p:cNvSpPr>
          <p:nvPr/>
        </p:nvSpPr>
        <p:spPr>
          <a:xfrm rot="0">
            <a:off x="165100" y="35687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92974381" name="Text">
    </p:cNvPr>
          <p:cNvSpPr>
            <a:spLocks noGrp="1"/>
          </p:cNvSpPr>
          <p:nvPr/>
        </p:nvSpPr>
        <p:spPr>
          <a:xfrm rot="0">
            <a:off x="901700" y="35687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1723604" name="Text">
    </p:cNvPr>
          <p:cNvSpPr>
            <a:spLocks noGrp="1"/>
          </p:cNvSpPr>
          <p:nvPr/>
        </p:nvSpPr>
        <p:spPr>
          <a:xfrm rot="0">
            <a:off x="5549900" y="35687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97017431" name="Text">
    </p:cNvPr>
          <p:cNvSpPr>
            <a:spLocks noGrp="1"/>
          </p:cNvSpPr>
          <p:nvPr/>
        </p:nvSpPr>
        <p:spPr>
          <a:xfrm rot="0">
            <a:off x="6121400" y="35687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87778571" name="Frame"/>
          <p:cNvSpPr>
            <a:spLocks noGrp="1"/>
          </p:cNvSpPr>
          <p:nvPr/>
        </p:nvSpPr>
        <p:spPr>
          <a:xfrm>
            <a:off x="165100" y="461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66811871" name="Text">
    </p:cNvPr>
          <p:cNvSpPr>
            <a:spLocks noGrp="1"/>
          </p:cNvSpPr>
          <p:nvPr/>
        </p:nvSpPr>
        <p:spPr>
          <a:xfrm rot="0">
            <a:off x="165100" y="458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793112514" name="Text">
    </p:cNvPr>
          <p:cNvSpPr>
            <a:spLocks noGrp="1"/>
          </p:cNvSpPr>
          <p:nvPr/>
        </p:nvSpPr>
        <p:spPr>
          <a:xfrm rot="0">
            <a:off x="965200" y="46355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산업안전보건관리비 계상 관련 시스템 보완 요청</a:t>
            </a:r>
          </a:p>
        </p:txBody>
      </p:sp>
      <p:sp>
        <p:nvSpPr>
          <p:cNvPr id="1742880946" name="Text">
    </p:cNvPr>
          <p:cNvSpPr>
            <a:spLocks noGrp="1"/>
          </p:cNvSpPr>
          <p:nvPr/>
        </p:nvSpPr>
        <p:spPr>
          <a:xfrm rot="0">
            <a:off x="7239000" y="463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39374650" name="Text">
    </p:cNvPr>
          <p:cNvSpPr>
            <a:spLocks noGrp="1"/>
          </p:cNvSpPr>
          <p:nvPr/>
        </p:nvSpPr>
        <p:spPr>
          <a:xfrm rot="0">
            <a:off x="5549900" y="463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565441167" name="Text">
    </p:cNvPr>
          <p:cNvSpPr>
            <a:spLocks noGrp="1"/>
          </p:cNvSpPr>
          <p:nvPr/>
        </p:nvSpPr>
        <p:spPr>
          <a:xfrm rot="0">
            <a:off x="901700" y="458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9856205" name="Text">
    </p:cNvPr>
          <p:cNvSpPr>
            <a:spLocks noGrp="1"/>
          </p:cNvSpPr>
          <p:nvPr/>
        </p:nvSpPr>
        <p:spPr>
          <a:xfrm rot="0">
            <a:off x="6121400" y="45847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3083246" name="Text">
    </p:cNvPr>
          <p:cNvSpPr>
            <a:spLocks noGrp="1"/>
          </p:cNvSpPr>
          <p:nvPr/>
        </p:nvSpPr>
        <p:spPr>
          <a:xfrm rot="0">
            <a:off x="5549900" y="458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8874971" name="Frame"/>
          <p:cNvSpPr>
            <a:spLocks noGrp="1"/>
          </p:cNvSpPr>
          <p:nvPr/>
        </p:nvSpPr>
        <p:spPr>
          <a:xfrm>
            <a:off x="165100" y="391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4477753" name="Text">
    </p:cNvPr>
          <p:cNvSpPr>
            <a:spLocks noGrp="1"/>
          </p:cNvSpPr>
          <p:nvPr/>
        </p:nvSpPr>
        <p:spPr>
          <a:xfrm rot="0">
            <a:off x="165100" y="391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08049685" name="Text">
    </p:cNvPr>
          <p:cNvSpPr>
            <a:spLocks noGrp="1"/>
          </p:cNvSpPr>
          <p:nvPr/>
        </p:nvSpPr>
        <p:spPr>
          <a:xfrm rot="0">
            <a:off x="965200" y="39878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1831993419" name="Text">
    </p:cNvPr>
          <p:cNvSpPr>
            <a:spLocks noGrp="1"/>
          </p:cNvSpPr>
          <p:nvPr/>
        </p:nvSpPr>
        <p:spPr>
          <a:xfrm rot="0">
            <a:off x="7239000" y="398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49887663" name="Text">
    </p:cNvPr>
          <p:cNvSpPr>
            <a:spLocks noGrp="1"/>
          </p:cNvSpPr>
          <p:nvPr/>
        </p:nvSpPr>
        <p:spPr>
          <a:xfrm rot="0">
            <a:off x="5549900" y="398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448616112" name="Text">
    </p:cNvPr>
          <p:cNvSpPr>
            <a:spLocks noGrp="1"/>
          </p:cNvSpPr>
          <p:nvPr/>
        </p:nvSpPr>
        <p:spPr>
          <a:xfrm rot="0">
            <a:off x="901700" y="391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8684729" name="Text">
    </p:cNvPr>
          <p:cNvSpPr>
            <a:spLocks noGrp="1"/>
          </p:cNvSpPr>
          <p:nvPr/>
        </p:nvSpPr>
        <p:spPr>
          <a:xfrm rot="0">
            <a:off x="6121400" y="39116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7216460" name="Text">
    </p:cNvPr>
          <p:cNvSpPr>
            <a:spLocks noGrp="1"/>
          </p:cNvSpPr>
          <p:nvPr/>
        </p:nvSpPr>
        <p:spPr>
          <a:xfrm rot="0">
            <a:off x="5549900" y="391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496149" name="Frame"/>
          <p:cNvSpPr>
            <a:spLocks noGrp="1"/>
          </p:cNvSpPr>
          <p:nvPr/>
        </p:nvSpPr>
        <p:spPr>
          <a:xfrm>
            <a:off x="127000" y="1384300"/>
            <a:ext cx="9779000" cy="1765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40747728" name="Frame"/>
          <p:cNvSpPr>
            <a:spLocks noGrp="1"/>
          </p:cNvSpPr>
          <p:nvPr/>
        </p:nvSpPr>
        <p:spPr>
          <a:xfrm>
            <a:off x="152400" y="2070100"/>
            <a:ext cx="9664700" cy="1079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4027907" name="Text">
    </p:cNvPr>
          <p:cNvSpPr>
            <a:spLocks noGrp="1"/>
          </p:cNvSpPr>
          <p:nvPr/>
        </p:nvSpPr>
        <p:spPr>
          <a:xfrm rot="0">
            <a:off x="152400" y="2044700"/>
            <a:ext cx="7366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35902735" name="Text">
    </p:cNvPr>
          <p:cNvSpPr>
            <a:spLocks noGrp="1"/>
          </p:cNvSpPr>
          <p:nvPr/>
        </p:nvSpPr>
        <p:spPr>
          <a:xfrm rot="0">
            <a:off x="952500" y="2095500"/>
            <a:ext cx="4597400" cy="1054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모바일 교환 ERP 연계 전표번호 미연동 처리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자동화 창고 관련 공장 시스템 진행을 위한 PP WMS의 프로세스와 ERP/SCM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템 I/F DATA 추출</a:t>
            </a:r>
          </a:p>
        </p:txBody>
      </p:sp>
      <p:sp>
        <p:nvSpPr>
          <p:cNvPr id="1445413793" name="Text">
    </p:cNvPr>
          <p:cNvSpPr>
            <a:spLocks noGrp="1"/>
          </p:cNvSpPr>
          <p:nvPr/>
        </p:nvSpPr>
        <p:spPr>
          <a:xfrm rot="0">
            <a:off x="7226300" y="2095500"/>
            <a:ext cx="2552700" cy="1054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691301" name="Text">
    </p:cNvPr>
          <p:cNvSpPr>
            <a:spLocks noGrp="1"/>
          </p:cNvSpPr>
          <p:nvPr/>
        </p:nvSpPr>
        <p:spPr>
          <a:xfrm rot="0">
            <a:off x="6108700" y="2044700"/>
            <a:ext cx="7620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41386071" name="Text">
    </p:cNvPr>
          <p:cNvSpPr>
            <a:spLocks noGrp="1"/>
          </p:cNvSpPr>
          <p:nvPr/>
        </p:nvSpPr>
        <p:spPr>
          <a:xfrm rot="0">
            <a:off x="5537200" y="2095500"/>
            <a:ext cx="571500" cy="1054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</a:p>
        </p:txBody>
      </p:sp>
      <p:sp>
        <p:nvSpPr>
          <p:cNvPr id="783108511" name="Text">
    </p:cNvPr>
          <p:cNvSpPr>
            <a:spLocks noGrp="1"/>
          </p:cNvSpPr>
          <p:nvPr/>
        </p:nvSpPr>
        <p:spPr>
          <a:xfrm rot="0">
            <a:off x="889000" y="2044700"/>
            <a:ext cx="46482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3757472" name="Text">
    </p:cNvPr>
          <p:cNvSpPr>
            <a:spLocks noGrp="1"/>
          </p:cNvSpPr>
          <p:nvPr/>
        </p:nvSpPr>
        <p:spPr>
          <a:xfrm rot="0">
            <a:off x="7124700" y="2044700"/>
            <a:ext cx="26543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276237" name="Text">
    </p:cNvPr>
          <p:cNvSpPr>
            <a:spLocks noGrp="1"/>
          </p:cNvSpPr>
          <p:nvPr/>
        </p:nvSpPr>
        <p:spPr>
          <a:xfrm rot="0">
            <a:off x="5537200" y="2044700"/>
            <a:ext cx="5715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0073400" name="Rectangle"/>
          <p:cNvSpPr>
            <a:spLocks noGrp="1"/>
          </p:cNvSpPr>
          <p:nvPr/>
        </p:nvSpPr>
        <p:spPr>
          <a:xfrm>
            <a:off x="6870700" y="2044700"/>
            <a:ext cx="254000" cy="11049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97309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759107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7886571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폴리머 가공비 집계 변경 로직 보완(ZPCOR2011)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법인세 신고 관련 업무용 승용차 비용집계 프로그램 개발(ZFIR6070)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대리점 최적출하지 점검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S-OIL &amp; SABIC Integration을 통한 ERP 내부 시스템 개선 추가 요청</a:t>
            </a:r>
          </a:p>
        </p:txBody>
      </p:sp>
      <p:sp>
        <p:nvSpPr>
          <p:cNvPr id="313200163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659745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8750028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</a:p>
        </p:txBody>
      </p:sp>
      <p:sp>
        <p:nvSpPr>
          <p:cNvPr id="18890463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593648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476317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944788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