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9535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03837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01172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47847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455968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928029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81906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3856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55528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27081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44280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0164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8788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26752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202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163674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0466702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6611901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40552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986481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최종처분일 select 조건 제외(ZFIM9900)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ZPCOR2010 오류 보완 및 ZPCOR2011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이전 사원번호로 전송 로직수정(ZFIR9057)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GSCM 전송시 전표번호 누락 이슈 원인 분석(ZGMR3511)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집계 프로그램 수정 요청(ZPCOR2010, ZPCO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R2011)</a:t>
            </a:r>
          </a:p>
        </p:txBody>
      </p:sp>
      <p:sp>
        <p:nvSpPr>
          <p:cNvPr id="10459337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592721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410476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448561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0927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5074500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955083736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49698201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마곡 급여반영 시 지급일자 변경 및 기능 제어 개선</a:t>
            </a:r>
          </a:p>
        </p:txBody>
      </p:sp>
      <p:sp>
        <p:nvSpPr>
          <p:cNvPr id="694283535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729997590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8904077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출장비 추가정산을 위한 해외출장비신청서 추가 생성처리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의료비/학자금 승인 완료 후 지급 보류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관련 기능 개발(HSS 권한분리)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어학성적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생활안정자금 신청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마곡 급여반영 시 지급일자 변경 및 기능 제어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메뉴명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긴급업무 수행교통비 계약직 신청시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교대근무자의 출장취소시 출장 근태 반영된 교대근무자의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출장일 정상근무시간 삭제</a:t>
            </a:r>
          </a:p>
        </p:txBody>
      </p:sp>
      <p:sp>
        <p:nvSpPr>
          <p:cNvPr id="1019237695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45192761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0117</a:t>
            </a:r>
            <a:br/>
            <a:br/>
          </a:p>
        </p:txBody>
      </p:sp>
      <p:sp>
        <p:nvSpPr>
          <p:cNvPr id="278958957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123264188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797462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180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0707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6184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299425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77717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838587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97658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50775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26640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714120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53300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77938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5522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43889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864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0695817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3581621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13310353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523242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1386269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8139142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3474675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8176193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4310116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33087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6683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9415283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20543145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94355796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699011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583487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데이타파일 추가 및 Aut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접속 문제로 원격 업무지원(경기동부지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외1명)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RSA1 "메타데이터 조회"시 발생하는 문제건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용인센터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점검작업(HQSAPROUTE, HQSOLMAN)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SSL VPN 버전 업그레이드에 따른 SAP 접속 점검 야간작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</a:p>
        </p:txBody>
      </p:sp>
      <p:sp>
        <p:nvSpPr>
          <p:cNvPr id="4448210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3170728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65235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8300092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44068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0458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80220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13781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03323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77145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27993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70250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9982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22476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07439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33867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86877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533907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31593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20320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0376918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70289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973295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815576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988125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7317368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863819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453243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411440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28505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23539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7856035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4014338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9720380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28865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404505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피평가자 신청현황 진행상태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특근명령서 특근 유형 변경 요청 - 2건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특근확인서 특근시작시간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출장명령신청서 대상자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어학성적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내 '채권압류 급여공제 내역(ZHRR3540)'에 퇴직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월 급여 금액 반영 요청</a:t>
            </a:r>
          </a:p>
        </p:txBody>
      </p:sp>
      <p:sp>
        <p:nvSpPr>
          <p:cNvPr id="5533192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3290999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26852062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61848058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7763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2433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20301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42122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48291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353528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16510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85154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08749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91265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98877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65621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8744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31596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887244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12533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2130529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20190371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472438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66195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552479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ITSM-105951구매자금 추심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ITSM-105538대리점 최적출하지 점검 프로그램 개선</a:t>
            </a:r>
          </a:p>
        </p:txBody>
      </p:sp>
      <p:sp>
        <p:nvSpPr>
          <p:cNvPr id="16832042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412255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10753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5382337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95605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