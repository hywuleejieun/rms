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70609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9329082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678494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41363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67545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5248378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755726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88654720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8438554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275429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149706301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9611271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4542312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7771529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91877133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395350392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7819968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634932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5724753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957926970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372052632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76627059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503831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2589529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2806155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780125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1149128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256910236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0829730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64494817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4788681" name="Frame"/>
          <p:cNvSpPr>
            <a:spLocks noGrp="1"/>
          </p:cNvSpPr>
          <p:nvPr/>
        </p:nvSpPr>
        <p:spPr>
          <a:xfrm>
            <a:off x="101600" y="2679700"/>
            <a:ext cx="9779000" cy="2552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83222001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7178321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70758199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5581347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2681484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60598551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6860508" name="Frame"/>
          <p:cNvSpPr>
            <a:spLocks noGrp="1"/>
          </p:cNvSpPr>
          <p:nvPr/>
        </p:nvSpPr>
        <p:spPr>
          <a:xfrm>
            <a:off x="165100" y="4000500"/>
            <a:ext cx="9664700" cy="1231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21080141" name="Text">
    </p:cNvPr>
          <p:cNvSpPr>
            <a:spLocks noGrp="1"/>
          </p:cNvSpPr>
          <p:nvPr/>
        </p:nvSpPr>
        <p:spPr>
          <a:xfrm rot="0">
            <a:off x="165100" y="39751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41261413" name="Text">
    </p:cNvPr>
          <p:cNvSpPr>
            <a:spLocks noGrp="1"/>
          </p:cNvSpPr>
          <p:nvPr/>
        </p:nvSpPr>
        <p:spPr>
          <a:xfrm rot="0">
            <a:off x="965200" y="4025900"/>
            <a:ext cx="4584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HCM 당일 시내출장 중식비 신청서 신규개발</a:t>
            </a:r>
          </a:p>
        </p:txBody>
      </p:sp>
      <p:sp>
        <p:nvSpPr>
          <p:cNvPr id="573868515" name="Text">
    </p:cNvPr>
          <p:cNvSpPr>
            <a:spLocks noGrp="1"/>
          </p:cNvSpPr>
          <p:nvPr/>
        </p:nvSpPr>
        <p:spPr>
          <a:xfrm rot="0">
            <a:off x="7239000" y="4025900"/>
            <a:ext cx="2552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5367648" name="Text">
    </p:cNvPr>
          <p:cNvSpPr>
            <a:spLocks noGrp="1"/>
          </p:cNvSpPr>
          <p:nvPr/>
        </p:nvSpPr>
        <p:spPr>
          <a:xfrm rot="0">
            <a:off x="5549900" y="4025900"/>
            <a:ext cx="5715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</a:p>
        </p:txBody>
      </p:sp>
      <p:sp>
        <p:nvSpPr>
          <p:cNvPr id="1237670907" name="Text">
    </p:cNvPr>
          <p:cNvSpPr>
            <a:spLocks noGrp="1"/>
          </p:cNvSpPr>
          <p:nvPr/>
        </p:nvSpPr>
        <p:spPr>
          <a:xfrm rot="0">
            <a:off x="901700" y="39751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6798026" name="Text">
    </p:cNvPr>
          <p:cNvSpPr>
            <a:spLocks noGrp="1"/>
          </p:cNvSpPr>
          <p:nvPr/>
        </p:nvSpPr>
        <p:spPr>
          <a:xfrm rot="0">
            <a:off x="6121400" y="39751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1765322" name="Text">
    </p:cNvPr>
          <p:cNvSpPr>
            <a:spLocks noGrp="1"/>
          </p:cNvSpPr>
          <p:nvPr/>
        </p:nvSpPr>
        <p:spPr>
          <a:xfrm rot="0">
            <a:off x="5549900" y="39751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3970716" name="Frame"/>
          <p:cNvSpPr>
            <a:spLocks noGrp="1"/>
          </p:cNvSpPr>
          <p:nvPr/>
        </p:nvSpPr>
        <p:spPr>
          <a:xfrm>
            <a:off x="165100" y="33020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82869200" name="Text">
    </p:cNvPr>
          <p:cNvSpPr>
            <a:spLocks noGrp="1"/>
          </p:cNvSpPr>
          <p:nvPr/>
        </p:nvSpPr>
        <p:spPr>
          <a:xfrm rot="0">
            <a:off x="165100" y="33020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369387658" name="Text">
    </p:cNvPr>
          <p:cNvSpPr>
            <a:spLocks noGrp="1"/>
          </p:cNvSpPr>
          <p:nvPr/>
        </p:nvSpPr>
        <p:spPr>
          <a:xfrm rot="0">
            <a:off x="965200" y="33782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924895061" name="Text">
    </p:cNvPr>
          <p:cNvSpPr>
            <a:spLocks noGrp="1"/>
          </p:cNvSpPr>
          <p:nvPr/>
        </p:nvSpPr>
        <p:spPr>
          <a:xfrm rot="0">
            <a:off x="7239000" y="33782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1745897" name="Text">
    </p:cNvPr>
          <p:cNvSpPr>
            <a:spLocks noGrp="1"/>
          </p:cNvSpPr>
          <p:nvPr/>
        </p:nvSpPr>
        <p:spPr>
          <a:xfrm rot="0">
            <a:off x="5549900" y="33782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411087089" name="Text">
    </p:cNvPr>
          <p:cNvSpPr>
            <a:spLocks noGrp="1"/>
          </p:cNvSpPr>
          <p:nvPr/>
        </p:nvSpPr>
        <p:spPr>
          <a:xfrm rot="0">
            <a:off x="901700" y="33020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7651849" name="Text">
    </p:cNvPr>
          <p:cNvSpPr>
            <a:spLocks noGrp="1"/>
          </p:cNvSpPr>
          <p:nvPr/>
        </p:nvSpPr>
        <p:spPr>
          <a:xfrm rot="0">
            <a:off x="6121400" y="33020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737527" name="Text">
    </p:cNvPr>
          <p:cNvSpPr>
            <a:spLocks noGrp="1"/>
          </p:cNvSpPr>
          <p:nvPr/>
        </p:nvSpPr>
        <p:spPr>
          <a:xfrm rot="0">
            <a:off x="5549900" y="33020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1304755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56422824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92183106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07020254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'법인영업팀-항공급유 매출입력' 작업 수행 및 누락 데이터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24년 1월3주차 Soft Skill Assessment 대상자 내부평가 메일 발송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감사팀 요청 :20.04.01 ~ 24.1.11 지류 상품권 재고데이터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ERPO 내자대금미지급현황전송, 외자대금미지급현황전송 I/F 수정</a:t>
            </a:r>
          </a:p>
        </p:txBody>
      </p:sp>
      <p:sp>
        <p:nvSpPr>
          <p:cNvPr id="2046791948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66342434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45576404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</a:p>
        </p:txBody>
      </p:sp>
      <p:sp>
        <p:nvSpPr>
          <p:cNvPr id="2065850044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9223077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2804140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9964311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9103434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65417848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25418667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ZPCOR2010 오류 보완 및 ZPCOR2011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구매처코드 이전 사원번호로 전송 로직수정(ZFIR9057)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구매자금 추심 개선</a:t>
            </a:r>
          </a:p>
        </p:txBody>
      </p:sp>
      <p:sp>
        <p:nvSpPr>
          <p:cNvPr id="371000469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49088560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56308277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</a:p>
        </p:txBody>
      </p:sp>
      <p:sp>
        <p:nvSpPr>
          <p:cNvPr id="1364114942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9127918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6070823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7171807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