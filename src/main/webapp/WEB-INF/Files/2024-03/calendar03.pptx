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99" d="100"/>
          <a:sy n="99" d="100"/>
        </p:scale>
        <p:origin x="282" y="72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2024-03-04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삼일절</a:t>
                      </a: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/ 31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83</Words>
  <Application>Microsoft Office PowerPoint</Application>
  <PresentationFormat>사용자 지정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21</cp:revision>
  <dcterms:modified xsi:type="dcterms:W3CDTF">2024-03-04T00:53:45Z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2024-03-04T00:53:45Z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805955e7-4896-4691-acbb-190c6983b1cf</vt:lpwstr>
  </property>
  <property fmtid="{D5CDD505-2E9C-101B-9397-08002B2CF9AE}" pid="8" name="MSIP_Label_a567d48d-774c-44e2-a79a-7d15724a8f35_ContentBits">
    <vt:lpwstr>3</vt:lpwstr>
  </property>
</Properties>
</file>