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6846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00242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015582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271220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425453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225377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06522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609798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05072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54984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21360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88055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319567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0172215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19753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10367169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6690408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자본화 이자율 계산 시스템 개발요청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분석(ZTRR1422)</a:t>
            </a:r>
          </a:p>
        </p:txBody>
      </p:sp>
      <p:sp>
        <p:nvSpPr>
          <p:cNvPr id="43351411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1344031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0788747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생산오더별 작업시간 프로그램 생성(ZPCOR2050)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이자율 계산 프로그램 생성 관련 분석(ZTRR1422)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[FI]차량관리 오류 분석(ZFIR6070)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[FI]구매처 생성 인터페이스 오류 분석(ZFIR9057)</a:t>
            </a:r>
          </a:p>
        </p:txBody>
      </p:sp>
      <p:sp>
        <p:nvSpPr>
          <p:cNvPr id="15214501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9610572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9629605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820986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307671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0004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5824214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24600032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7357320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2916095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0480859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SMM_PR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마곡 윤활실험동에 대한 납품완료 지시자 IMG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157145554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62935078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16209584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83490220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48420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0127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82203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55346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883993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2877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2540057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59965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48099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697423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974111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92320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42958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14768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34392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846958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4988251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187299691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4253496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988966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593920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솔맨7.2 F/S 체크, Oracle DB TableSpace 확인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Datafile 추가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신규 DMS서버 MaxDB 데이타파일 추가 및 AutoL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og 파일 삭제작업</a:t>
            </a:r>
          </a:p>
        </p:txBody>
      </p:sp>
      <p:sp>
        <p:nvSpPr>
          <p:cNvPr id="5876160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75374010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2512130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78191982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472267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720293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10243087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2469981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CSS공부하기</a:t>
            </a:r>
          </a:p>
        </p:txBody>
      </p:sp>
      <p:sp>
        <p:nvSpPr>
          <p:cNvPr id="117742952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134472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40677548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HTML공부하기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CSS공부하기</a:t>
            </a:r>
          </a:p>
        </p:txBody>
      </p:sp>
      <p:sp>
        <p:nvSpPr>
          <p:cNvPr id="133854687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202801453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75531087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1220442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25638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9360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1994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02899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53753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572975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58589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917551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7452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93401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008281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373773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827951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12312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143796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21525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4615846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203626811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2098737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304942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683735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사고 복구 비용 집계를 위한 IT 시스템 개선 요청* 월별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고복구비 집계조회 리포트 개발</a:t>
            </a:r>
          </a:p>
        </p:txBody>
      </p:sp>
      <p:sp>
        <p:nvSpPr>
          <p:cNvPr id="15052084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3545860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</a:p>
        </p:txBody>
      </p:sp>
      <p:sp>
        <p:nvSpPr>
          <p:cNvPr id="19608336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2676372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169648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468929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67460583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</a:p>
        </p:txBody>
      </p:sp>
      <p:sp>
        <p:nvSpPr>
          <p:cNvPr id="192499009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인사정보 요청서 개발 요청 건 분석</a:t>
            </a:r>
          </a:p>
        </p:txBody>
      </p:sp>
      <p:sp>
        <p:nvSpPr>
          <p:cNvPr id="7650983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0605079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591961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ITSM-108024 HCM 평가결과조회 면담관리 제외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 과다 발생 예외 적용 메뉴 개발 요청 건 분석- 인사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정보요청서 업무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ITSM-108259 고정/변동공제 승인권자 변경 요청- 휴무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쿼터(생휴) 미발생 오류관련 원인 조사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업무문의 대응 : 고정/변동 공제 승인시 오류 대응 / 연중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임원승진자에 대한 연차쿼터 조정 문의 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휴무쿼터(생휴) 미발생 오류관련 원인 조사- ITSM-1084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55 지방사택 변동성 경비 관리 버그 수정</a:t>
            </a:r>
          </a:p>
        </p:txBody>
      </p:sp>
      <p:sp>
        <p:nvSpPr>
          <p:cNvPr id="6229788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52290774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4583172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20306376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63703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3498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29096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18032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453859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844592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389678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24908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072817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78601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07310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55519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448008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66293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5661758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635642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0674313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</a:p>
        </p:txBody>
      </p:sp>
      <p:sp>
        <p:nvSpPr>
          <p:cNvPr id="133135368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</a:p>
        </p:txBody>
      </p:sp>
      <p:sp>
        <p:nvSpPr>
          <p:cNvPr id="11936891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5726574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111338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해외출장시 국내/해외출장 기간 CP 사원검색의 상태란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병가현황 기간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격려금 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퇴직신청 알람 메일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자격수당코드명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외국어 시험 등급 추가 기재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</a:p>
        </p:txBody>
      </p:sp>
      <p:sp>
        <p:nvSpPr>
          <p:cNvPr id="17600636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4987724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7598825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</a:p>
        </p:txBody>
      </p:sp>
      <p:sp>
        <p:nvSpPr>
          <p:cNvPr id="142655104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82702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23232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9321954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49985500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191342397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2880071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4399716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변경03/051. EXIT 에서 구분유형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특정로직 타지 않도록 조건 추가03/071. KRX일경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우 가격결정그룹 하드코딩</a:t>
            </a:r>
          </a:p>
        </p:txBody>
      </p:sp>
      <p:sp>
        <p:nvSpPr>
          <p:cNvPr id="5877323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8945353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93254849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24755494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970755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