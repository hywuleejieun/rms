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3350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21315852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970074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1545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48069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4886449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981673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6478225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07713445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223895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1407930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94570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5891203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37559301" name="Frame"/>
          <p:cNvSpPr>
            <a:spLocks noGrp="1"/>
          </p:cNvSpPr>
          <p:nvPr/>
        </p:nvSpPr>
        <p:spPr>
          <a:xfrm>
            <a:off x="25400" y="5067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07872080" name="Text">
    </p:cNvPr>
          <p:cNvSpPr>
            <a:spLocks noGrp="1"/>
          </p:cNvSpPr>
          <p:nvPr/>
        </p:nvSpPr>
        <p:spPr>
          <a:xfrm rot="0">
            <a:off x="152400" y="5092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0167525" name="Text">
    </p:cNvPr>
          <p:cNvSpPr>
            <a:spLocks noGrp="1"/>
          </p:cNvSpPr>
          <p:nvPr/>
        </p:nvSpPr>
        <p:spPr>
          <a:xfrm rot="0">
            <a:off x="6451600" y="5626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185998" name="Text">
    </p:cNvPr>
          <p:cNvSpPr>
            <a:spLocks noGrp="1"/>
          </p:cNvSpPr>
          <p:nvPr/>
        </p:nvSpPr>
        <p:spPr>
          <a:xfrm rot="0">
            <a:off x="2057400" y="5626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0387112" name="Text">
    </p:cNvPr>
          <p:cNvSpPr>
            <a:spLocks noGrp="1"/>
          </p:cNvSpPr>
          <p:nvPr/>
        </p:nvSpPr>
        <p:spPr>
          <a:xfrm rot="0">
            <a:off x="101600" y="5626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108545" name="Text">
    </p:cNvPr>
          <p:cNvSpPr>
            <a:spLocks noGrp="1"/>
          </p:cNvSpPr>
          <p:nvPr/>
        </p:nvSpPr>
        <p:spPr>
          <a:xfrm rot="0">
            <a:off x="101600" y="5384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93503730" name="Text">
    </p:cNvPr>
          <p:cNvSpPr>
            <a:spLocks noGrp="1"/>
          </p:cNvSpPr>
          <p:nvPr/>
        </p:nvSpPr>
        <p:spPr>
          <a:xfrm rot="0">
            <a:off x="2057400" y="5384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78168864" name="Text">
    </p:cNvPr>
          <p:cNvSpPr>
            <a:spLocks noGrp="1"/>
          </p:cNvSpPr>
          <p:nvPr/>
        </p:nvSpPr>
        <p:spPr>
          <a:xfrm rot="0">
            <a:off x="6451600" y="5384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3736279" name="Text">
    </p:cNvPr>
          <p:cNvSpPr>
            <a:spLocks noGrp="1"/>
          </p:cNvSpPr>
          <p:nvPr/>
        </p:nvSpPr>
        <p:spPr>
          <a:xfrm rot="0">
            <a:off x="101600" y="5918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385135" name="Text">
    </p:cNvPr>
          <p:cNvSpPr>
            <a:spLocks noGrp="1"/>
          </p:cNvSpPr>
          <p:nvPr/>
        </p:nvSpPr>
        <p:spPr>
          <a:xfrm rot="0">
            <a:off x="6451600" y="5918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378907" name="Text">
    </p:cNvPr>
          <p:cNvSpPr>
            <a:spLocks noGrp="1"/>
          </p:cNvSpPr>
          <p:nvPr/>
        </p:nvSpPr>
        <p:spPr>
          <a:xfrm rot="0">
            <a:off x="2057400" y="5918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240076" name="Text">
    </p:cNvPr>
          <p:cNvSpPr>
            <a:spLocks noGrp="1"/>
          </p:cNvSpPr>
          <p:nvPr/>
        </p:nvSpPr>
        <p:spPr>
          <a:xfrm rot="0">
            <a:off x="1244600" y="5918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7731670" name="Text">
    </p:cNvPr>
          <p:cNvSpPr>
            <a:spLocks noGrp="1"/>
          </p:cNvSpPr>
          <p:nvPr/>
        </p:nvSpPr>
        <p:spPr>
          <a:xfrm rot="0">
            <a:off x="1244600" y="5626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7634024" name="Text">
    </p:cNvPr>
          <p:cNvSpPr>
            <a:spLocks noGrp="1"/>
          </p:cNvSpPr>
          <p:nvPr/>
        </p:nvSpPr>
        <p:spPr>
          <a:xfrm rot="0">
            <a:off x="1244600" y="5384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143794481" name="Text">
    </p:cNvPr>
          <p:cNvSpPr>
            <a:spLocks noGrp="1"/>
          </p:cNvSpPr>
          <p:nvPr/>
        </p:nvSpPr>
        <p:spPr>
          <a:xfrm rot="0">
            <a:off x="8102600" y="5918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219" name="Text">
    </p:cNvPr>
          <p:cNvSpPr>
            <a:spLocks noGrp="1"/>
          </p:cNvSpPr>
          <p:nvPr/>
        </p:nvSpPr>
        <p:spPr>
          <a:xfrm rot="0">
            <a:off x="8102600" y="5384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841163256" name="Text">
    </p:cNvPr>
          <p:cNvSpPr>
            <a:spLocks noGrp="1"/>
          </p:cNvSpPr>
          <p:nvPr/>
        </p:nvSpPr>
        <p:spPr>
          <a:xfrm rot="0">
            <a:off x="8102600" y="5626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407037" name="Frame"/>
          <p:cNvSpPr>
            <a:spLocks noGrp="1"/>
          </p:cNvSpPr>
          <p:nvPr/>
        </p:nvSpPr>
        <p:spPr>
          <a:xfrm>
            <a:off x="101600" y="2959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53643764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29660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64931721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44850458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158648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49905039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30432973" name="Frame"/>
          <p:cNvSpPr>
            <a:spLocks noGrp="1"/>
          </p:cNvSpPr>
          <p:nvPr/>
        </p:nvSpPr>
        <p:spPr>
          <a:xfrm>
            <a:off x="165100" y="41275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43346913" name="Text">
    </p:cNvPr>
          <p:cNvSpPr>
            <a:spLocks noGrp="1"/>
          </p:cNvSpPr>
          <p:nvPr/>
        </p:nvSpPr>
        <p:spPr>
          <a:xfrm rot="0">
            <a:off x="165100" y="4102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095116537" name="Text">
    </p:cNvPr>
          <p:cNvSpPr>
            <a:spLocks noGrp="1"/>
          </p:cNvSpPr>
          <p:nvPr/>
        </p:nvSpPr>
        <p:spPr>
          <a:xfrm rot="0">
            <a:off x="965200" y="41529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ERP (SAP PM) 작업요청 시 작업환경위험도 입력 및 PSORMS Interface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저유소 PM 관련 작업의뢰서 전자결재(T-Code : IW21) 개선 요청</a:t>
            </a:r>
          </a:p>
        </p:txBody>
      </p:sp>
      <p:sp>
        <p:nvSpPr>
          <p:cNvPr id="1162851638" name="Text">
    </p:cNvPr>
          <p:cNvSpPr>
            <a:spLocks noGrp="1"/>
          </p:cNvSpPr>
          <p:nvPr/>
        </p:nvSpPr>
        <p:spPr>
          <a:xfrm rot="0">
            <a:off x="7239000" y="41529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16609579" name="Text">
    </p:cNvPr>
          <p:cNvSpPr>
            <a:spLocks noGrp="1"/>
          </p:cNvSpPr>
          <p:nvPr/>
        </p:nvSpPr>
        <p:spPr>
          <a:xfrm rot="0">
            <a:off x="5549900" y="41529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</a:p>
        </p:txBody>
      </p:sp>
      <p:sp>
        <p:nvSpPr>
          <p:cNvPr id="1834706952" name="Text">
    </p:cNvPr>
          <p:cNvSpPr>
            <a:spLocks noGrp="1"/>
          </p:cNvSpPr>
          <p:nvPr/>
        </p:nvSpPr>
        <p:spPr>
          <a:xfrm rot="0">
            <a:off x="901700" y="4102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62658" name="Text">
    </p:cNvPr>
          <p:cNvSpPr>
            <a:spLocks noGrp="1"/>
          </p:cNvSpPr>
          <p:nvPr/>
        </p:nvSpPr>
        <p:spPr>
          <a:xfrm rot="0">
            <a:off x="6121400" y="4102100"/>
            <a:ext cx="36449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1835161" name="Text">
    </p:cNvPr>
          <p:cNvSpPr>
            <a:spLocks noGrp="1"/>
          </p:cNvSpPr>
          <p:nvPr/>
        </p:nvSpPr>
        <p:spPr>
          <a:xfrm rot="0">
            <a:off x="5549900" y="4102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321571" name="Frame"/>
          <p:cNvSpPr>
            <a:spLocks noGrp="1"/>
          </p:cNvSpPr>
          <p:nvPr/>
        </p:nvSpPr>
        <p:spPr>
          <a:xfrm>
            <a:off x="165100" y="35814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21549850" name="Text">
    </p:cNvPr>
          <p:cNvSpPr>
            <a:spLocks noGrp="1"/>
          </p:cNvSpPr>
          <p:nvPr/>
        </p:nvSpPr>
        <p:spPr>
          <a:xfrm rot="0">
            <a:off x="165100" y="35814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24576478" name="Text">
    </p:cNvPr>
          <p:cNvSpPr>
            <a:spLocks noGrp="1"/>
          </p:cNvSpPr>
          <p:nvPr/>
        </p:nvSpPr>
        <p:spPr>
          <a:xfrm rot="0">
            <a:off x="965200" y="3657600"/>
            <a:ext cx="4584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937633343" name="Text">
    </p:cNvPr>
          <p:cNvSpPr>
            <a:spLocks noGrp="1"/>
          </p:cNvSpPr>
          <p:nvPr/>
        </p:nvSpPr>
        <p:spPr>
          <a:xfrm rot="0">
            <a:off x="7239000" y="36576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3347476" name="Text">
    </p:cNvPr>
          <p:cNvSpPr>
            <a:spLocks noGrp="1"/>
          </p:cNvSpPr>
          <p:nvPr/>
        </p:nvSpPr>
        <p:spPr>
          <a:xfrm rot="0">
            <a:off x="5549900" y="36576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740047701" name="Text">
    </p:cNvPr>
          <p:cNvSpPr>
            <a:spLocks noGrp="1"/>
          </p:cNvSpPr>
          <p:nvPr/>
        </p:nvSpPr>
        <p:spPr>
          <a:xfrm rot="0">
            <a:off x="901700" y="35814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622044" name="Text">
    </p:cNvPr>
          <p:cNvSpPr>
            <a:spLocks noGrp="1"/>
          </p:cNvSpPr>
          <p:nvPr/>
        </p:nvSpPr>
        <p:spPr>
          <a:xfrm rot="0">
            <a:off x="6121400" y="3581400"/>
            <a:ext cx="36449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235005" name="Text">
    </p:cNvPr>
          <p:cNvSpPr>
            <a:spLocks noGrp="1"/>
          </p:cNvSpPr>
          <p:nvPr/>
        </p:nvSpPr>
        <p:spPr>
          <a:xfrm rot="0">
            <a:off x="5549900" y="35814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160831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73674591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82220912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7623316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모바일 크롬브라우저로 이러닝 강의 수강시 진도율 저장 오류 관련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대리점영업팀 1차 회수 내용 및 2차 회수 내용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SMM_PR I/F 필드 추가 (구매요구서 E-Office 전송)</a:t>
            </a:r>
          </a:p>
        </p:txBody>
      </p:sp>
      <p:sp>
        <p:nvSpPr>
          <p:cNvPr id="1360536012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84742139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26645334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</a:p>
        </p:txBody>
      </p:sp>
      <p:sp>
        <p:nvSpPr>
          <p:cNvPr id="815998878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7714567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8365537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9989298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831823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90448516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1101568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생산오더별 작업시간 프로그램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 생성 인터페이스 오류 분석(ZFIR9057)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사고 복구 비용 집계를 위한 IT 시스템 개선 요청 *월별 사고복구비 집계조회 리포트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2086741896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84575477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9370899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</a:p>
        </p:txBody>
      </p:sp>
      <p:sp>
        <p:nvSpPr>
          <p:cNvPr id="260229333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019786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8184053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8289174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