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0450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23828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974066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53602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29349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962139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97935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033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38977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0469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27160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10295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2500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160281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79534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892911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972791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34642227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583348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7517885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취약점조치(데이터평문전송)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취약점조치(불충분한인증)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12583858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89163144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101639654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18037423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649298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45381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07588739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0188695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208968786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048562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285047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[ITSM-108397]마감계유 항목중 부문수불의 BCC 병합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</a:t>
            </a:r>
          </a:p>
        </p:txBody>
      </p:sp>
      <p:sp>
        <p:nvSpPr>
          <p:cNvPr id="84634777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0513119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4602461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4357539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13884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5145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24414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65791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65106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57117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335945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52375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24012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15257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64712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87010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10583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56417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3080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289837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7575094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210666932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3395733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7555400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80232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</a:p>
        </p:txBody>
      </p:sp>
      <p:sp>
        <p:nvSpPr>
          <p:cNvPr id="188959003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1108606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58410089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2358229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79203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55546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8282475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18138544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79322029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10654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58325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DashBoard S24 설치 이슈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ITSM-104414 변경요청서 삭제ITSM-108237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삭제ITSM-108212 담당자 변경ITSM-108244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작성ITSM-96798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퇴사자 계정정리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인사 이동으로 인한 사용자 지사 변겅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ITSM-107840 변경결과 작성ITSM-108417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작성ITSM-108417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prm 자동배포 이슈</a:t>
            </a:r>
          </a:p>
        </p:txBody>
      </p:sp>
      <p:sp>
        <p:nvSpPr>
          <p:cNvPr id="20272004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212273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74474583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956701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02831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4638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71088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98491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198896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221087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72048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57452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60588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06713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85074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8175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80930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943732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33940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52370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8008952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</a:p>
        </p:txBody>
      </p:sp>
      <p:sp>
        <p:nvSpPr>
          <p:cNvPr id="16499474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</a:t>
            </a:r>
          </a:p>
        </p:txBody>
      </p:sp>
      <p:sp>
        <p:nvSpPr>
          <p:cNvPr id="4073940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803409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8064883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-  '다운실패(2)' 예외처리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#2 외화지급계좌 증빙대사'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Migration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AA 오작동 PC 재부팅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 - 항공사 매출입력' 작업 수행 및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 - 전표처리' 작업 수행 및 오류 수정,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 '자금운영팀 - Weekly Economic Indicator'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 및 좌표수정,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 정의서 RPA 수행 및 보수</a:t>
            </a:r>
          </a:p>
        </p:txBody>
      </p:sp>
      <p:sp>
        <p:nvSpPr>
          <p:cNvPr id="86147406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7775443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20947631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3233237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20096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26516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7220061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7391063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(SAP PM) 작업요청 시 작업환경위험도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PSORMS Interface Attribute 추가</a:t>
            </a:r>
          </a:p>
        </p:txBody>
      </p:sp>
      <p:sp>
        <p:nvSpPr>
          <p:cNvPr id="843214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3195146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296357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법인휴대폰 해외 데이터로밍 신청서 수정/신규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도입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지류상품권 구매신청서 수정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SMM_PR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(SAP PM) 작업요청 시 작업환경위험도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PSORMS Interface Attribute 추가</a:t>
            </a:r>
          </a:p>
        </p:txBody>
      </p:sp>
      <p:sp>
        <p:nvSpPr>
          <p:cNvPr id="17952941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5362603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68445277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9327090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33077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8103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65747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68868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96756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24268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1823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34951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49917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85118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74016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99106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47062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62245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904115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8395368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9476074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233953553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결제완료문서 일관로 인쇄 가능하도록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</a:p>
        </p:txBody>
      </p:sp>
      <p:sp>
        <p:nvSpPr>
          <p:cNvPr id="1618655217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26306275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999607685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 전자결재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결제완료문서 일관로 인쇄 가능하도록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편의성 수정 -&gt; 메뉴(작업계획서)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ITSM-108095 -&gt; 기성보고서 첨부파일 교체요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ITSM-108155 -&gt; 결재완료 협조문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ITSM-108176 -&gt; 기성보고서 결재월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ITSM-108241 -&gt; 대표이사 사용인감 날인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서의 첨부결재문서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ITSM-108238 -&gt; 용역 체결기안의 첨부파일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ITSM-108213 -&gt; 교육훈련신청서 상 품의서 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ITSM-108212 -&gt; 안전보건검토 결과서의 중처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법 검토자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ITSM-108390 -&gt; 공장 문서 수신담당자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ITSM-108389 -&gt; 소액구매요구/승인서 양식내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예산부서 코스트센터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자산취득통지서 담당 CP결재선 변경 (변경전: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유성규, 변경후: 박성식)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ITSM-108013 -&gt; OSPM 작업계획 승인 일자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변경 요청</a:t>
            </a:r>
            <a:br/>
          </a:p>
        </p:txBody>
      </p:sp>
      <p:sp>
        <p:nvSpPr>
          <p:cNvPr id="1528247898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1860683766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557398315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</a:p>
        </p:txBody>
      </p:sp>
      <p:sp>
        <p:nvSpPr>
          <p:cNvPr id="706806070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662606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1251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68109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39207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56706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67553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33732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35234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07400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3818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27261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14492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04212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875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901051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4617424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698185183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296314302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</a:p>
        </p:txBody>
      </p:sp>
      <p:sp>
        <p:nvSpPr>
          <p:cNvPr id="737951946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8232663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41729198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 메일링 주기 설정 및 변경 건에 대해 일정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 및 운영 반영 지원 예정(ERS 정기적검토 주기 변경 및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알람 기능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모바일 크롬브라우저로 이러닝 강의 수강시 진도율 저장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관련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규정관리 기안지 중복 작성으로 인한 중복데이터 오류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유밥 스마트러닝 3월 연계 데이터 확인(2/15~2/29)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ITSM-108213 UCH 안전보건관리책임자 교육훈련신청서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상 품의서 첨부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새로 부서이동하신 S&amp;H기획팀 양원수,정상은 책임 조회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안됨 문의, 권한 매핑</a:t>
            </a:r>
          </a:p>
        </p:txBody>
      </p:sp>
      <p:sp>
        <p:nvSpPr>
          <p:cNvPr id="175254828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566633492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2037186028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</a:p>
        </p:txBody>
      </p:sp>
      <p:sp>
        <p:nvSpPr>
          <p:cNvPr id="36165039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486474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8068125" name="Text">
    </p:cNvPr>
          <p:cNvSpPr>
            <a:spLocks noGrp="1"/>
          </p:cNvSpPr>
          <p:nvPr/>
        </p:nvSpPr>
        <p:spPr>
          <a:xfrm rot="0">
            <a:off x="97028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</a:p>
        </p:txBody>
      </p:sp>
      <p:sp>
        <p:nvSpPr>
          <p:cNvPr id="1573424278" name="Text">
    </p:cNvPr>
          <p:cNvSpPr>
            <a:spLocks noGrp="1"/>
          </p:cNvSpPr>
          <p:nvPr/>
        </p:nvSpPr>
        <p:spPr>
          <a:xfrm rot="0">
            <a:off x="93345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</a:p>
        </p:txBody>
      </p:sp>
      <p:sp>
        <p:nvSpPr>
          <p:cNvPr id="988237684" name="Text">
    </p:cNvPr>
          <p:cNvSpPr>
            <a:spLocks noGrp="1"/>
          </p:cNvSpPr>
          <p:nvPr/>
        </p:nvSpPr>
        <p:spPr>
          <a:xfrm rot="0">
            <a:off x="5930900" y="37846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회수 현황 프로그램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데이터 관련 액면가 0으로 표기된 데이터 수정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보완</a:t>
            </a:r>
          </a:p>
        </p:txBody>
      </p:sp>
      <p:sp>
        <p:nvSpPr>
          <p:cNvPr id="1989886715" name="Text">
    </p:cNvPr>
          <p:cNvSpPr>
            <a:spLocks noGrp="1"/>
          </p:cNvSpPr>
          <p:nvPr/>
        </p:nvSpPr>
        <p:spPr>
          <a:xfrm rot="0">
            <a:off x="5308600" y="37846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7147223" name="Text">
    </p:cNvPr>
          <p:cNvSpPr>
            <a:spLocks noGrp="1"/>
          </p:cNvSpPr>
          <p:nvPr/>
        </p:nvSpPr>
        <p:spPr>
          <a:xfrm rot="0">
            <a:off x="88900" y="37846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598355" name="Text">
    </p:cNvPr>
          <p:cNvSpPr>
            <a:spLocks noGrp="1"/>
          </p:cNvSpPr>
          <p:nvPr/>
        </p:nvSpPr>
        <p:spPr>
          <a:xfrm rot="0">
            <a:off x="711200" y="37846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 관리 어플 비번 초기화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자재관리 검수 관련 권한 추가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HQWMSDEV01 개발 서버 EOS에 따른 서버 이관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호환성 검토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협력업체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사용계정에 대한 만료기간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기회수 상품권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모바일상품권 전환 데이터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대리점영업팀 1차 회수 내용 및 2차 회수 내용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SP305 시나리오 승인권자 변경 요청박성훈상무님 -&gt; 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용만팀장님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나영훈 책임님 EWS 관리자 권한 회수 및 시나리오 권한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</a:t>
            </a:r>
          </a:p>
        </p:txBody>
      </p:sp>
      <p:sp>
        <p:nvSpPr>
          <p:cNvPr id="6053840" name="Text">
    </p:cNvPr>
          <p:cNvSpPr>
            <a:spLocks noGrp="1"/>
          </p:cNvSpPr>
          <p:nvPr/>
        </p:nvSpPr>
        <p:spPr>
          <a:xfrm rot="0">
            <a:off x="44831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754735546" name="Text">
    </p:cNvPr>
          <p:cNvSpPr>
            <a:spLocks noGrp="1"/>
          </p:cNvSpPr>
          <p:nvPr/>
        </p:nvSpPr>
        <p:spPr>
          <a:xfrm rot="0">
            <a:off x="48514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407093493" name="Text">
    </p:cNvPr>
          <p:cNvSpPr>
            <a:spLocks noGrp="1"/>
          </p:cNvSpPr>
          <p:nvPr/>
        </p:nvSpPr>
        <p:spPr>
          <a:xfrm rot="0">
            <a:off x="4114800" y="37846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</a:p>
        </p:txBody>
      </p:sp>
      <p:sp>
        <p:nvSpPr>
          <p:cNvPr id="434132234" name="Text">
    </p:cNvPr>
          <p:cNvSpPr>
            <a:spLocks noGrp="1"/>
          </p:cNvSpPr>
          <p:nvPr/>
        </p:nvSpPr>
        <p:spPr>
          <a:xfrm rot="0">
            <a:off x="660400" y="37846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5705785" name="Text">
    </p:cNvPr>
          <p:cNvSpPr>
            <a:spLocks noGrp="1"/>
          </p:cNvSpPr>
          <p:nvPr/>
        </p:nvSpPr>
        <p:spPr>
          <a:xfrm rot="0">
            <a:off x="5880100" y="37846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4584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59738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46497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91919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650537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08299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78116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0998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58839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73454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033623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22867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08961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70315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29144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3852929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86838840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messagesource-context.xml 내 'createOnMessageNot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Found' value='false' 변경 적합성 검토 및 적용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 (이지은 → 서상희 사원)</a:t>
            </a:r>
          </a:p>
        </p:txBody>
      </p:sp>
      <p:sp>
        <p:nvSpPr>
          <p:cNvPr id="165910719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001344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316905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물류비 현황 내 'pipeline' 1월 데이터 미출력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 확인 (TS_TRANS_COST 테이블 데이터 수신 체크)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EMRO 1분기 정기점검 (2024) [임상근 매니저님]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messagesource-context.xml 내 'createOnMessageNot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Found' value='false' 변경 적합성 검토 (다국어 지원 기능이나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서버부하 가능성이 있어 '미사용' 고려) (개발)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인수인계 (이지은 → 서상희 사원)</a:t>
            </a:r>
          </a:p>
        </p:txBody>
      </p:sp>
      <p:sp>
        <p:nvSpPr>
          <p:cNvPr id="1398631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9788764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0913792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944255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8643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43847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180765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5514508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</a:p>
        </p:txBody>
      </p:sp>
      <p:sp>
        <p:nvSpPr>
          <p:cNvPr id="13206181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067562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329841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SMM_PR I/F 필드 추가 (구매요구서 E-Office 전송)</a:t>
            </a:r>
          </a:p>
        </p:txBody>
      </p:sp>
      <p:sp>
        <p:nvSpPr>
          <p:cNvPr id="185969888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41715266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86628135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50641094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181721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