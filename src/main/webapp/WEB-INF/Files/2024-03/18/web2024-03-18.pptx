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283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864106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64253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976100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659124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50131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19077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11337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49873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39400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4824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13479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8204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914114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33228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01218913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9657239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706912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4068738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82142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3984311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5634864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928233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1907357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2036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12502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5160574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4397902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9931418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609174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67284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[ITSM-108451]RTS Dashboard CARD 참조처 수정 요청</a:t>
            </a:r>
          </a:p>
        </p:txBody>
      </p:sp>
      <p:sp>
        <p:nvSpPr>
          <p:cNvPr id="866929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442516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4604848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208627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56923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340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19209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64056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54118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07596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515939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07996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39512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99395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67125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10281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11115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78109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3032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04095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21248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21018172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9847566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72468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53438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2398272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334554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4246887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8233912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24286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098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6716999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020125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54558615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102323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26473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ITSM-107746 상태 변경ITSM-108513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ITSM-108493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G/W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ITSM-107916 변경결과 작성ITSM-108618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변경ITSM-108495 작업유형 변경ITSM-108680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성ITSM-107346 배포상태 변경ITSM-107634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ITSM-108703 견적서 삭제ITSM-108714 동료검토자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ITSM-104329 예상완료일 변경ITSM-108727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13791182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8812385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2102076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26981890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67167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1103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0974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68863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978327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5821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7589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01309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40562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95933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210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8257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07877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37109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98288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2503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9897877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12054363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</a:p>
        </p:txBody>
      </p:sp>
      <p:sp>
        <p:nvSpPr>
          <p:cNvPr id="5080198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295461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973213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Chemical팀 - 나프타 수입부과금' 수행.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류확인 및 담당자 자료수정 요청,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'LPG팀 - 자가수송비 정산'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Control Room 에러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URM 파일 Eclipse Setting</a:t>
            </a:r>
          </a:p>
        </p:txBody>
      </p:sp>
      <p:sp>
        <p:nvSpPr>
          <p:cNvPr id="13944819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9354724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5813323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4159850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9987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83559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9239494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3871459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18492320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9395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149881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3044172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8880261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</a:p>
        </p:txBody>
      </p:sp>
      <p:sp>
        <p:nvSpPr>
          <p:cNvPr id="12607044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1636065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3524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7167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42353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31227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97692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29706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21146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2430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80655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3322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96168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38503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44486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26761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05975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236099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341495943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279658506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		-&gt; 프로시저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ITSM-108726 -&gt; [전자결재 신규 신청서 개발] 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리더 경조금 신청서</a:t>
            </a:r>
          </a:p>
        </p:txBody>
      </p:sp>
      <p:sp>
        <p:nvSpPr>
          <p:cNvPr id="994837929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4091039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58662043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관련결재완료문서 일괄로 인쇄 가능하도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메뉴(작업완료관리)		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ITSM-108480 -&gt; 결재 진행 중인 회의록 내 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문서 변경자산취득통지서(직접입력 그룹,개인) 담당 CP결재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변경 (변경전: 유성규, 변경후: 박성식)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-&gt; 작업계획관리 페이지 속도 개선 및 페이징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+ 해더영역 클릭시 정렬 되는 기준 수정	 개발서버에 올리고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현업자분들에게 확인요청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ITSM-108713 -&gt; 기안지내 계약시행일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ITSM-108711 -&gt; 협조문 첨부 파일 교체 요청(문서번호: B6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3-24-0069)ITSM-108701 -&gt; 협조문 작성일자 변경ITSM-10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8733 -&gt; 구매품의서 [AC6-24-1881] 사유 수정 및 서류 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831066985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90766852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1964223181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1097947214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3718044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2574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39059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52399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7032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422024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49061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00503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22765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35088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61300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26677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40380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2733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7176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7784525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41272838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014901498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526572395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78966028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9353223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U50100 장치운전 Manual 문서등록 변환오류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ITSM-108508 교육훈련신청서 내용 수정 및 교육이력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규정관리기안지 작업시간 초과로 데이터 재처리 연동됨.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.중복 연계 데이터 삭제후 규정관리 기안지 배치 작업 재실행,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부서지침서 중복 처리 문서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프로파일 변경 사항 Risk assessmet에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e-learning 개인별 고육이력 엑셀저장시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인요청(중복 수강자로 인한 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ITSM-108632 SHE관리원 변경으로 ERS 첨부파일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교육이력 조회안되는 수강자 데이터 확인 및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소프트스킬 인증 평가관련 배치로직 수정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</a:p>
        </p:txBody>
      </p:sp>
      <p:sp>
        <p:nvSpPr>
          <p:cNvPr id="1027198807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881455640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568688086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163391304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1165250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6234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69773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92741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49440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9381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50987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7697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96685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31165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61341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02423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070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10650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62618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936334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1728797338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375784207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</a:p>
        </p:txBody>
      </p:sp>
      <p:sp>
        <p:nvSpPr>
          <p:cNvPr id="1575488547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70662802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9429605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신규 계정 생성 및 접근 권한 삭제 4건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데이터 관련 액면가 0으로 표기된 데이터 수정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재고관리 감사 개선 사항 검토 요청 및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참석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상품권 PC 세팅 원격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적정재고 재고현황 프로세스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개발 서버 이전 HQWMSDEV01 -&gt; HQWMSEV1D 서버 구성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후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인사프로세스 시나리오 승인권자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인프라 취약점 조치 대상 (WMS, EWS 개발 DB 서버 패치 작업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검토 요청)</a:t>
            </a:r>
          </a:p>
        </p:txBody>
      </p:sp>
      <p:sp>
        <p:nvSpPr>
          <p:cNvPr id="585259412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064747263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31582459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282636376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877038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639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04490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98676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73144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879755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0613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705561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932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6246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00776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20968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58941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6751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249844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9213338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61430655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72432792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</a:p>
        </p:txBody>
      </p:sp>
      <p:sp>
        <p:nvSpPr>
          <p:cNvPr id="51488123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6557904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7506156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'createOnMessageNotFound' value='false'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경 적합성 검토 및 적용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ITSM-108688 [ 고급휘발유 품질정보 삭제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]건 조치 (with. 강길제 과장님)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(주)유니콘에너지(2017634) '품질 검사' 보너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스카드(BNS) 내 최근 결과 조회 불가 -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(요청자 : 형을진 책임님 / with.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웹 모의해킹 작업을 위한 'voctest' (테스트계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정) 권한부여</a:t>
            </a:r>
            <a:br/>
          </a:p>
        </p:txBody>
      </p:sp>
      <p:sp>
        <p:nvSpPr>
          <p:cNvPr id="481031102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9935291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93119324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23437021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964774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4784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616537903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2055621287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용인IDC 노후 네트워크 장비 교체 작업에 따른 EAI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서버작업</a:t>
            </a:r>
          </a:p>
        </p:txBody>
      </p:sp>
      <p:sp>
        <p:nvSpPr>
          <p:cNvPr id="1313132851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9540595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77848663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garbage MQ메세지 삭제</a:t>
            </a:r>
          </a:p>
        </p:txBody>
      </p:sp>
      <p:sp>
        <p:nvSpPr>
          <p:cNvPr id="162716123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4844183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886093801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63048364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92677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