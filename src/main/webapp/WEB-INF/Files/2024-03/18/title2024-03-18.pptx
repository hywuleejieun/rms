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[2024.03.12 ~ 2024.03.18]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3월 2주차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