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441034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082129126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880054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680246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03231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389122945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2364310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37959891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07017097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5237816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34991916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511211132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54618125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40934424" name="Frame"/>
          <p:cNvSpPr>
            <a:spLocks noGrp="1"/>
          </p:cNvSpPr>
          <p:nvPr/>
        </p:nvSpPr>
        <p:spPr>
          <a:xfrm>
            <a:off x="25400" y="53975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84008770" name="Text">
    </p:cNvPr>
          <p:cNvSpPr>
            <a:spLocks noGrp="1"/>
          </p:cNvSpPr>
          <p:nvPr/>
        </p:nvSpPr>
        <p:spPr>
          <a:xfrm rot="0">
            <a:off x="152400" y="54229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555823406" name="Text">
    </p:cNvPr>
          <p:cNvSpPr>
            <a:spLocks noGrp="1"/>
          </p:cNvSpPr>
          <p:nvPr/>
        </p:nvSpPr>
        <p:spPr>
          <a:xfrm rot="0">
            <a:off x="6451600" y="59563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5030454" name="Text">
    </p:cNvPr>
          <p:cNvSpPr>
            <a:spLocks noGrp="1"/>
          </p:cNvSpPr>
          <p:nvPr/>
        </p:nvSpPr>
        <p:spPr>
          <a:xfrm rot="0">
            <a:off x="2057400" y="59563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3312941" name="Text">
    </p:cNvPr>
          <p:cNvSpPr>
            <a:spLocks noGrp="1"/>
          </p:cNvSpPr>
          <p:nvPr/>
        </p:nvSpPr>
        <p:spPr>
          <a:xfrm rot="0">
            <a:off x="101600" y="59563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5960581" name="Text">
    </p:cNvPr>
          <p:cNvSpPr>
            <a:spLocks noGrp="1"/>
          </p:cNvSpPr>
          <p:nvPr/>
        </p:nvSpPr>
        <p:spPr>
          <a:xfrm rot="0">
            <a:off x="101600" y="57150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126441374" name="Text">
    </p:cNvPr>
          <p:cNvSpPr>
            <a:spLocks noGrp="1"/>
          </p:cNvSpPr>
          <p:nvPr/>
        </p:nvSpPr>
        <p:spPr>
          <a:xfrm rot="0">
            <a:off x="2057400" y="57150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380071205" name="Text">
    </p:cNvPr>
          <p:cNvSpPr>
            <a:spLocks noGrp="1"/>
          </p:cNvSpPr>
          <p:nvPr/>
        </p:nvSpPr>
        <p:spPr>
          <a:xfrm rot="0">
            <a:off x="6451600" y="57150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37073446" name="Text">
    </p:cNvPr>
          <p:cNvSpPr>
            <a:spLocks noGrp="1"/>
          </p:cNvSpPr>
          <p:nvPr/>
        </p:nvSpPr>
        <p:spPr>
          <a:xfrm rot="0">
            <a:off x="101600" y="62484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9015818" name="Text">
    </p:cNvPr>
          <p:cNvSpPr>
            <a:spLocks noGrp="1"/>
          </p:cNvSpPr>
          <p:nvPr/>
        </p:nvSpPr>
        <p:spPr>
          <a:xfrm rot="0">
            <a:off x="6451600" y="62484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5109177" name="Text">
    </p:cNvPr>
          <p:cNvSpPr>
            <a:spLocks noGrp="1"/>
          </p:cNvSpPr>
          <p:nvPr/>
        </p:nvSpPr>
        <p:spPr>
          <a:xfrm rot="0">
            <a:off x="2057400" y="62484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4002102" name="Text">
    </p:cNvPr>
          <p:cNvSpPr>
            <a:spLocks noGrp="1"/>
          </p:cNvSpPr>
          <p:nvPr/>
        </p:nvSpPr>
        <p:spPr>
          <a:xfrm rot="0">
            <a:off x="1244600" y="62484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7742726" name="Text">
    </p:cNvPr>
          <p:cNvSpPr>
            <a:spLocks noGrp="1"/>
          </p:cNvSpPr>
          <p:nvPr/>
        </p:nvSpPr>
        <p:spPr>
          <a:xfrm rot="0">
            <a:off x="1244600" y="59563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6576174" name="Text">
    </p:cNvPr>
          <p:cNvSpPr>
            <a:spLocks noGrp="1"/>
          </p:cNvSpPr>
          <p:nvPr/>
        </p:nvSpPr>
        <p:spPr>
          <a:xfrm rot="0">
            <a:off x="1244600" y="57150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390804908" name="Text">
    </p:cNvPr>
          <p:cNvSpPr>
            <a:spLocks noGrp="1"/>
          </p:cNvSpPr>
          <p:nvPr/>
        </p:nvSpPr>
        <p:spPr>
          <a:xfrm rot="0">
            <a:off x="8102600" y="62484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08135" name="Text">
    </p:cNvPr>
          <p:cNvSpPr>
            <a:spLocks noGrp="1"/>
          </p:cNvSpPr>
          <p:nvPr/>
        </p:nvSpPr>
        <p:spPr>
          <a:xfrm rot="0">
            <a:off x="8102600" y="57150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30758285" name="Text">
    </p:cNvPr>
          <p:cNvSpPr>
            <a:spLocks noGrp="1"/>
          </p:cNvSpPr>
          <p:nvPr/>
        </p:nvSpPr>
        <p:spPr>
          <a:xfrm rot="0">
            <a:off x="8102600" y="59563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5520391" name="Frame"/>
          <p:cNvSpPr>
            <a:spLocks noGrp="1"/>
          </p:cNvSpPr>
          <p:nvPr/>
        </p:nvSpPr>
        <p:spPr>
          <a:xfrm>
            <a:off x="101600" y="32893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5920354" name="Text">
    </p:cNvPr>
          <p:cNvSpPr>
            <a:spLocks noGrp="1"/>
          </p:cNvSpPr>
          <p:nvPr/>
        </p:nvSpPr>
        <p:spPr>
          <a:xfrm rot="0">
            <a:off x="165100" y="33528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2394120" name="Text">
    </p:cNvPr>
          <p:cNvSpPr>
            <a:spLocks noGrp="1"/>
          </p:cNvSpPr>
          <p:nvPr/>
        </p:nvSpPr>
        <p:spPr>
          <a:xfrm rot="0">
            <a:off x="152400" y="33147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334589752" name="Text">
    </p:cNvPr>
          <p:cNvSpPr>
            <a:spLocks noGrp="1"/>
          </p:cNvSpPr>
          <p:nvPr/>
        </p:nvSpPr>
        <p:spPr>
          <a:xfrm rot="0">
            <a:off x="165100" y="35687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34581800" name="Text">
    </p:cNvPr>
          <p:cNvSpPr>
            <a:spLocks noGrp="1"/>
          </p:cNvSpPr>
          <p:nvPr/>
        </p:nvSpPr>
        <p:spPr>
          <a:xfrm rot="0">
            <a:off x="901700" y="35687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1681642" name="Text">
    </p:cNvPr>
          <p:cNvSpPr>
            <a:spLocks noGrp="1"/>
          </p:cNvSpPr>
          <p:nvPr/>
        </p:nvSpPr>
        <p:spPr>
          <a:xfrm rot="0">
            <a:off x="5549900" y="35687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481470239" name="Text">
    </p:cNvPr>
          <p:cNvSpPr>
            <a:spLocks noGrp="1"/>
          </p:cNvSpPr>
          <p:nvPr/>
        </p:nvSpPr>
        <p:spPr>
          <a:xfrm rot="0">
            <a:off x="6121400" y="35687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82256855" name="Frame"/>
          <p:cNvSpPr>
            <a:spLocks noGrp="1"/>
          </p:cNvSpPr>
          <p:nvPr/>
        </p:nvSpPr>
        <p:spPr>
          <a:xfrm>
            <a:off x="165100" y="461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06040301" name="Text">
    </p:cNvPr>
          <p:cNvSpPr>
            <a:spLocks noGrp="1"/>
          </p:cNvSpPr>
          <p:nvPr/>
        </p:nvSpPr>
        <p:spPr>
          <a:xfrm rot="0">
            <a:off x="165100" y="458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0084037" name="Text">
    </p:cNvPr>
          <p:cNvSpPr>
            <a:spLocks noGrp="1"/>
          </p:cNvSpPr>
          <p:nvPr/>
        </p:nvSpPr>
        <p:spPr>
          <a:xfrm rot="0">
            <a:off x="965200" y="46355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[전자결재 신규 신청서 개발] 팀리더 경조금 신청서</a:t>
            </a:r>
          </a:p>
        </p:txBody>
      </p:sp>
      <p:sp>
        <p:nvSpPr>
          <p:cNvPr id="905573250" name="Text">
    </p:cNvPr>
          <p:cNvSpPr>
            <a:spLocks noGrp="1"/>
          </p:cNvSpPr>
          <p:nvPr/>
        </p:nvSpPr>
        <p:spPr>
          <a:xfrm rot="0">
            <a:off x="7239000" y="463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74016900" name="Text">
    </p:cNvPr>
          <p:cNvSpPr>
            <a:spLocks noGrp="1"/>
          </p:cNvSpPr>
          <p:nvPr/>
        </p:nvSpPr>
        <p:spPr>
          <a:xfrm rot="0">
            <a:off x="5549900" y="463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</a:p>
        </p:txBody>
      </p:sp>
      <p:sp>
        <p:nvSpPr>
          <p:cNvPr id="270731695" name="Text">
    </p:cNvPr>
          <p:cNvSpPr>
            <a:spLocks noGrp="1"/>
          </p:cNvSpPr>
          <p:nvPr/>
        </p:nvSpPr>
        <p:spPr>
          <a:xfrm rot="0">
            <a:off x="901700" y="458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7914105" name="Text">
    </p:cNvPr>
          <p:cNvSpPr>
            <a:spLocks noGrp="1"/>
          </p:cNvSpPr>
          <p:nvPr/>
        </p:nvSpPr>
        <p:spPr>
          <a:xfrm rot="0">
            <a:off x="6121400" y="45847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8777981" name="Text">
    </p:cNvPr>
          <p:cNvSpPr>
            <a:spLocks noGrp="1"/>
          </p:cNvSpPr>
          <p:nvPr/>
        </p:nvSpPr>
        <p:spPr>
          <a:xfrm rot="0">
            <a:off x="5549900" y="458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6469988" name="Frame"/>
          <p:cNvSpPr>
            <a:spLocks noGrp="1"/>
          </p:cNvSpPr>
          <p:nvPr/>
        </p:nvSpPr>
        <p:spPr>
          <a:xfrm>
            <a:off x="165100" y="391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13953589" name="Text">
    </p:cNvPr>
          <p:cNvSpPr>
            <a:spLocks noGrp="1"/>
          </p:cNvSpPr>
          <p:nvPr/>
        </p:nvSpPr>
        <p:spPr>
          <a:xfrm rot="0">
            <a:off x="165100" y="391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6435050" name="Text">
    </p:cNvPr>
          <p:cNvSpPr>
            <a:spLocks noGrp="1"/>
          </p:cNvSpPr>
          <p:nvPr/>
        </p:nvSpPr>
        <p:spPr>
          <a:xfrm rot="0">
            <a:off x="965200" y="39878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전표 자동승인(회계팀)시 전표의 증빙일과 계산서 발행일 체크로직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584669190" name="Text">
    </p:cNvPr>
          <p:cNvSpPr>
            <a:spLocks noGrp="1"/>
          </p:cNvSpPr>
          <p:nvPr/>
        </p:nvSpPr>
        <p:spPr>
          <a:xfrm rot="0">
            <a:off x="7239000" y="398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133457699" name="Text">
    </p:cNvPr>
          <p:cNvSpPr>
            <a:spLocks noGrp="1"/>
          </p:cNvSpPr>
          <p:nvPr/>
        </p:nvSpPr>
        <p:spPr>
          <a:xfrm rot="0">
            <a:off x="5549900" y="398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450192747" name="Text">
    </p:cNvPr>
          <p:cNvSpPr>
            <a:spLocks noGrp="1"/>
          </p:cNvSpPr>
          <p:nvPr/>
        </p:nvSpPr>
        <p:spPr>
          <a:xfrm rot="0">
            <a:off x="901700" y="391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9406284" name="Text">
    </p:cNvPr>
          <p:cNvSpPr>
            <a:spLocks noGrp="1"/>
          </p:cNvSpPr>
          <p:nvPr/>
        </p:nvSpPr>
        <p:spPr>
          <a:xfrm rot="0">
            <a:off x="6121400" y="39116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7340586" name="Text">
    </p:cNvPr>
          <p:cNvSpPr>
            <a:spLocks noGrp="1"/>
          </p:cNvSpPr>
          <p:nvPr/>
        </p:nvSpPr>
        <p:spPr>
          <a:xfrm rot="0">
            <a:off x="5549900" y="391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3105388" name="Frame"/>
          <p:cNvSpPr>
            <a:spLocks noGrp="1"/>
          </p:cNvSpPr>
          <p:nvPr/>
        </p:nvSpPr>
        <p:spPr>
          <a:xfrm>
            <a:off x="127000" y="1384300"/>
            <a:ext cx="9779000" cy="1765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24725684" name="Frame"/>
          <p:cNvSpPr>
            <a:spLocks noGrp="1"/>
          </p:cNvSpPr>
          <p:nvPr/>
        </p:nvSpPr>
        <p:spPr>
          <a:xfrm>
            <a:off x="152400" y="23749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24087183" name="Text">
    </p:cNvPr>
          <p:cNvSpPr>
            <a:spLocks noGrp="1"/>
          </p:cNvSpPr>
          <p:nvPr/>
        </p:nvSpPr>
        <p:spPr>
          <a:xfrm rot="0">
            <a:off x="152400" y="23495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81318057" name="Text">
    </p:cNvPr>
          <p:cNvSpPr>
            <a:spLocks noGrp="1"/>
          </p:cNvSpPr>
          <p:nvPr/>
        </p:nvSpPr>
        <p:spPr>
          <a:xfrm rot="0">
            <a:off x="952500" y="2400300"/>
            <a:ext cx="45974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'회계지급전표 증빙대사' 및 '외화지급계좌 증빙대사' 수행 및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S-MSDS-0179(O3(오존))의 문서 폴더 변경 (기타-&gt;제품), 규정관리기안지에서 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회되도록 ROOT값 변경 요청.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용인IDC 노후 네트워크 장비 교체 작업에 따른 EAI 시스템 서버작업</a:t>
            </a:r>
          </a:p>
        </p:txBody>
      </p:sp>
      <p:sp>
        <p:nvSpPr>
          <p:cNvPr id="1223676983" name="Text">
    </p:cNvPr>
          <p:cNvSpPr>
            <a:spLocks noGrp="1"/>
          </p:cNvSpPr>
          <p:nvPr/>
        </p:nvSpPr>
        <p:spPr>
          <a:xfrm rot="0">
            <a:off x="7226300" y="24003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7788848" name="Text">
    </p:cNvPr>
          <p:cNvSpPr>
            <a:spLocks noGrp="1"/>
          </p:cNvSpPr>
          <p:nvPr/>
        </p:nvSpPr>
        <p:spPr>
          <a:xfrm rot="0">
            <a:off x="6108700" y="23495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499896949" name="Text">
    </p:cNvPr>
          <p:cNvSpPr>
            <a:spLocks noGrp="1"/>
          </p:cNvSpPr>
          <p:nvPr/>
        </p:nvSpPr>
        <p:spPr>
          <a:xfrm rot="0">
            <a:off x="5537200" y="24003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03/17</a:t>
            </a:r>
          </a:p>
        </p:txBody>
      </p:sp>
      <p:sp>
        <p:nvSpPr>
          <p:cNvPr id="1415516355" name="Text">
    </p:cNvPr>
          <p:cNvSpPr>
            <a:spLocks noGrp="1"/>
          </p:cNvSpPr>
          <p:nvPr/>
        </p:nvSpPr>
        <p:spPr>
          <a:xfrm rot="0">
            <a:off x="889000" y="23495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5121939" name="Text">
    </p:cNvPr>
          <p:cNvSpPr>
            <a:spLocks noGrp="1"/>
          </p:cNvSpPr>
          <p:nvPr/>
        </p:nvSpPr>
        <p:spPr>
          <a:xfrm rot="0">
            <a:off x="7124700" y="23495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3407453" name="Text">
    </p:cNvPr>
          <p:cNvSpPr>
            <a:spLocks noGrp="1"/>
          </p:cNvSpPr>
          <p:nvPr/>
        </p:nvSpPr>
        <p:spPr>
          <a:xfrm rot="0">
            <a:off x="5537200" y="23495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4674504" name="Rectangle"/>
          <p:cNvSpPr>
            <a:spLocks noGrp="1"/>
          </p:cNvSpPr>
          <p:nvPr/>
        </p:nvSpPr>
        <p:spPr>
          <a:xfrm>
            <a:off x="6870700" y="23495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217706" name="Frame"/>
          <p:cNvSpPr>
            <a:spLocks noGrp="1"/>
          </p:cNvSpPr>
          <p:nvPr/>
        </p:nvSpPr>
        <p:spPr>
          <a:xfrm>
            <a:off x="152400" y="1371600"/>
            <a:ext cx="9639300" cy="977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75069630" name="Text">
    </p:cNvPr>
          <p:cNvSpPr>
            <a:spLocks noGrp="1"/>
          </p:cNvSpPr>
          <p:nvPr/>
        </p:nvSpPr>
        <p:spPr>
          <a:xfrm rot="0">
            <a:off x="152400" y="1371600"/>
            <a:ext cx="7366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320380471" name="Text">
    </p:cNvPr>
          <p:cNvSpPr>
            <a:spLocks noGrp="1"/>
          </p:cNvSpPr>
          <p:nvPr/>
        </p:nvSpPr>
        <p:spPr>
          <a:xfrm rot="0">
            <a:off x="939800" y="1422400"/>
            <a:ext cx="4610100" cy="927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SPHB(PP 반제품)의 제조수량이 (-)인 경우 제조원가으로 반영되도록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(ZCOR6500)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팀리더 경조금 신청서 양식 추가에 대한 복리후생 전표생성 RFC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(ZFI_RFC_RECEIVE_POSTING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예약 마감 로그 저장 *User Exit(ZXMBCU08) 예약 마감 관련 로그 저장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 QA테스트서버 System Copy(데이터 동기화)작업</a:t>
            </a:r>
          </a:p>
        </p:txBody>
      </p:sp>
      <p:sp>
        <p:nvSpPr>
          <p:cNvPr id="1679567067" name="Text">
    </p:cNvPr>
          <p:cNvSpPr>
            <a:spLocks noGrp="1"/>
          </p:cNvSpPr>
          <p:nvPr/>
        </p:nvSpPr>
        <p:spPr>
          <a:xfrm rot="0">
            <a:off x="7226300" y="14478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99505331" name="Text">
    </p:cNvPr>
          <p:cNvSpPr>
            <a:spLocks noGrp="1"/>
          </p:cNvSpPr>
          <p:nvPr/>
        </p:nvSpPr>
        <p:spPr>
          <a:xfrm rot="0">
            <a:off x="6108700" y="1371600"/>
            <a:ext cx="7620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572066754" name="Text">
    </p:cNvPr>
          <p:cNvSpPr>
            <a:spLocks noGrp="1"/>
          </p:cNvSpPr>
          <p:nvPr/>
        </p:nvSpPr>
        <p:spPr>
          <a:xfrm rot="0">
            <a:off x="5537200" y="14478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03/24</a:t>
            </a:r>
          </a:p>
        </p:txBody>
      </p:sp>
      <p:sp>
        <p:nvSpPr>
          <p:cNvPr id="177013093" name="Text">
    </p:cNvPr>
          <p:cNvSpPr>
            <a:spLocks noGrp="1"/>
          </p:cNvSpPr>
          <p:nvPr/>
        </p:nvSpPr>
        <p:spPr>
          <a:xfrm rot="0">
            <a:off x="889000" y="1371600"/>
            <a:ext cx="46482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7075743" name="Text">
    </p:cNvPr>
          <p:cNvSpPr>
            <a:spLocks noGrp="1"/>
          </p:cNvSpPr>
          <p:nvPr/>
        </p:nvSpPr>
        <p:spPr>
          <a:xfrm rot="0">
            <a:off x="7124700" y="1371600"/>
            <a:ext cx="26543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16772552" name="Text">
    </p:cNvPr>
          <p:cNvSpPr>
            <a:spLocks noGrp="1"/>
          </p:cNvSpPr>
          <p:nvPr/>
        </p:nvSpPr>
        <p:spPr>
          <a:xfrm rot="0">
            <a:off x="5537200" y="1371600"/>
            <a:ext cx="5715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0371712" name="Rectangle"/>
          <p:cNvSpPr>
            <a:spLocks noGrp="1"/>
          </p:cNvSpPr>
          <p:nvPr/>
        </p:nvSpPr>
        <p:spPr>
          <a:xfrm>
            <a:off x="6870700" y="1371600"/>
            <a:ext cx="254000" cy="9779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