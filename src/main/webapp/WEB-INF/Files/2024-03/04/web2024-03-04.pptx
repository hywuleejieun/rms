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  <p:sldId id="2562" r:id="rId2"/>
    <p:sldId id="2563" r:id="rId3"/>
    <p:sldId id="2564" r:id="rId4"/>
    <p:sldId id="2565" r:id="rId5"/>
    <p:sldId id="2566" r:id="rId6"/>
  </p:sldIdLst>
  <p:sldSz cx="10160000" cy="7429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Relationship Id="rId5" Type="http://schemas.openxmlformats.org/officeDocument/2006/relationships/slide" Target="slides/slide5.xml"/>
<Relationship Id="rId6" Type="http://schemas.openxmlformats.org/officeDocument/2006/relationships/slide" Target="slides/slide6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3745695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31555669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95359162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065420295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39381346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875552759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944569034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155614095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024745766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930925622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575886141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813266313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922526844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031725118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73945945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</a:p>
        </p:txBody>
      </p:sp>
      <p:sp>
        <p:nvSpPr>
          <p:cNvPr id="1576110253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</a:p>
        </p:txBody>
      </p:sp>
      <p:sp>
        <p:nvSpPr>
          <p:cNvPr id="350022113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[FLBIZ] 취약점조치(데이터평문전송)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취약점조치(불충분한인증)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간소화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진</a:t>
            </a:r>
          </a:p>
        </p:txBody>
      </p:sp>
      <p:sp>
        <p:nvSpPr>
          <p:cNvPr id="1583977556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1848097821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1061352852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[FLBIZ] 취약점조치(데이터평문전송)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취약점조치(불충분한인증)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간소화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진</a:t>
            </a:r>
          </a:p>
        </p:txBody>
      </p:sp>
      <p:sp>
        <p:nvSpPr>
          <p:cNvPr id="1285718140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</a:p>
        </p:txBody>
      </p:sp>
      <p:sp>
        <p:nvSpPr>
          <p:cNvPr id="1585149576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5%</a:t>
            </a:r>
            <a:br/>
            <a:br/>
          </a:p>
        </p:txBody>
      </p:sp>
      <p:sp>
        <p:nvSpPr>
          <p:cNvPr id="225439246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</a:p>
        </p:txBody>
      </p:sp>
      <p:sp>
        <p:nvSpPr>
          <p:cNvPr id="631850082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102432203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15000543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</a:p>
        </p:txBody>
      </p:sp>
      <p:sp>
        <p:nvSpPr>
          <p:cNvPr id="184023372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</a:p>
        </p:txBody>
      </p:sp>
      <p:sp>
        <p:nvSpPr>
          <p:cNvPr id="1704080932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</a:p>
        </p:txBody>
      </p:sp>
      <p:sp>
        <p:nvSpPr>
          <p:cNvPr id="473247124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926549314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36878192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Dashboard사이버보안 컴플라이언스 점검 결과에 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른 개선 건</a:t>
            </a:r>
          </a:p>
        </p:txBody>
      </p:sp>
      <p:sp>
        <p:nvSpPr>
          <p:cNvPr id="1994756612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br/>
          </a:p>
        </p:txBody>
      </p:sp>
      <p:sp>
        <p:nvSpPr>
          <p:cNvPr id="1124681921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</a:p>
        </p:txBody>
      </p:sp>
      <p:sp>
        <p:nvSpPr>
          <p:cNvPr id="612259319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br/>
          </a:p>
        </p:txBody>
      </p:sp>
      <p:sp>
        <p:nvSpPr>
          <p:cNvPr id="870383423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75185653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1217997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915278934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35853503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302725768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003063248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2103693379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736422844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753601697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533798891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954850061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572607481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448858904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392200329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607965800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16673173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</a:p>
        </p:txBody>
      </p:sp>
      <p:sp>
        <p:nvSpPr>
          <p:cNvPr id="76667909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</a:p>
        </p:txBody>
      </p:sp>
      <p:sp>
        <p:nvSpPr>
          <p:cNvPr id="204894492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CI 시설 대금청구 매뉴에서 PR 일괄 생성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</a:p>
        </p:txBody>
      </p:sp>
      <p:sp>
        <p:nvSpPr>
          <p:cNvPr id="1314606432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321937853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432793130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CI 시설 대금청구 매뉴에서 PR 일괄 생성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국내 내국수출 거래처 PRM 마스터 등록수정 화면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</a:p>
        </p:txBody>
      </p:sp>
      <p:sp>
        <p:nvSpPr>
          <p:cNvPr id="650828446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</a:p>
        </p:txBody>
      </p:sp>
      <p:sp>
        <p:nvSpPr>
          <p:cNvPr id="854500202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15%</a:t>
            </a:r>
            <a:br/>
          </a:p>
        </p:txBody>
      </p:sp>
      <p:sp>
        <p:nvSpPr>
          <p:cNvPr id="574820611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</a:p>
        </p:txBody>
      </p:sp>
      <p:sp>
        <p:nvSpPr>
          <p:cNvPr id="1686063575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36687596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03221495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03/08</a:t>
            </a:r>
            <a:br/>
          </a:p>
        </p:txBody>
      </p:sp>
      <p:sp>
        <p:nvSpPr>
          <p:cNvPr id="1775418761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</a:p>
        </p:txBody>
      </p:sp>
      <p:sp>
        <p:nvSpPr>
          <p:cNvPr id="2004705429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ASM 변경 관리 요청 업무</a:t>
            </a:r>
          </a:p>
        </p:txBody>
      </p:sp>
      <p:sp>
        <p:nvSpPr>
          <p:cNvPr id="1753014663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540556722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551557321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그룹웨어 모바일 설치 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ITSM-107981 담당자 변경ITSM-107975 데이터작업서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삭제ITSM-99840 변경요청서 삭제ITSM-107959 견적서 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자체개선 시 자동배포 단계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ITSM-95672 작업유형 변경</a:t>
            </a:r>
          </a:p>
        </p:txBody>
      </p:sp>
      <p:sp>
        <p:nvSpPr>
          <p:cNvPr id="1084180507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02/28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</a:p>
        </p:txBody>
      </p:sp>
      <p:sp>
        <p:nvSpPr>
          <p:cNvPr id="1340139862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02/28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</a:p>
        </p:txBody>
      </p:sp>
      <p:sp>
        <p:nvSpPr>
          <p:cNvPr id="777296053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02/28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</a:p>
        </p:txBody>
      </p:sp>
      <p:sp>
        <p:nvSpPr>
          <p:cNvPr id="624122652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25733937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1475924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571769255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660620981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292059459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027684455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445951515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550533956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998466374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126736322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096311242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608148299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495799787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602784189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97729100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918330563" name="Text">
    </p:cNvPr>
          <p:cNvSpPr>
            <a:spLocks noGrp="1"/>
          </p:cNvSpPr>
          <p:nvPr/>
        </p:nvSpPr>
        <p:spPr>
          <a:xfrm rot="0">
            <a:off x="97028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03/08</a:t>
            </a:r>
            <a:br/>
            <a:br/>
          </a:p>
        </p:txBody>
      </p:sp>
      <p:sp>
        <p:nvSpPr>
          <p:cNvPr id="791827120" name="Text">
    </p:cNvPr>
          <p:cNvSpPr>
            <a:spLocks noGrp="1"/>
          </p:cNvSpPr>
          <p:nvPr/>
        </p:nvSpPr>
        <p:spPr>
          <a:xfrm rot="0">
            <a:off x="93345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02/14</a:t>
            </a:r>
            <a:br/>
            <a:br/>
          </a:p>
        </p:txBody>
      </p:sp>
      <p:sp>
        <p:nvSpPr>
          <p:cNvPr id="880603528" name="Text">
    </p:cNvPr>
          <p:cNvSpPr>
            <a:spLocks noGrp="1"/>
          </p:cNvSpPr>
          <p:nvPr/>
        </p:nvSpPr>
        <p:spPr>
          <a:xfrm rot="0">
            <a:off x="5930900" y="1511300"/>
            <a:ext cx="3403600" cy="2425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이상관리 및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A11 -&gt; A360 '회계팀 - #1 회계지급계좌 증빙대사'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Migration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A11 -&gt; A360 '자금운영팀 - #2 외화지급계좌 증빙대사'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작업 Migration 완료 -&gt; 로직 보완 및 테스트</a:t>
            </a:r>
          </a:p>
        </p:txBody>
      </p:sp>
      <p:sp>
        <p:nvSpPr>
          <p:cNvPr id="213069396" name="Text">
    </p:cNvPr>
          <p:cNvSpPr>
            <a:spLocks noGrp="1"/>
          </p:cNvSpPr>
          <p:nvPr/>
        </p:nvSpPr>
        <p:spPr>
          <a:xfrm rot="0">
            <a:off x="5308600" y="1511300"/>
            <a:ext cx="5715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1589371269" name="Text">
    </p:cNvPr>
          <p:cNvSpPr>
            <a:spLocks noGrp="1"/>
          </p:cNvSpPr>
          <p:nvPr/>
        </p:nvSpPr>
        <p:spPr>
          <a:xfrm rot="0">
            <a:off x="88900" y="1511300"/>
            <a:ext cx="5715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1663143728" name="Text">
    </p:cNvPr>
          <p:cNvSpPr>
            <a:spLocks noGrp="1"/>
          </p:cNvSpPr>
          <p:nvPr/>
        </p:nvSpPr>
        <p:spPr>
          <a:xfrm rot="0">
            <a:off x="711200" y="1511300"/>
            <a:ext cx="3403600" cy="2425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A11 -&gt; A360 '회계팀 - #1 회계지급계좌 증빙대사'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Migration - 일부 항목 A11 수행 로그 확인 필요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A11 -&gt; A360 '자금운영팀 - #2 외화지급계좌 증빙대사'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작업 Migration 완료 -&gt; 로직 보완 및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'CCS 사전점검' 작업 수정 및 테스트 - RPA PC C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hrome 환경 다름으로 인한 문제 추후 확인 필요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'사전점검' 작업 메일/전자결제 확인 불가 수정 및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테스트 - Image 매치 실패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'#1 회계지급전표 증빙대사' 작업 데이터정리 및 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ocr_admin 계정 PW 변경 불가 문의. 담당자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A360 115PC 알집 프로그램 '불법 소프트웨어' 팝업으로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인한 RPA 작업 실패. 알집 제거 후 OCR API 압축파일 이상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없음 확인</a:t>
            </a:r>
          </a:p>
        </p:txBody>
      </p:sp>
      <p:sp>
        <p:nvSpPr>
          <p:cNvPr id="805491309" name="Text">
    </p:cNvPr>
          <p:cNvSpPr>
            <a:spLocks noGrp="1"/>
          </p:cNvSpPr>
          <p:nvPr/>
        </p:nvSpPr>
        <p:spPr>
          <a:xfrm rot="0">
            <a:off x="44831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br/>
          </a:p>
        </p:txBody>
      </p:sp>
      <p:sp>
        <p:nvSpPr>
          <p:cNvPr id="634821559" name="Text">
    </p:cNvPr>
          <p:cNvSpPr>
            <a:spLocks noGrp="1"/>
          </p:cNvSpPr>
          <p:nvPr/>
        </p:nvSpPr>
        <p:spPr>
          <a:xfrm rot="0">
            <a:off x="48514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99%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br/>
          </a:p>
        </p:txBody>
      </p:sp>
      <p:sp>
        <p:nvSpPr>
          <p:cNvPr id="610328897" name="Text">
    </p:cNvPr>
          <p:cNvSpPr>
            <a:spLocks noGrp="1"/>
          </p:cNvSpPr>
          <p:nvPr/>
        </p:nvSpPr>
        <p:spPr>
          <a:xfrm rot="0">
            <a:off x="41148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br/>
          </a:p>
        </p:txBody>
      </p:sp>
      <p:sp>
        <p:nvSpPr>
          <p:cNvPr id="1272427250" name="Text">
    </p:cNvPr>
          <p:cNvSpPr>
            <a:spLocks noGrp="1"/>
          </p:cNvSpPr>
          <p:nvPr/>
        </p:nvSpPr>
        <p:spPr>
          <a:xfrm rot="0">
            <a:off x="660400" y="1511300"/>
            <a:ext cx="34544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35040863" name="Text">
    </p:cNvPr>
          <p:cNvSpPr>
            <a:spLocks noGrp="1"/>
          </p:cNvSpPr>
          <p:nvPr/>
        </p:nvSpPr>
        <p:spPr>
          <a:xfrm rot="0">
            <a:off x="5880100" y="1511300"/>
            <a:ext cx="34544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96805223" name="Text">
    </p:cNvPr>
          <p:cNvSpPr>
            <a:spLocks noGrp="1"/>
          </p:cNvSpPr>
          <p:nvPr/>
        </p:nvSpPr>
        <p:spPr>
          <a:xfrm rot="0">
            <a:off x="9702800" y="39370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</a:p>
        </p:txBody>
      </p:sp>
      <p:sp>
        <p:nvSpPr>
          <p:cNvPr id="1605581136" name="Text">
    </p:cNvPr>
          <p:cNvSpPr>
            <a:spLocks noGrp="1"/>
          </p:cNvSpPr>
          <p:nvPr/>
        </p:nvSpPr>
        <p:spPr>
          <a:xfrm rot="0">
            <a:off x="9334500" y="39370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</a:p>
        </p:txBody>
      </p:sp>
      <p:sp>
        <p:nvSpPr>
          <p:cNvPr id="696602742" name="Text">
    </p:cNvPr>
          <p:cNvSpPr>
            <a:spLocks noGrp="1"/>
          </p:cNvSpPr>
          <p:nvPr/>
        </p:nvSpPr>
        <p:spPr>
          <a:xfrm rot="0">
            <a:off x="5930900" y="39370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[TPMS]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대주주감사 지적사항 F/up을 위한 시스템 개선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법인휴대폰 해외 데이터로밍 신청서 수정/신규 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청서 도입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지류상품권 구매신청서 수정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SMM_PR I/F 필드 추가</a:t>
            </a:r>
          </a:p>
        </p:txBody>
      </p:sp>
      <p:sp>
        <p:nvSpPr>
          <p:cNvPr id="1074679649" name="Text">
    </p:cNvPr>
          <p:cNvSpPr>
            <a:spLocks noGrp="1"/>
          </p:cNvSpPr>
          <p:nvPr/>
        </p:nvSpPr>
        <p:spPr>
          <a:xfrm rot="0">
            <a:off x="5308600" y="39370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1777765258" name="Text">
    </p:cNvPr>
          <p:cNvSpPr>
            <a:spLocks noGrp="1"/>
          </p:cNvSpPr>
          <p:nvPr/>
        </p:nvSpPr>
        <p:spPr>
          <a:xfrm rot="0">
            <a:off x="88900" y="39370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793331293" name="Text">
    </p:cNvPr>
          <p:cNvSpPr>
            <a:spLocks noGrp="1"/>
          </p:cNvSpPr>
          <p:nvPr/>
        </p:nvSpPr>
        <p:spPr>
          <a:xfrm rot="0">
            <a:off x="711200" y="39370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[TPMS]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대주주감사 지적사항 F/up을 위한 시스템 개선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퇴직연금 운용방식 변경 신청서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법인휴대폰 해외 데이터로밍 신청서 수정/신규 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청서 도입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지류상품권 구매신청서 수정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SMM_PR I/F 필드 추가</a:t>
            </a:r>
          </a:p>
        </p:txBody>
      </p:sp>
      <p:sp>
        <p:nvSpPr>
          <p:cNvPr id="743224610" name="Text">
    </p:cNvPr>
          <p:cNvSpPr>
            <a:spLocks noGrp="1"/>
          </p:cNvSpPr>
          <p:nvPr/>
        </p:nvSpPr>
        <p:spPr>
          <a:xfrm rot="0">
            <a:off x="4483100" y="39370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</a:p>
        </p:txBody>
      </p:sp>
      <p:sp>
        <p:nvSpPr>
          <p:cNvPr id="512463501" name="Text">
    </p:cNvPr>
          <p:cNvSpPr>
            <a:spLocks noGrp="1"/>
          </p:cNvSpPr>
          <p:nvPr/>
        </p:nvSpPr>
        <p:spPr>
          <a:xfrm rot="0">
            <a:off x="4851400" y="39370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40%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</a:p>
        </p:txBody>
      </p:sp>
      <p:sp>
        <p:nvSpPr>
          <p:cNvPr id="1140645901" name="Text">
    </p:cNvPr>
          <p:cNvSpPr>
            <a:spLocks noGrp="1"/>
          </p:cNvSpPr>
          <p:nvPr/>
        </p:nvSpPr>
        <p:spPr>
          <a:xfrm rot="0">
            <a:off x="4114800" y="39370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</a:p>
        </p:txBody>
      </p:sp>
      <p:sp>
        <p:nvSpPr>
          <p:cNvPr id="643968385" name="Text">
    </p:cNvPr>
          <p:cNvSpPr>
            <a:spLocks noGrp="1"/>
          </p:cNvSpPr>
          <p:nvPr/>
        </p:nvSpPr>
        <p:spPr>
          <a:xfrm rot="0">
            <a:off x="660400" y="39370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67409866" name="Text">
    </p:cNvPr>
          <p:cNvSpPr>
            <a:spLocks noGrp="1"/>
          </p:cNvSpPr>
          <p:nvPr/>
        </p:nvSpPr>
        <p:spPr>
          <a:xfrm rot="0">
            <a:off x="5880100" y="39370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257108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64360307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056099054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577692867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331761899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163422344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842703735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952681714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426263056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526546847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503268817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663465796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083000679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887068146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039952043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03/01</a:t>
            </a:r>
            <a:br/>
          </a:p>
        </p:txBody>
      </p:sp>
      <p:sp>
        <p:nvSpPr>
          <p:cNvPr id="52183890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02/26</a:t>
            </a:r>
            <a:br/>
          </a:p>
        </p:txBody>
      </p:sp>
      <p:sp>
        <p:nvSpPr>
          <p:cNvPr id="1057212799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 전자결재 관련 업무분석</a:t>
            </a:r>
          </a:p>
        </p:txBody>
      </p:sp>
      <p:sp>
        <p:nvSpPr>
          <p:cNvPr id="488936610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1575419847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1006711290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 전자결재 관련 업무부석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OSPM 편의성 수정 -&gt; 메뉴(작업계획서)		-&gt; 프로시저 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정, 페이징처리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ITSM-107764 -&gt; 견적서작성ITSM-107881 -&gt; 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서 삭제마킹문서번호 -&gt; A72-24-0001 (대량메일발송처리)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ITSM-107926 -&gt; 오타수정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ITSM-107986 -&gt; 기안문서 내용 수정ITSM-107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984 - &gt; 담당자 결제선 추가ITSM-107988 -&gt; 담당자 결제선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ITSM-108023 -&gt; 기안지 삭제ITSM-108034 -&gt;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검토결과서 첨부파일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Confluence -&gt; Operations(생산) -&gt; OSPM 설계서 작성</a:t>
            </a:r>
          </a:p>
        </p:txBody>
      </p:sp>
      <p:sp>
        <p:nvSpPr>
          <p:cNvPr id="501763892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02/28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</a:p>
        </p:txBody>
      </p:sp>
      <p:sp>
        <p:nvSpPr>
          <p:cNvPr id="609245615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02/28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</a:p>
        </p:txBody>
      </p:sp>
      <p:sp>
        <p:nvSpPr>
          <p:cNvPr id="1319277093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02/28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</a:p>
        </p:txBody>
      </p:sp>
      <p:sp>
        <p:nvSpPr>
          <p:cNvPr id="2065298666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09715538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9032534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03/08</a:t>
            </a:r>
            <a:br/>
            <a:br/>
            <a:br/>
          </a:p>
        </p:txBody>
      </p:sp>
      <p:sp>
        <p:nvSpPr>
          <p:cNvPr id="1485157524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02/26</a:t>
            </a:r>
            <a:br/>
            <a:br/>
            <a:br/>
          </a:p>
        </p:txBody>
      </p:sp>
      <p:sp>
        <p:nvSpPr>
          <p:cNvPr id="1821357514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정기적검토 메일링 주기 설정 및 변경 건에 대해 일정 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검 및 운영 반영 지원 예정(ERS 정기적검토 주기 변경 및 메일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알람 기능 개선)</a:t>
            </a:r>
          </a:p>
        </p:txBody>
      </p:sp>
      <p:sp>
        <p:nvSpPr>
          <p:cNvPr id="1961545756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395298122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1650188859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CDU3-W-6182 수정 확인 요청.(정유3팀 이재현대리)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규정관리 기안지 양식 ERS 문서조회 오류. 확인 요청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부서지침서,MSDS 문서 폴더이동 문서 30건에 대한 ROO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T값 보정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RI-48, RI-147 일 배치 연계 데이터 오류 확인 및 수동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스케쥴러 실행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이러닝 진도율 저장 오류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Alkylation1팀 부서지침서 폴더이동 116건에 대해서 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OOT값 보정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정기적검토 메일링 주기 설정 및 변경 건에 대해 일정 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검 및 운영 반영 지원 예정(ERS 정기적검토 주기 변경 및 메일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알람 기능 개선)</a:t>
            </a:r>
          </a:p>
        </p:txBody>
      </p:sp>
      <p:sp>
        <p:nvSpPr>
          <p:cNvPr id="1936403039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03/08</a:t>
            </a:r>
            <a:br/>
            <a:br/>
            <a:br/>
          </a:p>
        </p:txBody>
      </p:sp>
      <p:sp>
        <p:nvSpPr>
          <p:cNvPr id="1361280542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40%</a:t>
            </a:r>
            <a:br/>
            <a:br/>
            <a:br/>
          </a:p>
        </p:txBody>
      </p:sp>
      <p:sp>
        <p:nvSpPr>
          <p:cNvPr id="946816229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02/26</a:t>
            </a:r>
            <a:br/>
            <a:br/>
            <a:br/>
          </a:p>
        </p:txBody>
      </p:sp>
      <p:sp>
        <p:nvSpPr>
          <p:cNvPr id="93856745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97690071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5715510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664320157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675313388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308801840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661027562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20927559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945469612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62356966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086015147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29039882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791142280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914369062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048894741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053068530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95301336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03/07</a:t>
            </a:r>
            <a:br/>
            <a:br/>
          </a:p>
        </p:txBody>
      </p:sp>
      <p:sp>
        <p:nvSpPr>
          <p:cNvPr id="852030801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02/26</a:t>
            </a:r>
            <a:br/>
            <a:br/>
          </a:p>
        </p:txBody>
      </p:sp>
      <p:sp>
        <p:nvSpPr>
          <p:cNvPr id="904452882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[WMS]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(Fortify 오류로 인한 기간 연장)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사이버 보안 컴플라이언스 점검 조치 사항 中- 협력업체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사용계정에 대한 만료기간 설정</a:t>
            </a:r>
          </a:p>
        </p:txBody>
      </p:sp>
      <p:sp>
        <p:nvSpPr>
          <p:cNvPr id="889254811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1093452557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876332036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[WMS]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WMS Mobile 접속 시 사용자(이광준 주간과장) 비밀번호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분실로 인한 초기화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HQWMSAP1/2 서버 노후 교체를 위한 작업 계획서 검토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사이버 보안 컴플라이언스 점검 조치 사항 中- ADMIN 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정 삭제 및 로그인 실패시 매세지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사이버 보안 컴플라이언스 점검 조치 사항 中- 협력업체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사용계정에 대한 만료기간 설정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상품권 기 회수 관련 데이터 작업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판매등록 거래처 사용자 오입력으로 인한 데이터 작업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요청</a:t>
            </a:r>
          </a:p>
        </p:txBody>
      </p:sp>
      <p:sp>
        <p:nvSpPr>
          <p:cNvPr id="1199090138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02/26</a:t>
            </a:r>
            <a:br/>
            <a:br/>
          </a:p>
        </p:txBody>
      </p:sp>
      <p:sp>
        <p:nvSpPr>
          <p:cNvPr id="1976960645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40%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02/26</a:t>
            </a:r>
            <a:br/>
            <a:br/>
          </a:p>
        </p:txBody>
      </p:sp>
      <p:sp>
        <p:nvSpPr>
          <p:cNvPr id="1380288409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02/26</a:t>
            </a:r>
            <a:br/>
            <a:br/>
          </a:p>
        </p:txBody>
      </p:sp>
      <p:sp>
        <p:nvSpPr>
          <p:cNvPr id="942961201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73093524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141712767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03/08</a:t>
            </a:r>
            <a:br/>
          </a:p>
        </p:txBody>
      </p:sp>
      <p:sp>
        <p:nvSpPr>
          <p:cNvPr id="27314269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</a:p>
        </p:txBody>
      </p:sp>
      <p:sp>
        <p:nvSpPr>
          <p:cNvPr id="446601122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 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VOC 인수인계</a:t>
            </a:r>
            <a:br/>
          </a:p>
        </p:txBody>
      </p:sp>
      <p:sp>
        <p:nvSpPr>
          <p:cNvPr id="561105663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1629354919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1727538681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문서번호 : A36-24-0003, 03/01 인사명령 관련 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처리 (03/01 이후 처리 예정)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인수인계</a:t>
            </a:r>
            <a:br/>
          </a:p>
        </p:txBody>
      </p:sp>
      <p:sp>
        <p:nvSpPr>
          <p:cNvPr id="146119939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</a:p>
        </p:txBody>
      </p:sp>
      <p:sp>
        <p:nvSpPr>
          <p:cNvPr id="666671320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</a:p>
        </p:txBody>
      </p:sp>
      <p:sp>
        <p:nvSpPr>
          <p:cNvPr id="695373643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02/27</a:t>
            </a:r>
            <a:br/>
          </a:p>
        </p:txBody>
      </p:sp>
      <p:sp>
        <p:nvSpPr>
          <p:cNvPr id="243441777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21119527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4345976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25513564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340944283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043252496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172335027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765270063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87329520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130641856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84901358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075200256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414963481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062768119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74298698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988225670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818210896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</a:p>
        </p:txBody>
      </p:sp>
      <p:sp>
        <p:nvSpPr>
          <p:cNvPr id="1349016912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</a:p>
        </p:txBody>
      </p:sp>
      <p:sp>
        <p:nvSpPr>
          <p:cNvPr id="969307634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2024.1월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저유소 PM 관련 작업의뢰서 전자결재(T-Code : IW21) 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PRM 영업시설물 지원 시스템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SMM_PR I/F 필드 추가 (구매요구서 E-Office 전송)</a:t>
            </a:r>
          </a:p>
        </p:txBody>
      </p:sp>
      <p:sp>
        <p:nvSpPr>
          <p:cNvPr id="1089109398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1476103091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1164697281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2024.1월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저유소 PM 관련 작업의뢰서 전자결재(T-Code : IW21) 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PRM 영업시설물 지원 시스템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[HCM] 퇴직연금 운용방식 변경 신청서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SMM_PR I/F 필드 추가 (구매요구서 E-Office 전송)</a:t>
            </a:r>
          </a:p>
        </p:txBody>
      </p:sp>
      <p:sp>
        <p:nvSpPr>
          <p:cNvPr id="1325947515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</a:p>
        </p:txBody>
      </p:sp>
      <p:sp>
        <p:nvSpPr>
          <p:cNvPr id="1553832129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</a:p>
        </p:txBody>
      </p:sp>
      <p:sp>
        <p:nvSpPr>
          <p:cNvPr id="1471166194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</a:p>
        </p:txBody>
      </p:sp>
      <p:sp>
        <p:nvSpPr>
          <p:cNvPr id="1278637843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05209196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