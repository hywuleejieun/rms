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5"/>
    <p:sldId id="262" r:id="rId1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3"/>
    <p:sldId id="277" r:id="rId35"/>
    <p:sldId id="278" r:id="rId37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notesSlides/notesSlide3.xml" Type="http://schemas.openxmlformats.org/officeDocument/2006/relationships/notesSlide"/><Relationship Id="rId17" Target="slides/slide7.xml" Type="http://schemas.openxmlformats.org/officeDocument/2006/relationships/slide"/><Relationship Id="rId18" Target="notesSlides/notesSlide4.xml" Type="http://schemas.openxmlformats.org/officeDocument/2006/relationships/notes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slides/slide20.xml" Type="http://schemas.openxmlformats.org/officeDocument/2006/relationships/slide"/><Relationship Id="rId32" Target="notesSlides/notesSlide5.xml" Type="http://schemas.openxmlformats.org/officeDocument/2006/relationships/notesSlide"/><Relationship Id="rId33" Target="slides/slide21.xml" Type="http://schemas.openxmlformats.org/officeDocument/2006/relationships/slide"/><Relationship Id="rId34" Target="notesSlides/notesSlide6.xml" Type="http://schemas.openxmlformats.org/officeDocument/2006/relationships/notesSlide"/><Relationship Id="rId35" Target="slides/slide22.xml" Type="http://schemas.openxmlformats.org/officeDocument/2006/relationships/slide"/><Relationship Id="rId36" Target="notesSlides/notesSlide7.xml" Type="http://schemas.openxmlformats.org/officeDocument/2006/relationships/notesSlide"/><Relationship Id="rId37" Target="slides/slide23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[2024.09.10 ~ 2024.09.16]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9월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1133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45716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1553300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6917943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77740217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3555158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81558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4271731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8602997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604776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9016262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68415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9611840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0808616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1765886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97089552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317479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070793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76404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79744229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8054089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313616857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435353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0732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31842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2001302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6443507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524547397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955795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8228939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2438257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57961894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75846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3676037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25334074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206141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33076184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20485858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34800145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31375759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671674356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80422206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994079363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42666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7124077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3101100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03468869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1697271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39648763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10126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2081188163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744770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2852133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500158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2374277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9149422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27043422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CP의 주차신청서 관련 뷰테이블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2024.7월 결산의 EIS, Yellow Book 반영</a:t>
            </a:r>
          </a:p>
        </p:txBody>
      </p:sp>
      <p:sp>
        <p:nvSpPr>
          <p:cNvPr id="19849468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819711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39212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</a:p>
        </p:txBody>
      </p:sp>
      <p:sp>
        <p:nvSpPr>
          <p:cNvPr id="90506904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231637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84126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89853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8734039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5812813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439820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투자예산 조정신청서 관련 기능 보완(LZCOF04F03)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리포트 수정 건 운영반영 및 테스트</a:t>
            </a:r>
          </a:p>
        </p:txBody>
      </p:sp>
      <p:sp>
        <p:nvSpPr>
          <p:cNvPr id="1661253259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099266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999333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</a:p>
        </p:txBody>
      </p:sp>
      <p:sp>
        <p:nvSpPr>
          <p:cNvPr id="106468545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027407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5732850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93926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15959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826993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2946878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0949940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7970407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177312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5306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3946940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0776870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428007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7406648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59271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5966785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22186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5655085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5953404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8831277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03976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4613837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81124342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882183889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3288925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548098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906917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901408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704437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02473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39365752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8584910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02700678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049230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22884527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74481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76157488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9578564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931368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2850010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96034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94027260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5275236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438498944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0953019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30120570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8316427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1205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272282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12511102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67588871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220868328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4755074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86287293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77752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862532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906072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3706460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9239217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9854119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CP의 주차신청서 관련 뷰테이블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2024.7월 결산의 EIS, Yellow Book 반영</a:t>
            </a:r>
          </a:p>
        </p:txBody>
      </p:sp>
      <p:sp>
        <p:nvSpPr>
          <p:cNvPr id="67765142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610767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5820365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</a:p>
        </p:txBody>
      </p:sp>
      <p:sp>
        <p:nvSpPr>
          <p:cNvPr id="94977429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779834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4040361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2225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5073371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6402447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032285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투자예산 조정신청서 관련 기능 보완(LZCOF04F03)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리포트 수정 건 운영반영 및 테스트</a:t>
            </a:r>
          </a:p>
        </p:txBody>
      </p:sp>
      <p:sp>
        <p:nvSpPr>
          <p:cNvPr id="175039697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660186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536197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</a:p>
        </p:txBody>
      </p:sp>
      <p:sp>
        <p:nvSpPr>
          <p:cNvPr id="281340228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003043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629063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648446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608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87370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82207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832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833202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147090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71607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7449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22749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48371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7836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93826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42058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1059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8697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297076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7302575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5408445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448155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640365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 결재상태 UPDATE 오류 수정(ZFIR9033)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Upload 프로그램 수정(ZFIR7800)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투자예산 조정신청서 관련 기능 보완(LZCOF04F03)</a:t>
            </a:r>
          </a:p>
        </p:txBody>
      </p:sp>
      <p:sp>
        <p:nvSpPr>
          <p:cNvPr id="792713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311614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1560429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2519016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08272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594408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116605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1746126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399992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9387726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467580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9299197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839994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009758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2341176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7859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0098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70677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07422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8647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53798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73546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79986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02329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977239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15354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57406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18637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00986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33167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0867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2236991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</a:p>
        </p:txBody>
      </p:sp>
      <p:sp>
        <p:nvSpPr>
          <p:cNvPr id="19293998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404808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191076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820319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ERP운영/QA/개발 HANA시스템 QCI 관련 소스 검색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Successfactor DNS 변경에 따른 설정작업 및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Step 삭제 및 재설정 작업(ZSD_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BP_CASHBACK_UPLOAD)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상반기 감사 3차 관련 요청자료 취합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9304285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2819389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734110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8776424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75990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4206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7038227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</a:p>
        </p:txBody>
      </p:sp>
      <p:sp>
        <p:nvSpPr>
          <p:cNvPr id="7905365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344294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755715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477374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26957710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419796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1166570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214513767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84132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921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440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12327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7624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909534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67779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45660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8415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9809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83083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88402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4298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63654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21331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89435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24587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78232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56897065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173220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892710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5701764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470054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297274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379405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167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3288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38665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29537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4956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57470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388967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71466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04198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750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78184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839867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70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9580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99968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4518532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392369741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308527721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</a:t>
            </a:r>
          </a:p>
        </p:txBody>
      </p:sp>
      <p:sp>
        <p:nvSpPr>
          <p:cNvPr id="340911913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60176152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950457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인사팀 테스트 및 수정요청사항 반영- [ITSM-11608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8] 방염작업복 신청신청 내역 필드추가 : 화면 수정(70%),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ta수정(50%)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신청신청 내역 필드추가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화면 수정(100%), oData 수정(100%)- [ITSM-115752] SF 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TP 접속 정보 변경에 따른 리포트 수정 건 운영반영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[ITSM-116533] 특근확인서 작성 알림 메일 발송시 특근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확인서 HCM화면 링크 추가- [ITSM-116576] 담당자 변경으로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결재선 변경- [HRDK911670] 사무직 Job Rotation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HCM 시스템 개발 : 수정요청사항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수정요청사항 반영(작성내용에 따른 안내문구 변경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)- [ITSM-116088] 방염작업복 신청신청 내역 필드추가 :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신청신청 내역 필드추가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신청관리 리포터화면 수정- 신입사원 입사일자 변경 안내 매뉴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얼 작성 배포</a:t>
            </a:r>
          </a:p>
        </p:txBody>
      </p:sp>
      <p:sp>
        <p:nvSpPr>
          <p:cNvPr id="23589978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360467905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09.10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0[보류]</a:t>
            </a:r>
            <a:br/>
            <a:br/>
            <a:br/>
          </a:p>
        </p:txBody>
      </p:sp>
      <p:sp>
        <p:nvSpPr>
          <p:cNvPr id="57794347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999420027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27909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7747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9827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5640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468975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52275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60619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69876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49655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50716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029571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91371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696706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17392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617946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897448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678561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7565660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511169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56305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2296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</a:p>
        </p:txBody>
      </p:sp>
      <p:sp>
        <p:nvSpPr>
          <p:cNvPr id="16730703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5918946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0705032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117093862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18499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090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29264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87024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85190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467948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45512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91825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76097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29262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5473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37994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948291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7854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97673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23559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30717553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7928230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4495015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65748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33482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5500055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610216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136562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9403810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1079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9659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29810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20435626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05182024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098129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973808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24년 9월 인프라 취약점 조치</a:t>
            </a:r>
          </a:p>
        </p:txBody>
      </p:sp>
      <p:sp>
        <p:nvSpPr>
          <p:cNvPr id="122035528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20589163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43243221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7138926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5448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7606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7885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73034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82980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8641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18819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03704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2736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3454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802400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99845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19159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24906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62678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54570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30236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3283993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3666255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27416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44547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시설물 브랜드마케팅팀 외 버튼권한 제외 기능</a:t>
            </a:r>
          </a:p>
        </p:txBody>
      </p:sp>
      <p:sp>
        <p:nvSpPr>
          <p:cNvPr id="265216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221292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957435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9344783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490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51812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6054112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9587268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</a:p>
        </p:txBody>
      </p:sp>
      <p:sp>
        <p:nvSpPr>
          <p:cNvPr id="3260064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652882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953329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ITSM-116581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ITSM-116611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ITSM-116674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ITSM-116611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첨부파일 pptx 열람 장애 수정</a:t>
            </a:r>
            <a:br/>
          </a:p>
        </p:txBody>
      </p:sp>
      <p:sp>
        <p:nvSpPr>
          <p:cNvPr id="6123430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1455157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660424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5346194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3102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853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712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55397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48502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588394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31119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91389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77681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48932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376900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5760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52115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53168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16653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5792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572593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7508975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2096996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5764350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723676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 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 및 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- AS400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사용 종료로 인한 오류.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tion을 위한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Migration을 위한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'구매품의서 결제 자동상신' 작업 오류 수정</a:t>
            </a:r>
          </a:p>
        </p:txBody>
      </p:sp>
      <p:sp>
        <p:nvSpPr>
          <p:cNvPr id="5831794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8527028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3911590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9224497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1515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0979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0952246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0191454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5584073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172078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7758885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CP의 주차신청서 관련 뷰테이블 생성</a:t>
            </a:r>
          </a:p>
        </p:txBody>
      </p:sp>
      <p:sp>
        <p:nvSpPr>
          <p:cNvPr id="157053683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527579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19479177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</a:p>
        </p:txBody>
      </p:sp>
      <p:sp>
        <p:nvSpPr>
          <p:cNvPr id="185194625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4732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1245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7698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60416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17585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2063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49511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44465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03235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32759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9559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555969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42156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2878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634657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1351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6493904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9377378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20327681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841623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32962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ITSM-116596, ITSM-116576, ITSM-116577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ITSM-116585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ITSM-116574, ITSM-116563, ITSM-116671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ITSM-116718, ITSM-116721, ITSM-116726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ITSM-116767, ITSM-116790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ITSM-116775, ITSM-116800</a:t>
            </a:r>
          </a:p>
        </p:txBody>
      </p:sp>
      <p:sp>
        <p:nvSpPr>
          <p:cNvPr id="3784489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5988108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3871869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5020162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8245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82047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583804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12298710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6746576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779236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960788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이러닝 공정 이해 3, 4 교육 취소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절차 동영상 교육 시험응시 점수미달 Reset 요청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펜타시스템 유용균수석 협력업체 VPN,OTP 계정 연장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IAM 계정 연장 신청</a:t>
            </a:r>
          </a:p>
        </p:txBody>
      </p:sp>
      <p:sp>
        <p:nvSpPr>
          <p:cNvPr id="20804509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7365037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9082098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663378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44720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9760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58798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78740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30194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6373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763026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9448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58857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49917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5010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96092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8487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80530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6930864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176215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9779927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0209314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재무관리 시나리오 대상 삭제 및 기능 수정</a:t>
            </a:r>
          </a:p>
        </p:txBody>
      </p:sp>
      <p:sp>
        <p:nvSpPr>
          <p:cNvPr id="86885939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049709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39930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현금 판매 데이터 할인율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SP138 시나리오 점검 완료 후 메일 발송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[멤버십마케팅팀] SP062 시나리오 점검 내용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[SAP Upgrade] 바코드 출력 정보 공유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출입관리시스템 인터페이스 데이터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청(입고예정정보조회 - 입고상태값)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[외부감사] DB서버 구성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5120467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</a:p>
        </p:txBody>
      </p:sp>
      <p:sp>
        <p:nvSpPr>
          <p:cNvPr id="16167319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378652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870581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819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675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0979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34276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1793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11743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35111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8098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2132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56215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1674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39040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20575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40107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13748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4927448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195973624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248605882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726986274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4113207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11419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&gt; 공문발송 테스트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(DEV)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통합 테스트(Dev) (20층 Welcome 4, LOPAS 웹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3분기 방문정기점검(Emro)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V240910-0000683-1, 상태 공란 표기 확인 요청 ('처리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요청' 표기)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00844001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7059711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383081394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326616876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4838246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987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91537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77262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0787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367921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13335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285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87734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59107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21390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8054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6983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97759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0719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00141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230435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5391003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777905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108294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556361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2차 테스트 지원</a:t>
            </a:r>
          </a:p>
        </p:txBody>
      </p:sp>
      <p:sp>
        <p:nvSpPr>
          <p:cNvPr id="485129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5744542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9116633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5716525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4766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