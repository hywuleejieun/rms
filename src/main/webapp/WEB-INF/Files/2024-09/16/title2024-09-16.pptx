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[2024.09.10 ~ 2024.09.16]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9월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