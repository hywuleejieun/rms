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090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29264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87024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85190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467948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455123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91825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76097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29262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54738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37994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948291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7854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6976738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23559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30717553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79282308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14495015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365748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13334828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15500055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6102165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3136562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9403810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71079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496596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7298108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20435626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05182024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0981297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9738080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24년 9월 인프라 취약점 조치</a:t>
            </a:r>
          </a:p>
        </p:txBody>
      </p:sp>
      <p:sp>
        <p:nvSpPr>
          <p:cNvPr id="122035528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20589163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43243221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71389261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5448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7606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57885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73034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82980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586416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818819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7037047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27368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33454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8802400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99845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19159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24906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626789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54570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230236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3283993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3666255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274163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445478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시설물 브랜드마케팅팀 외 버튼권한 제외 기능</a:t>
            </a:r>
          </a:p>
        </p:txBody>
      </p:sp>
      <p:sp>
        <p:nvSpPr>
          <p:cNvPr id="2652165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22129236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0957435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19344783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5490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51812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6054112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9587268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</a:p>
        </p:txBody>
      </p:sp>
      <p:sp>
        <p:nvSpPr>
          <p:cNvPr id="3260064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652882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9533295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ITSM-116581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mobile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ITSM-115820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ITSM-116611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ITSM-116674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ITSM-115820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ITSM-116611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첨부파일 pptx 열람 장애 수정</a:t>
            </a:r>
            <a:br/>
          </a:p>
        </p:txBody>
      </p:sp>
      <p:sp>
        <p:nvSpPr>
          <p:cNvPr id="61234309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14551578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660424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5346194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31020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853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712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55397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48502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588394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031119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913896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77681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48932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376900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57608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352115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053168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16653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885792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6572593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17508975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</a:t>
            </a:r>
          </a:p>
        </p:txBody>
      </p:sp>
      <p:sp>
        <p:nvSpPr>
          <p:cNvPr id="20969962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5764350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7723676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위한 A360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및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ERP Upgrade 작업으로 인한 EAI 인터페이스 데이터 전송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개발서버 정상 확인 및 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작업 오류 확인 - AS400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사용 종료로 인한 오류. 담당자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tion을 위한 로직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Migration을 위한 로직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'구매품의서 결제 자동상신' 작업 오류 수정</a:t>
            </a:r>
          </a:p>
        </p:txBody>
      </p:sp>
      <p:sp>
        <p:nvSpPr>
          <p:cNvPr id="58317946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8527028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3911590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9224497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115154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709794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09522461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0191454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155840730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172078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7758885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CP의 주차신청서 관련 뷰테이블 생성</a:t>
            </a:r>
          </a:p>
        </p:txBody>
      </p:sp>
      <p:sp>
        <p:nvSpPr>
          <p:cNvPr id="157053683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4527579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194791774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</a:p>
        </p:txBody>
      </p:sp>
      <p:sp>
        <p:nvSpPr>
          <p:cNvPr id="185194625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347328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1245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7698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60416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317585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920634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849511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44465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03235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932759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9559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5559695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42156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42878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4634657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13519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6493904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9377378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20327681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0841623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2329621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ITSM-116596, ITSM-116576, ITSM-116577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ITSM-116585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ITSM-116574, ITSM-116563, ITSM-116671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ITSM-116718, ITSM-116721, ITSM-116726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ITSM-116767, ITSM-116790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ITSM-116775, ITSM-116800</a:t>
            </a:r>
          </a:p>
        </p:txBody>
      </p:sp>
      <p:sp>
        <p:nvSpPr>
          <p:cNvPr id="37844892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5988108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3871869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50201627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38245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82047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65838041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</a:p>
        </p:txBody>
      </p:sp>
      <p:sp>
        <p:nvSpPr>
          <p:cNvPr id="122987104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67465766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7792366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9607881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ITSM-116331 LMS 스킬셋 인증현황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이러닝 공정 이해 3, 4 교육 취소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절차 동영상 교육 시험응시 점수미달 Reset 요청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펜타시스템 유용균수석 협력업체 VPN,OTP 계정 연장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및 IAM 계정 연장 신청</a:t>
            </a:r>
          </a:p>
        </p:txBody>
      </p:sp>
      <p:sp>
        <p:nvSpPr>
          <p:cNvPr id="20804509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</a:p>
        </p:txBody>
      </p:sp>
      <p:sp>
        <p:nvSpPr>
          <p:cNvPr id="17365037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</a:p>
        </p:txBody>
      </p:sp>
      <p:sp>
        <p:nvSpPr>
          <p:cNvPr id="190820987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6663378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44720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9760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58798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787408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30194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63737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763026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94483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58857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49917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150107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960928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98487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80530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6930864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176215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9779927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0209314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개발 AP 서버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재무관리 시나리오 대상 삭제 및 기능 수정</a:t>
            </a:r>
          </a:p>
        </p:txBody>
      </p:sp>
      <p:sp>
        <p:nvSpPr>
          <p:cNvPr id="86885939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0497091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439930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개발 AP 서버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현금 판매 데이터 할인율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SP138 시나리오 점검 완료 후 메일 발송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[멤버십마케팅팀] SP062 시나리오 점검 내용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[SAP Upgrade] 바코드 출력 정보 공유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출입관리시스템 인터페이스 데이터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청(입고예정정보조회 - 입고상태값)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[외부감사] DB서버 구성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5120467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</a:p>
        </p:txBody>
      </p:sp>
      <p:sp>
        <p:nvSpPr>
          <p:cNvPr id="161673190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9378652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8705810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9819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6756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09796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34276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41793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11743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0351110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80984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21329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56215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16743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39040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20575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40107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13748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4927448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195973624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248605882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726986274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4113207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211419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이관계획결과관리 &gt; 공문발송 테스트 및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(DEV)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통합 테스트(Dev) (20층 Welcome 4, LOPAS 웹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송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3분기 방문정기점검(Emro)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V240910-0000683-1, 상태 공란 표기 확인 요청 ('처리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요청' 표기)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100844001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70597117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383081394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1326616876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4838246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987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91537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77262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07876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367921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313335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2853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87734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59107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21390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78054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869837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97759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07197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00141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82304351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5391003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7779056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71082945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556361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Upgrade에 따른 2차 테스트 지원</a:t>
            </a:r>
          </a:p>
        </p:txBody>
      </p:sp>
      <p:sp>
        <p:nvSpPr>
          <p:cNvPr id="4851299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5744542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91166335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5716525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14766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