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</p:sldIdLst>
  <p:sldSz cx="9906000" cy="7556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11336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2145716147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5533004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9179437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7740217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2035551582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58815583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642717311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386029976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2604776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590162623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6684150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996118401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30808616" name="Frame"/>
          <p:cNvSpPr>
            <a:spLocks noGrp="1"/>
          </p:cNvSpPr>
          <p:nvPr/>
        </p:nvSpPr>
        <p:spPr>
          <a:xfrm>
            <a:off x="25400" y="5092700"/>
            <a:ext cx="9855200" cy="11430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11765886" name="Text">
    </p:cNvPr>
          <p:cNvSpPr>
            <a:spLocks noGrp="1"/>
          </p:cNvSpPr>
          <p:nvPr/>
        </p:nvSpPr>
        <p:spPr>
          <a:xfrm rot="0">
            <a:off x="152400" y="51181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697089552" name="Text">
    </p:cNvPr>
          <p:cNvSpPr>
            <a:spLocks noGrp="1"/>
          </p:cNvSpPr>
          <p:nvPr/>
        </p:nvSpPr>
        <p:spPr>
          <a:xfrm rot="0">
            <a:off x="6451600" y="56515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52317479" name="Text">
    </p:cNvPr>
          <p:cNvSpPr>
            <a:spLocks noGrp="1"/>
          </p:cNvSpPr>
          <p:nvPr/>
        </p:nvSpPr>
        <p:spPr>
          <a:xfrm rot="0">
            <a:off x="2057400" y="56515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96070793" name="Text">
    </p:cNvPr>
          <p:cNvSpPr>
            <a:spLocks noGrp="1"/>
          </p:cNvSpPr>
          <p:nvPr/>
        </p:nvSpPr>
        <p:spPr>
          <a:xfrm rot="0">
            <a:off x="101600" y="56515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35764043" name="Text">
    </p:cNvPr>
          <p:cNvSpPr>
            <a:spLocks noGrp="1"/>
          </p:cNvSpPr>
          <p:nvPr/>
        </p:nvSpPr>
        <p:spPr>
          <a:xfrm rot="0">
            <a:off x="101600" y="54102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479744229" name="Text">
    </p:cNvPr>
          <p:cNvSpPr>
            <a:spLocks noGrp="1"/>
          </p:cNvSpPr>
          <p:nvPr/>
        </p:nvSpPr>
        <p:spPr>
          <a:xfrm rot="0">
            <a:off x="2057400" y="54102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1980540899" name="Text">
    </p:cNvPr>
          <p:cNvSpPr>
            <a:spLocks noGrp="1"/>
          </p:cNvSpPr>
          <p:nvPr/>
        </p:nvSpPr>
        <p:spPr>
          <a:xfrm rot="0">
            <a:off x="6451600" y="54102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1313616857" name="Text">
    </p:cNvPr>
          <p:cNvSpPr>
            <a:spLocks noGrp="1"/>
          </p:cNvSpPr>
          <p:nvPr/>
        </p:nvSpPr>
        <p:spPr>
          <a:xfrm rot="0">
            <a:off x="101600" y="59436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83435353" name="Text">
    </p:cNvPr>
          <p:cNvSpPr>
            <a:spLocks noGrp="1"/>
          </p:cNvSpPr>
          <p:nvPr/>
        </p:nvSpPr>
        <p:spPr>
          <a:xfrm rot="0">
            <a:off x="6451600" y="59436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007324" name="Text">
    </p:cNvPr>
          <p:cNvSpPr>
            <a:spLocks noGrp="1"/>
          </p:cNvSpPr>
          <p:nvPr/>
        </p:nvSpPr>
        <p:spPr>
          <a:xfrm rot="0">
            <a:off x="2057400" y="59436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20318422" name="Text">
    </p:cNvPr>
          <p:cNvSpPr>
            <a:spLocks noGrp="1"/>
          </p:cNvSpPr>
          <p:nvPr/>
        </p:nvSpPr>
        <p:spPr>
          <a:xfrm rot="0">
            <a:off x="1244600" y="59436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22001302" name="Text">
    </p:cNvPr>
          <p:cNvSpPr>
            <a:spLocks noGrp="1"/>
          </p:cNvSpPr>
          <p:nvPr/>
        </p:nvSpPr>
        <p:spPr>
          <a:xfrm rot="0">
            <a:off x="1244600" y="56515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76443507" name="Text">
    </p:cNvPr>
          <p:cNvSpPr>
            <a:spLocks noGrp="1"/>
          </p:cNvSpPr>
          <p:nvPr/>
        </p:nvSpPr>
        <p:spPr>
          <a:xfrm rot="0">
            <a:off x="1244600" y="54102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524547397" name="Text">
    </p:cNvPr>
          <p:cNvSpPr>
            <a:spLocks noGrp="1"/>
          </p:cNvSpPr>
          <p:nvPr/>
        </p:nvSpPr>
        <p:spPr>
          <a:xfrm rot="0">
            <a:off x="8102600" y="59436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49955795" name="Text">
    </p:cNvPr>
          <p:cNvSpPr>
            <a:spLocks noGrp="1"/>
          </p:cNvSpPr>
          <p:nvPr/>
        </p:nvSpPr>
        <p:spPr>
          <a:xfrm rot="0">
            <a:off x="8102600" y="54102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482289394" name="Text">
    </p:cNvPr>
          <p:cNvSpPr>
            <a:spLocks noGrp="1"/>
          </p:cNvSpPr>
          <p:nvPr/>
        </p:nvSpPr>
        <p:spPr>
          <a:xfrm rot="0">
            <a:off x="8102600" y="56515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72438257" name="Frame"/>
          <p:cNvSpPr>
            <a:spLocks noGrp="1"/>
          </p:cNvSpPr>
          <p:nvPr/>
        </p:nvSpPr>
        <p:spPr>
          <a:xfrm>
            <a:off x="101600" y="2832100"/>
            <a:ext cx="9779000" cy="2095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857961894" name="Text">
    </p:cNvPr>
          <p:cNvSpPr>
            <a:spLocks noGrp="1"/>
          </p:cNvSpPr>
          <p:nvPr/>
        </p:nvSpPr>
        <p:spPr>
          <a:xfrm rot="0">
            <a:off x="165100" y="28956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5758463" name="Text">
    </p:cNvPr>
          <p:cNvSpPr>
            <a:spLocks noGrp="1"/>
          </p:cNvSpPr>
          <p:nvPr/>
        </p:nvSpPr>
        <p:spPr>
          <a:xfrm rot="0">
            <a:off x="152400" y="28575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836760377" name="Text">
    </p:cNvPr>
          <p:cNvSpPr>
            <a:spLocks noGrp="1"/>
          </p:cNvSpPr>
          <p:nvPr/>
        </p:nvSpPr>
        <p:spPr>
          <a:xfrm rot="0">
            <a:off x="165100" y="31115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925334074" name="Text">
    </p:cNvPr>
          <p:cNvSpPr>
            <a:spLocks noGrp="1"/>
          </p:cNvSpPr>
          <p:nvPr/>
        </p:nvSpPr>
        <p:spPr>
          <a:xfrm rot="0">
            <a:off x="901700" y="31115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20206141" name="Text">
    </p:cNvPr>
          <p:cNvSpPr>
            <a:spLocks noGrp="1"/>
          </p:cNvSpPr>
          <p:nvPr/>
        </p:nvSpPr>
        <p:spPr>
          <a:xfrm rot="0">
            <a:off x="5549900" y="31115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733076184" name="Text">
    </p:cNvPr>
          <p:cNvSpPr>
            <a:spLocks noGrp="1"/>
          </p:cNvSpPr>
          <p:nvPr/>
        </p:nvSpPr>
        <p:spPr>
          <a:xfrm rot="0">
            <a:off x="6121400" y="31115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320485858" name="Frame"/>
          <p:cNvSpPr>
            <a:spLocks noGrp="1"/>
          </p:cNvSpPr>
          <p:nvPr/>
        </p:nvSpPr>
        <p:spPr>
          <a:xfrm>
            <a:off x="165100" y="43053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534800145" name="Text">
    </p:cNvPr>
          <p:cNvSpPr>
            <a:spLocks noGrp="1"/>
          </p:cNvSpPr>
          <p:nvPr/>
        </p:nvSpPr>
        <p:spPr>
          <a:xfrm rot="0">
            <a:off x="165100" y="42799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231375759" name="Text">
    </p:cNvPr>
          <p:cNvSpPr>
            <a:spLocks noGrp="1"/>
          </p:cNvSpPr>
          <p:nvPr/>
        </p:nvSpPr>
        <p:spPr>
          <a:xfrm rot="0">
            <a:off x="965200" y="43307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[e-Biz] ITSM-107407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전자결재 양식 신설(PC사용제한 해제 신청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SGI서울보증 차세대시스템 구축에 따른 전자보증 시스템 테스트</a:t>
            </a:r>
          </a:p>
        </p:txBody>
      </p:sp>
      <p:sp>
        <p:nvSpPr>
          <p:cNvPr id="671674356" name="Text">
    </p:cNvPr>
          <p:cNvSpPr>
            <a:spLocks noGrp="1"/>
          </p:cNvSpPr>
          <p:nvPr/>
        </p:nvSpPr>
        <p:spPr>
          <a:xfrm rot="0">
            <a:off x="7239000" y="43307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780422206" name="Text">
    </p:cNvPr>
          <p:cNvSpPr>
            <a:spLocks noGrp="1"/>
          </p:cNvSpPr>
          <p:nvPr/>
        </p:nvSpPr>
        <p:spPr>
          <a:xfrm rot="0">
            <a:off x="5549900" y="43307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</a:p>
        </p:txBody>
      </p:sp>
      <p:sp>
        <p:nvSpPr>
          <p:cNvPr id="1994079363" name="Text">
    </p:cNvPr>
          <p:cNvSpPr>
            <a:spLocks noGrp="1"/>
          </p:cNvSpPr>
          <p:nvPr/>
        </p:nvSpPr>
        <p:spPr>
          <a:xfrm rot="0">
            <a:off x="901700" y="42799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02426668" name="Text">
    </p:cNvPr>
          <p:cNvSpPr>
            <a:spLocks noGrp="1"/>
          </p:cNvSpPr>
          <p:nvPr/>
        </p:nvSpPr>
        <p:spPr>
          <a:xfrm rot="0">
            <a:off x="6121400" y="42799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87124077" name="Text">
    </p:cNvPr>
          <p:cNvSpPr>
            <a:spLocks noGrp="1"/>
          </p:cNvSpPr>
          <p:nvPr/>
        </p:nvSpPr>
        <p:spPr>
          <a:xfrm rot="0">
            <a:off x="5549900" y="42799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83101100" name="Frame"/>
          <p:cNvSpPr>
            <a:spLocks noGrp="1"/>
          </p:cNvSpPr>
          <p:nvPr/>
        </p:nvSpPr>
        <p:spPr>
          <a:xfrm>
            <a:off x="165100" y="3454400"/>
            <a:ext cx="9639300" cy="825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2103468869" name="Text">
    </p:cNvPr>
          <p:cNvSpPr>
            <a:spLocks noGrp="1"/>
          </p:cNvSpPr>
          <p:nvPr/>
        </p:nvSpPr>
        <p:spPr>
          <a:xfrm rot="0">
            <a:off x="165100" y="34544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916972714" name="Text">
    </p:cNvPr>
          <p:cNvSpPr>
            <a:spLocks noGrp="1"/>
          </p:cNvSpPr>
          <p:nvPr/>
        </p:nvSpPr>
        <p:spPr>
          <a:xfrm rot="0">
            <a:off x="965200" y="3530600"/>
            <a:ext cx="4584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고정자산 Migration 프로그램 생성(ZFIB9060_MIG)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ZEPR2240 프로그램 로직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*WBS요소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ITSM-112075 자영대리점 거래처 관리업무 간소화 추진(2차)</a:t>
            </a:r>
          </a:p>
        </p:txBody>
      </p:sp>
      <p:sp>
        <p:nvSpPr>
          <p:cNvPr id="1396487637" name="Text">
    </p:cNvPr>
          <p:cNvSpPr>
            <a:spLocks noGrp="1"/>
          </p:cNvSpPr>
          <p:nvPr/>
        </p:nvSpPr>
        <p:spPr>
          <a:xfrm rot="0">
            <a:off x="7239000" y="3530600"/>
            <a:ext cx="2552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34101260" name="Text">
    </p:cNvPr>
          <p:cNvSpPr>
            <a:spLocks noGrp="1"/>
          </p:cNvSpPr>
          <p:nvPr/>
        </p:nvSpPr>
        <p:spPr>
          <a:xfrm rot="0">
            <a:off x="5549900" y="3530600"/>
            <a:ext cx="5715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</a:p>
        </p:txBody>
      </p:sp>
      <p:sp>
        <p:nvSpPr>
          <p:cNvPr id="2081188163" name="Text">
    </p:cNvPr>
          <p:cNvSpPr>
            <a:spLocks noGrp="1"/>
          </p:cNvSpPr>
          <p:nvPr/>
        </p:nvSpPr>
        <p:spPr>
          <a:xfrm rot="0">
            <a:off x="901700" y="34544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67447702" name="Text">
    </p:cNvPr>
          <p:cNvSpPr>
            <a:spLocks noGrp="1"/>
          </p:cNvSpPr>
          <p:nvPr/>
        </p:nvSpPr>
        <p:spPr>
          <a:xfrm rot="0">
            <a:off x="6121400" y="3454400"/>
            <a:ext cx="36449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62852133" name="Text">
    </p:cNvPr>
          <p:cNvSpPr>
            <a:spLocks noGrp="1"/>
          </p:cNvSpPr>
          <p:nvPr/>
        </p:nvSpPr>
        <p:spPr>
          <a:xfrm rot="0">
            <a:off x="5549900" y="34544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44500158" name="Frame"/>
          <p:cNvSpPr>
            <a:spLocks noGrp="1"/>
          </p:cNvSpPr>
          <p:nvPr/>
        </p:nvSpPr>
        <p:spPr>
          <a:xfrm>
            <a:off x="127000" y="1384300"/>
            <a:ext cx="9779000" cy="1308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923742770" name="Frame"/>
          <p:cNvSpPr>
            <a:spLocks noGrp="1"/>
          </p:cNvSpPr>
          <p:nvPr/>
        </p:nvSpPr>
        <p:spPr>
          <a:xfrm>
            <a:off x="152400" y="20701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209149422" name="Text">
    </p:cNvPr>
          <p:cNvSpPr>
            <a:spLocks noGrp="1"/>
          </p:cNvSpPr>
          <p:nvPr/>
        </p:nvSpPr>
        <p:spPr>
          <a:xfrm rot="0">
            <a:off x="152400" y="2044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627043422" name="Text">
    </p:cNvPr>
          <p:cNvSpPr>
            <a:spLocks noGrp="1"/>
          </p:cNvSpPr>
          <p:nvPr/>
        </p:nvSpPr>
        <p:spPr>
          <a:xfrm rot="0">
            <a:off x="952500" y="2095500"/>
            <a:ext cx="45974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영업시설물지원 추가 소스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CP의 주차신청서 관련 뷰테이블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PSM 절차 동영상 교육 시험응시 점수미달 Reset 요청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[EIS] 2024.7월 결산의 EIS, Yellow Book 반영</a:t>
            </a:r>
          </a:p>
        </p:txBody>
      </p:sp>
      <p:sp>
        <p:nvSpPr>
          <p:cNvPr id="198494681" name="Text">
    </p:cNvPr>
          <p:cNvSpPr>
            <a:spLocks noGrp="1"/>
          </p:cNvSpPr>
          <p:nvPr/>
        </p:nvSpPr>
        <p:spPr>
          <a:xfrm rot="0">
            <a:off x="7226300" y="20955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908197117" name="Text">
    </p:cNvPr>
          <p:cNvSpPr>
            <a:spLocks noGrp="1"/>
          </p:cNvSpPr>
          <p:nvPr/>
        </p:nvSpPr>
        <p:spPr>
          <a:xfrm rot="0">
            <a:off x="6108700" y="20447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9392122" name="Text">
    </p:cNvPr>
          <p:cNvSpPr>
            <a:spLocks noGrp="1"/>
          </p:cNvSpPr>
          <p:nvPr/>
        </p:nvSpPr>
        <p:spPr>
          <a:xfrm rot="0">
            <a:off x="5537200" y="20955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</a:p>
        </p:txBody>
      </p:sp>
      <p:sp>
        <p:nvSpPr>
          <p:cNvPr id="905069043" name="Text">
    </p:cNvPr>
          <p:cNvSpPr>
            <a:spLocks noGrp="1"/>
          </p:cNvSpPr>
          <p:nvPr/>
        </p:nvSpPr>
        <p:spPr>
          <a:xfrm rot="0">
            <a:off x="889000" y="2044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07231637" name="Text">
    </p:cNvPr>
          <p:cNvSpPr>
            <a:spLocks noGrp="1"/>
          </p:cNvSpPr>
          <p:nvPr/>
        </p:nvSpPr>
        <p:spPr>
          <a:xfrm rot="0">
            <a:off x="7124700" y="20447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65841268" name="Text">
    </p:cNvPr>
          <p:cNvSpPr>
            <a:spLocks noGrp="1"/>
          </p:cNvSpPr>
          <p:nvPr/>
        </p:nvSpPr>
        <p:spPr>
          <a:xfrm rot="0">
            <a:off x="5537200" y="2044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29898534" name="Rectangle"/>
          <p:cNvSpPr>
            <a:spLocks noGrp="1"/>
          </p:cNvSpPr>
          <p:nvPr/>
        </p:nvSpPr>
        <p:spPr>
          <a:xfrm>
            <a:off x="6870700" y="20447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7340394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258128134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004398208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투자예산 조정신청서 관련 기능 보완(LZCOF04F03)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고정자산 Migration 프로그램 개발(ZFIB9030_M)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PO 2건 미착 명시 예외 신청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[HCM] [ITSM-115752] SF FTP 접속 정보 변경에 따른 리포트 수정 건 운영반영 및 테스트</a:t>
            </a:r>
          </a:p>
        </p:txBody>
      </p:sp>
      <p:sp>
        <p:nvSpPr>
          <p:cNvPr id="1661253259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300992664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799933340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</a:p>
        </p:txBody>
      </p:sp>
      <p:sp>
        <p:nvSpPr>
          <p:cNvPr id="1064685459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30274072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45732850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57939266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159590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826993147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9468788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9499402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9704074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41773123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6453065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339469408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507768704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14280072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740664892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459271798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2059667856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32218605" name="Frame"/>
          <p:cNvSpPr>
            <a:spLocks noGrp="1"/>
          </p:cNvSpPr>
          <p:nvPr/>
        </p:nvSpPr>
        <p:spPr>
          <a:xfrm>
            <a:off x="25400" y="5092700"/>
            <a:ext cx="9855200" cy="11430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205655085" name="Text">
    </p:cNvPr>
          <p:cNvSpPr>
            <a:spLocks noGrp="1"/>
          </p:cNvSpPr>
          <p:nvPr/>
        </p:nvSpPr>
        <p:spPr>
          <a:xfrm rot="0">
            <a:off x="152400" y="51181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259534043" name="Text">
    </p:cNvPr>
          <p:cNvSpPr>
            <a:spLocks noGrp="1"/>
          </p:cNvSpPr>
          <p:nvPr/>
        </p:nvSpPr>
        <p:spPr>
          <a:xfrm rot="0">
            <a:off x="6451600" y="56515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28831277" name="Text">
    </p:cNvPr>
          <p:cNvSpPr>
            <a:spLocks noGrp="1"/>
          </p:cNvSpPr>
          <p:nvPr/>
        </p:nvSpPr>
        <p:spPr>
          <a:xfrm rot="0">
            <a:off x="2057400" y="56515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56039762" name="Text">
    </p:cNvPr>
          <p:cNvSpPr>
            <a:spLocks noGrp="1"/>
          </p:cNvSpPr>
          <p:nvPr/>
        </p:nvSpPr>
        <p:spPr>
          <a:xfrm rot="0">
            <a:off x="101600" y="56515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14613837" name="Text">
    </p:cNvPr>
          <p:cNvSpPr>
            <a:spLocks noGrp="1"/>
          </p:cNvSpPr>
          <p:nvPr/>
        </p:nvSpPr>
        <p:spPr>
          <a:xfrm rot="0">
            <a:off x="101600" y="54102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811243427" name="Text">
    </p:cNvPr>
          <p:cNvSpPr>
            <a:spLocks noGrp="1"/>
          </p:cNvSpPr>
          <p:nvPr/>
        </p:nvSpPr>
        <p:spPr>
          <a:xfrm rot="0">
            <a:off x="2057400" y="54102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882183889" name="Text">
    </p:cNvPr>
          <p:cNvSpPr>
            <a:spLocks noGrp="1"/>
          </p:cNvSpPr>
          <p:nvPr/>
        </p:nvSpPr>
        <p:spPr>
          <a:xfrm rot="0">
            <a:off x="6451600" y="54102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2132889256" name="Text">
    </p:cNvPr>
          <p:cNvSpPr>
            <a:spLocks noGrp="1"/>
          </p:cNvSpPr>
          <p:nvPr/>
        </p:nvSpPr>
        <p:spPr>
          <a:xfrm rot="0">
            <a:off x="101600" y="59436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85480987" name="Text">
    </p:cNvPr>
          <p:cNvSpPr>
            <a:spLocks noGrp="1"/>
          </p:cNvSpPr>
          <p:nvPr/>
        </p:nvSpPr>
        <p:spPr>
          <a:xfrm rot="0">
            <a:off x="6451600" y="59436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15906917" name="Text">
    </p:cNvPr>
          <p:cNvSpPr>
            <a:spLocks noGrp="1"/>
          </p:cNvSpPr>
          <p:nvPr/>
        </p:nvSpPr>
        <p:spPr>
          <a:xfrm rot="0">
            <a:off x="2057400" y="59436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19901408" name="Text">
    </p:cNvPr>
          <p:cNvSpPr>
            <a:spLocks noGrp="1"/>
          </p:cNvSpPr>
          <p:nvPr/>
        </p:nvSpPr>
        <p:spPr>
          <a:xfrm rot="0">
            <a:off x="1244600" y="59436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07044379" name="Text">
    </p:cNvPr>
          <p:cNvSpPr>
            <a:spLocks noGrp="1"/>
          </p:cNvSpPr>
          <p:nvPr/>
        </p:nvSpPr>
        <p:spPr>
          <a:xfrm rot="0">
            <a:off x="1244600" y="56515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33024738" name="Text">
    </p:cNvPr>
          <p:cNvSpPr>
            <a:spLocks noGrp="1"/>
          </p:cNvSpPr>
          <p:nvPr/>
        </p:nvSpPr>
        <p:spPr>
          <a:xfrm rot="0">
            <a:off x="1244600" y="54102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539365752" name="Text">
    </p:cNvPr>
          <p:cNvSpPr>
            <a:spLocks noGrp="1"/>
          </p:cNvSpPr>
          <p:nvPr/>
        </p:nvSpPr>
        <p:spPr>
          <a:xfrm rot="0">
            <a:off x="8102600" y="59436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78584910" name="Text">
    </p:cNvPr>
          <p:cNvSpPr>
            <a:spLocks noGrp="1"/>
          </p:cNvSpPr>
          <p:nvPr/>
        </p:nvSpPr>
        <p:spPr>
          <a:xfrm rot="0">
            <a:off x="8102600" y="54102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1602700678" name="Text">
    </p:cNvPr>
          <p:cNvSpPr>
            <a:spLocks noGrp="1"/>
          </p:cNvSpPr>
          <p:nvPr/>
        </p:nvSpPr>
        <p:spPr>
          <a:xfrm rot="0">
            <a:off x="8102600" y="56515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90492309" name="Frame"/>
          <p:cNvSpPr>
            <a:spLocks noGrp="1"/>
          </p:cNvSpPr>
          <p:nvPr/>
        </p:nvSpPr>
        <p:spPr>
          <a:xfrm>
            <a:off x="101600" y="2832100"/>
            <a:ext cx="9779000" cy="2095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822884527" name="Text">
    </p:cNvPr>
          <p:cNvSpPr>
            <a:spLocks noGrp="1"/>
          </p:cNvSpPr>
          <p:nvPr/>
        </p:nvSpPr>
        <p:spPr>
          <a:xfrm rot="0">
            <a:off x="165100" y="28956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29744813" name="Text">
    </p:cNvPr>
          <p:cNvSpPr>
            <a:spLocks noGrp="1"/>
          </p:cNvSpPr>
          <p:nvPr/>
        </p:nvSpPr>
        <p:spPr>
          <a:xfrm rot="0">
            <a:off x="152400" y="28575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761574888" name="Text">
    </p:cNvPr>
          <p:cNvSpPr>
            <a:spLocks noGrp="1"/>
          </p:cNvSpPr>
          <p:nvPr/>
        </p:nvSpPr>
        <p:spPr>
          <a:xfrm rot="0">
            <a:off x="165100" y="31115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195785643" name="Text">
    </p:cNvPr>
          <p:cNvSpPr>
            <a:spLocks noGrp="1"/>
          </p:cNvSpPr>
          <p:nvPr/>
        </p:nvSpPr>
        <p:spPr>
          <a:xfrm rot="0">
            <a:off x="901700" y="31115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29313686" name="Text">
    </p:cNvPr>
          <p:cNvSpPr>
            <a:spLocks noGrp="1"/>
          </p:cNvSpPr>
          <p:nvPr/>
        </p:nvSpPr>
        <p:spPr>
          <a:xfrm rot="0">
            <a:off x="5549900" y="31115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328500103" name="Text">
    </p:cNvPr>
          <p:cNvSpPr>
            <a:spLocks noGrp="1"/>
          </p:cNvSpPr>
          <p:nvPr/>
        </p:nvSpPr>
        <p:spPr>
          <a:xfrm rot="0">
            <a:off x="6121400" y="31115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8896034" name="Frame"/>
          <p:cNvSpPr>
            <a:spLocks noGrp="1"/>
          </p:cNvSpPr>
          <p:nvPr/>
        </p:nvSpPr>
        <p:spPr>
          <a:xfrm>
            <a:off x="165100" y="43053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994027260" name="Text">
    </p:cNvPr>
          <p:cNvSpPr>
            <a:spLocks noGrp="1"/>
          </p:cNvSpPr>
          <p:nvPr/>
        </p:nvSpPr>
        <p:spPr>
          <a:xfrm rot="0">
            <a:off x="165100" y="42799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652752364" name="Text">
    </p:cNvPr>
          <p:cNvSpPr>
            <a:spLocks noGrp="1"/>
          </p:cNvSpPr>
          <p:nvPr/>
        </p:nvSpPr>
        <p:spPr>
          <a:xfrm rot="0">
            <a:off x="965200" y="43307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[e-Biz] ITSM-107407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전자결재 양식 신설(PC사용제한 해제 신청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SGI서울보증 차세대시스템 구축에 따른 전자보증 시스템 테스트</a:t>
            </a:r>
          </a:p>
        </p:txBody>
      </p:sp>
      <p:sp>
        <p:nvSpPr>
          <p:cNvPr id="1438498944" name="Text">
    </p:cNvPr>
          <p:cNvSpPr>
            <a:spLocks noGrp="1"/>
          </p:cNvSpPr>
          <p:nvPr/>
        </p:nvSpPr>
        <p:spPr>
          <a:xfrm rot="0">
            <a:off x="7239000" y="43307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760953019" name="Text">
    </p:cNvPr>
          <p:cNvSpPr>
            <a:spLocks noGrp="1"/>
          </p:cNvSpPr>
          <p:nvPr/>
        </p:nvSpPr>
        <p:spPr>
          <a:xfrm rot="0">
            <a:off x="5549900" y="43307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</a:p>
        </p:txBody>
      </p:sp>
      <p:sp>
        <p:nvSpPr>
          <p:cNvPr id="1301205705" name="Text">
    </p:cNvPr>
          <p:cNvSpPr>
            <a:spLocks noGrp="1"/>
          </p:cNvSpPr>
          <p:nvPr/>
        </p:nvSpPr>
        <p:spPr>
          <a:xfrm rot="0">
            <a:off x="901700" y="42799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48316427" name="Text">
    </p:cNvPr>
          <p:cNvSpPr>
            <a:spLocks noGrp="1"/>
          </p:cNvSpPr>
          <p:nvPr/>
        </p:nvSpPr>
        <p:spPr>
          <a:xfrm rot="0">
            <a:off x="6121400" y="42799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0612059" name="Text">
    </p:cNvPr>
          <p:cNvSpPr>
            <a:spLocks noGrp="1"/>
          </p:cNvSpPr>
          <p:nvPr/>
        </p:nvSpPr>
        <p:spPr>
          <a:xfrm rot="0">
            <a:off x="5549900" y="42799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39272282" name="Frame"/>
          <p:cNvSpPr>
            <a:spLocks noGrp="1"/>
          </p:cNvSpPr>
          <p:nvPr/>
        </p:nvSpPr>
        <p:spPr>
          <a:xfrm>
            <a:off x="165100" y="3454400"/>
            <a:ext cx="9639300" cy="825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612511102" name="Text">
    </p:cNvPr>
          <p:cNvSpPr>
            <a:spLocks noGrp="1"/>
          </p:cNvSpPr>
          <p:nvPr/>
        </p:nvSpPr>
        <p:spPr>
          <a:xfrm rot="0">
            <a:off x="165100" y="34544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767588871" name="Text">
    </p:cNvPr>
          <p:cNvSpPr>
            <a:spLocks noGrp="1"/>
          </p:cNvSpPr>
          <p:nvPr/>
        </p:nvSpPr>
        <p:spPr>
          <a:xfrm rot="0">
            <a:off x="965200" y="3530600"/>
            <a:ext cx="4584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고정자산 Migration 프로그램 생성(ZFIB9060_MIG)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ZEPR2240 프로그램 로직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*WBS요소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ITSM-112075 자영대리점 거래처 관리업무 간소화 추진(2차)</a:t>
            </a:r>
          </a:p>
        </p:txBody>
      </p:sp>
      <p:sp>
        <p:nvSpPr>
          <p:cNvPr id="1220868328" name="Text">
    </p:cNvPr>
          <p:cNvSpPr>
            <a:spLocks noGrp="1"/>
          </p:cNvSpPr>
          <p:nvPr/>
        </p:nvSpPr>
        <p:spPr>
          <a:xfrm rot="0">
            <a:off x="7239000" y="3530600"/>
            <a:ext cx="2552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747550740" name="Text">
    </p:cNvPr>
          <p:cNvSpPr>
            <a:spLocks noGrp="1"/>
          </p:cNvSpPr>
          <p:nvPr/>
        </p:nvSpPr>
        <p:spPr>
          <a:xfrm rot="0">
            <a:off x="5549900" y="3530600"/>
            <a:ext cx="5715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</a:p>
        </p:txBody>
      </p:sp>
      <p:sp>
        <p:nvSpPr>
          <p:cNvPr id="1862872936" name="Text">
    </p:cNvPr>
          <p:cNvSpPr>
            <a:spLocks noGrp="1"/>
          </p:cNvSpPr>
          <p:nvPr/>
        </p:nvSpPr>
        <p:spPr>
          <a:xfrm rot="0">
            <a:off x="901700" y="34544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47777522" name="Text">
    </p:cNvPr>
          <p:cNvSpPr>
            <a:spLocks noGrp="1"/>
          </p:cNvSpPr>
          <p:nvPr/>
        </p:nvSpPr>
        <p:spPr>
          <a:xfrm rot="0">
            <a:off x="6121400" y="3454400"/>
            <a:ext cx="36449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58625322" name="Text">
    </p:cNvPr>
          <p:cNvSpPr>
            <a:spLocks noGrp="1"/>
          </p:cNvSpPr>
          <p:nvPr/>
        </p:nvSpPr>
        <p:spPr>
          <a:xfrm rot="0">
            <a:off x="5549900" y="34544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89060729" name="Frame"/>
          <p:cNvSpPr>
            <a:spLocks noGrp="1"/>
          </p:cNvSpPr>
          <p:nvPr/>
        </p:nvSpPr>
        <p:spPr>
          <a:xfrm>
            <a:off x="127000" y="1384300"/>
            <a:ext cx="9779000" cy="1308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837064600" name="Frame"/>
          <p:cNvSpPr>
            <a:spLocks noGrp="1"/>
          </p:cNvSpPr>
          <p:nvPr/>
        </p:nvSpPr>
        <p:spPr>
          <a:xfrm>
            <a:off x="152400" y="20701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692392179" name="Text">
    </p:cNvPr>
          <p:cNvSpPr>
            <a:spLocks noGrp="1"/>
          </p:cNvSpPr>
          <p:nvPr/>
        </p:nvSpPr>
        <p:spPr>
          <a:xfrm rot="0">
            <a:off x="152400" y="2044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998541191" name="Text">
    </p:cNvPr>
          <p:cNvSpPr>
            <a:spLocks noGrp="1"/>
          </p:cNvSpPr>
          <p:nvPr/>
        </p:nvSpPr>
        <p:spPr>
          <a:xfrm rot="0">
            <a:off x="952500" y="2095500"/>
            <a:ext cx="45974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영업시설물지원 추가 소스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CP의 주차신청서 관련 뷰테이블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PSM 절차 동영상 교육 시험응시 점수미달 Reset 요청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[EIS] 2024.7월 결산의 EIS, Yellow Book 반영</a:t>
            </a:r>
          </a:p>
        </p:txBody>
      </p:sp>
      <p:sp>
        <p:nvSpPr>
          <p:cNvPr id="677651422" name="Text">
    </p:cNvPr>
          <p:cNvSpPr>
            <a:spLocks noGrp="1"/>
          </p:cNvSpPr>
          <p:nvPr/>
        </p:nvSpPr>
        <p:spPr>
          <a:xfrm rot="0">
            <a:off x="7226300" y="20955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026107677" name="Text">
    </p:cNvPr>
          <p:cNvSpPr>
            <a:spLocks noGrp="1"/>
          </p:cNvSpPr>
          <p:nvPr/>
        </p:nvSpPr>
        <p:spPr>
          <a:xfrm rot="0">
            <a:off x="6108700" y="20447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658203657" name="Text">
    </p:cNvPr>
          <p:cNvSpPr>
            <a:spLocks noGrp="1"/>
          </p:cNvSpPr>
          <p:nvPr/>
        </p:nvSpPr>
        <p:spPr>
          <a:xfrm rot="0">
            <a:off x="5537200" y="20955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</a:p>
        </p:txBody>
      </p:sp>
      <p:sp>
        <p:nvSpPr>
          <p:cNvPr id="949774294" name="Text">
    </p:cNvPr>
          <p:cNvSpPr>
            <a:spLocks noGrp="1"/>
          </p:cNvSpPr>
          <p:nvPr/>
        </p:nvSpPr>
        <p:spPr>
          <a:xfrm rot="0">
            <a:off x="889000" y="2044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37798344" name="Text">
    </p:cNvPr>
          <p:cNvSpPr>
            <a:spLocks noGrp="1"/>
          </p:cNvSpPr>
          <p:nvPr/>
        </p:nvSpPr>
        <p:spPr>
          <a:xfrm rot="0">
            <a:off x="7124700" y="20447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74040361" name="Text">
    </p:cNvPr>
          <p:cNvSpPr>
            <a:spLocks noGrp="1"/>
          </p:cNvSpPr>
          <p:nvPr/>
        </p:nvSpPr>
        <p:spPr>
          <a:xfrm rot="0">
            <a:off x="5537200" y="2044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58222515" name="Rectangle"/>
          <p:cNvSpPr>
            <a:spLocks noGrp="1"/>
          </p:cNvSpPr>
          <p:nvPr/>
        </p:nvSpPr>
        <p:spPr>
          <a:xfrm>
            <a:off x="6870700" y="20447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0733713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764024476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000322851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투자예산 조정신청서 관련 기능 보완(LZCOF04F03)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고정자산 Migration 프로그램 개발(ZFIB9030_M)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PO 2건 미착 명시 예외 신청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[HCM] [ITSM-115752] SF FTP 접속 정보 변경에 따른 리포트 수정 건 운영반영 및 테스트</a:t>
            </a:r>
          </a:p>
        </p:txBody>
      </p:sp>
      <p:sp>
        <p:nvSpPr>
          <p:cNvPr id="1750396971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736601866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453619740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</a:p>
        </p:txBody>
      </p:sp>
      <p:sp>
        <p:nvSpPr>
          <p:cNvPr id="281340228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00030431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26290633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16484461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