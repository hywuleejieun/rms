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16088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4873702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7822074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28325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8833202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1470902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3716073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297449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6227498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0483718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0783609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5938263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1420580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910595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3186974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42970762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</a:p>
        </p:txBody>
      </p:sp>
      <p:sp>
        <p:nvSpPr>
          <p:cNvPr id="173025758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고정자산 Migration 프로그램 생성(ZFIB9060_MIG)</a:t>
            </a:r>
          </a:p>
        </p:txBody>
      </p:sp>
      <p:sp>
        <p:nvSpPr>
          <p:cNvPr id="154084453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74481559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16403656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고정자산 Migration 프로그램 개발(ZFIB9030_M)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자산거래 결재상태 UPDATE 오류 수정(ZFIR9033)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관세환급 신고자료 Upload 프로그램 수정(ZFIR7800)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관세환급 신고자료 집계 프로그램 수정(ZFIR7801)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투자예산 조정신청서 관련 기능 보완(LZCOF04F03)</a:t>
            </a:r>
          </a:p>
        </p:txBody>
      </p:sp>
      <p:sp>
        <p:nvSpPr>
          <p:cNvPr id="79271321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33116140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15604295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25190163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082723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594408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41166059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</a:p>
        </p:txBody>
      </p:sp>
      <p:sp>
        <p:nvSpPr>
          <p:cNvPr id="117461269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1차 통합테스트</a:t>
            </a:r>
          </a:p>
        </p:txBody>
      </p:sp>
      <p:sp>
        <p:nvSpPr>
          <p:cNvPr id="13999921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49387726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74675806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1차 통합테스트</a:t>
            </a:r>
          </a:p>
        </p:txBody>
      </p:sp>
      <p:sp>
        <p:nvSpPr>
          <p:cNvPr id="192991976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98399948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90097583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</a:p>
        </p:txBody>
      </p:sp>
      <p:sp>
        <p:nvSpPr>
          <p:cNvPr id="23411769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785945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00985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7706776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074228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3864753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8537981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1735463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5799867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7023292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3977239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3153540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3574061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6186378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4009868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9331673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1086773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</a:p>
        </p:txBody>
      </p:sp>
      <p:sp>
        <p:nvSpPr>
          <p:cNvPr id="22369916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09/17</a:t>
            </a:r>
            <a:br/>
          </a:p>
        </p:txBody>
      </p:sp>
      <p:sp>
        <p:nvSpPr>
          <p:cNvPr id="192939982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74048085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61910763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18203194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ERP운영/QA/개발 HANA시스템 QCI 관련 소스 검색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Successfactor DNS 변경에 따른 설정작업 및 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기존 Batch Job Step 삭제 및 재설정 작업(ZSD_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BP_CASHBACK_UPLOAD)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삼일회계법인 상반기 감사 3차 관련 요청자료 취합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93042858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02819389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37341106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</a:p>
        </p:txBody>
      </p:sp>
      <p:sp>
        <p:nvSpPr>
          <p:cNvPr id="87764241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575990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4742067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170382279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</a:p>
        </p:txBody>
      </p:sp>
      <p:sp>
        <p:nvSpPr>
          <p:cNvPr id="79053654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23442942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57557152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24773740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실습 만들기</a:t>
            </a:r>
          </a:p>
        </p:txBody>
      </p:sp>
      <p:sp>
        <p:nvSpPr>
          <p:cNvPr id="26957710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44197963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11665700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</a:p>
        </p:txBody>
      </p:sp>
      <p:sp>
        <p:nvSpPr>
          <p:cNvPr id="214513767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841320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39210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3224406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2123275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3976243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9095345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3677791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1456602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384152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579809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3830837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5884026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9542985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3636546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6213315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2894356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52458713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37823219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56897065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71732209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8927104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57017644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84700540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32972748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83794055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41677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32882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0386655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7295377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549563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3574705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3889678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5714661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041987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57506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0781843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9839867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17023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7958031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099968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34518532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</a:p>
        </p:txBody>
      </p:sp>
      <p:sp>
        <p:nvSpPr>
          <p:cNvPr id="1392369741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br/>
          </a:p>
        </p:txBody>
      </p:sp>
      <p:sp>
        <p:nvSpPr>
          <p:cNvPr id="308527721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변경- [ITSM-1160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88] 방염작업복 신청신청 내역 필드추가</a:t>
            </a:r>
          </a:p>
        </p:txBody>
      </p:sp>
      <p:sp>
        <p:nvSpPr>
          <p:cNvPr id="340911913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060176152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49504571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[HRDK911670] 사무직 Job Rotation 관련 HCM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: 인사팀 테스트 및 수정요청사항 반영- [ITSM-11608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8] 방염작업복 신청신청 내역 필드추가 : 화면 수정(70%), oDa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ta수정(50%)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[ITSM-116088] 방염작업복 신청신청 내역 필드추가 :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화면 수정(100%), oData 수정(100%)- [ITSM-115752] SF F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TP 접속 정보 변경에 따른 리포트 수정 건 운영반영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[ITSM-116533] 특근확인서 작성 알림 메일 발송시 특근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확인서 HCM화면 링크 추가- [ITSM-116576] 담당자 변경으로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인한 결재선 변경- [HRDK911670] 사무직 Job Rotation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련 HCM 시스템 개발 : 수정요청사항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[HRDK911670] 사무직 Job Rotation 관련 HCM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: 수정요청사항 반영(작성내용에 따른 안내문구 변경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)- [ITSM-116088] 방염작업복 신청신청 내역 필드추가 :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리뷰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[ITSM-116088] 방염작업복 신청신청 내역 필드추가 :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신청관리 리포터화면 수정- 신입사원 입사일자 변경 안내 매뉴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얼 작성 배포</a:t>
            </a:r>
          </a:p>
        </p:txBody>
      </p:sp>
      <p:sp>
        <p:nvSpPr>
          <p:cNvPr id="235899782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br/>
          </a:p>
        </p:txBody>
      </p:sp>
      <p:sp>
        <p:nvSpPr>
          <p:cNvPr id="360467905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09.10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0[보류]</a:t>
            </a:r>
            <a:br/>
            <a:br/>
            <a:br/>
          </a:p>
        </p:txBody>
      </p:sp>
      <p:sp>
        <p:nvSpPr>
          <p:cNvPr id="577943479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br/>
          </a:p>
        </p:txBody>
      </p:sp>
      <p:sp>
        <p:nvSpPr>
          <p:cNvPr id="999420027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36279092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77472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398270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3256409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4689759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1522759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606195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0698766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7496551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1507165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0295714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1913710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4696706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317392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6179464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897448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76785615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75656604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85111691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9563053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20229686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ITSM-115542UET의 전산작업 중 벌크선적작업의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ITSM-116317[ERP Upgrade] 수송비 분석 리포트 개발을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ERP 데이터 적재 요청</a:t>
            </a:r>
          </a:p>
        </p:txBody>
      </p:sp>
      <p:sp>
        <p:nvSpPr>
          <p:cNvPr id="167307038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</a:p>
        </p:txBody>
      </p:sp>
      <p:sp>
        <p:nvSpPr>
          <p:cNvPr id="59189466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107050322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</a:p>
        </p:txBody>
      </p:sp>
      <p:sp>
        <p:nvSpPr>
          <p:cNvPr id="117093862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184996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