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2024-08-30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theme/theme1.xml" Type="http://schemas.openxmlformats.org/officeDocument/2006/relationships/theme"/><Relationship Id="rId15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83</Words>
  <Application>Microsoft Office PowerPoint</Application>
  <PresentationFormat>사용자 지정</PresentationFormat>
  <Paragraphs>52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이지은(Staff)</cp:lastModifiedBy>
  <dcterms:modified xsi:type="dcterms:W3CDTF">2024-08-30T01:06:05Z</dcterms:modified>
  <cp:revision>29</cp:revision>
  <dc:title>Slide 1</dc:title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2024-08-30T01:06:05Z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acde8c39-e47b-4164-a81f-f2d98e1a64b7</vt:lpwstr>
  </property>
  <property fmtid="{D5CDD505-2E9C-101B-9397-08002B2CF9AE}" pid="8" name="MSIP_Label_a567d48d-774c-44e2-a79a-7d15724a8f35_ContentBits">
    <vt:lpwstr>3</vt:lpwstr>
  </property>
</Properties>
</file>