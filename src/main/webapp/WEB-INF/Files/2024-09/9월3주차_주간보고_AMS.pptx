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2"/>
    <p:sldId id="276" r:id="rId34"/>
    <p:sldId id="277" r:id="rId36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slides/slide19.xml" Type="http://schemas.openxmlformats.org/officeDocument/2006/relationships/slide"/><Relationship Id="rId31" Target="notesSlides/notesSlide5.xml" Type="http://schemas.openxmlformats.org/officeDocument/2006/relationships/notesSlide"/><Relationship Id="rId32" Target="slides/slide20.xml" Type="http://schemas.openxmlformats.org/officeDocument/2006/relationships/slide"/><Relationship Id="rId33" Target="notesSlides/notesSlide6.xml" Type="http://schemas.openxmlformats.org/officeDocument/2006/relationships/notesSlide"/><Relationship Id="rId34" Target="slides/slide21.xml" Type="http://schemas.openxmlformats.org/officeDocument/2006/relationships/slide"/><Relationship Id="rId35" Target="notesSlides/notesSlide7.xml" Type="http://schemas.openxmlformats.org/officeDocument/2006/relationships/notesSlide"/><Relationship Id="rId36" Target="slides/slide22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2024-08-30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[2024.09.03 ~ 2024.09.09]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9월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6288134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09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103084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13198638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54713708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798292305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536738628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95360946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3593325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47607483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034505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42320020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15012707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406730204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39171502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66489902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46989259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535460493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0559206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1348778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1924830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078370765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191362167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361469510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65927027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6479054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4227233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4180363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5914766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645755891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8622075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795401775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9466054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024033883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58390598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20911895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00154322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6229939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312025426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852266179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44773027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288743746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ITSM-113275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ITSM-116331 LMS 스킬셋 인증현황 로직 수정</a:t>
            </a:r>
          </a:p>
        </p:txBody>
      </p:sp>
      <p:sp>
        <p:nvSpPr>
          <p:cNvPr id="493396209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231895761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</a:p>
        </p:txBody>
      </p:sp>
      <p:sp>
        <p:nvSpPr>
          <p:cNvPr id="477332019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7642820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7015979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6297086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60131170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108426527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341185316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6039191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</a:p>
        </p:txBody>
      </p:sp>
      <p:sp>
        <p:nvSpPr>
          <p:cNvPr id="1559086938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0273961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072450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1399985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93988281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69068440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50830865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PRM에서 CRM에 공유되는 View Table 정보추가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[ATSS] SAP 개발로 인한 ATSS DB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[Mobile] GW google play 배포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[WMS] [외부 감사] 사용자 권한 부여 증빙 자료 확인 요청</a:t>
            </a:r>
          </a:p>
        </p:txBody>
      </p:sp>
      <p:sp>
        <p:nvSpPr>
          <p:cNvPr id="788554654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80338614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04499028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</a:p>
        </p:txBody>
      </p:sp>
      <p:sp>
        <p:nvSpPr>
          <p:cNvPr id="420716713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9890310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206769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4734249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66669655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29438432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137848008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생산오더별 액티비티 작업시간 프로그램 추가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대여금 연체이자계산 및 내역분석에 대여금이자연체 컬럼 추가(ZFIR1110)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기술검수증 및 발주서 단가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 QA테스트 SAP 원격지원을 받기 위한 R/3 Remote Connection 오픈 설정작업</a:t>
            </a:r>
          </a:p>
        </p:txBody>
      </p:sp>
      <p:sp>
        <p:nvSpPr>
          <p:cNvPr id="484939014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2154197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81520221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</a:p>
        </p:txBody>
      </p:sp>
      <p:sp>
        <p:nvSpPr>
          <p:cNvPr id="1922943080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1602840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744495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1422719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2533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9130676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708732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6295754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114470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432123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21544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754595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0976561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560530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535347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099248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59624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9442398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8913127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97165816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25629195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생성(ZFIB9060_MIG)</a:t>
            </a:r>
          </a:p>
        </p:txBody>
      </p:sp>
      <p:sp>
        <p:nvSpPr>
          <p:cNvPr id="1032104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28495411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9589622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대여금 연체이자계산 및 내역분석에 대여금이자연체 컬럼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추가(ZFIR1110)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방문교통비 프로젝트 전표 생성 오류 분석 및 수정(ZFI_RF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C_RECEIVE_POSTING)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생산오더별 액티비티 작업시간 프로그램 추가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방문교통비 프로젝트 전표 생성 오류 분석 및 수정(ZFI_RF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C_RECEIVE_POSTING)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자산불용처리 오류 내역 확인(ZFI_RFC_ASSET_CONF)</a:t>
            </a:r>
          </a:p>
        </p:txBody>
      </p:sp>
      <p:sp>
        <p:nvSpPr>
          <p:cNvPr id="72959794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45348369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63860716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74727741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197996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16358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97650044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202800167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</a:p>
        </p:txBody>
      </p:sp>
      <p:sp>
        <p:nvSpPr>
          <p:cNvPr id="7198715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00893799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82272326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기술검수증 결재일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기술검수증 및 발주서 단가 변경</a:t>
            </a:r>
          </a:p>
        </p:txBody>
      </p:sp>
      <p:sp>
        <p:nvSpPr>
          <p:cNvPr id="31813125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15903020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156034421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36140117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164278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15258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54061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834686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385007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4913056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089061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61281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807399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0709602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023839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7071687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023376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267246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796270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29236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</a:p>
        </p:txBody>
      </p:sp>
      <p:sp>
        <p:nvSpPr>
          <p:cNvPr id="27428162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</a:p>
        </p:txBody>
      </p:sp>
      <p:sp>
        <p:nvSpPr>
          <p:cNvPr id="408514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65912842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0334432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89216424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PCE S4Q테스트와 Smart-ERP개발간 테스트 환경 설정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및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SBRFC(SMARTBILL) RFC 통신 관련 설정정보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 SAP 원격지원을 받기 위한 R/3 Remote Co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nnection 오픈 설정작업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4051418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66524114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7310829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45287730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10951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796881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30036495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62549743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61877179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0421527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201026963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17</a:t>
            </a:r>
          </a:p>
        </p:txBody>
      </p:sp>
      <p:sp>
        <p:nvSpPr>
          <p:cNvPr id="28254580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33253097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2682039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79449182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189424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42436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9973762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879729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1237932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7006569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5324331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530365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3153781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98436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279902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5775305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51076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343460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368244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8915265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67683561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39227395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47513755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4147215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6129119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04769311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84072150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89665106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3897870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773066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5408639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br/>
          </a:p>
        </p:txBody>
      </p:sp>
      <p:sp>
        <p:nvSpPr>
          <p:cNvPr id="2036604532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br/>
          </a:p>
        </p:txBody>
      </p:sp>
      <p:sp>
        <p:nvSpPr>
          <p:cNvPr id="872102381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[HRDK9116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70]사무직 Job Rotation 관련 HCM 시스템 개발- [ITSM-116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088] 방염작업복 신청신청 내역 필드추가</a:t>
            </a:r>
          </a:p>
        </p:txBody>
      </p:sp>
      <p:sp>
        <p:nvSpPr>
          <p:cNvPr id="1515412821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99043575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18261255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화면(70%), Report(100%), oData(50%)- [ITSM-1161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73] 외부파견(전입)(91) 에 대한 근무계산 규칙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퇴직금 작업 지원 : DC평균임금조회 금액 수정- [HRDK9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11670] 사무직 Job Rotation 관련 HCM 시스템 개발 : 화면(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90%), Report(100%), oData(50%)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화면(100%), oData(70%)- 문의대응 : 특근명령서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오류(특근신청일자에 중식비 신청이력)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oData(100%)- [ITSM-116398] 방문교통비 결재선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인사팀 테스트 및 수정요청사항 반영- [ITSM-11608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8] 방염작업복 신청신청 내역 필드추가 : 화면 수정(30%)</a:t>
            </a:r>
          </a:p>
        </p:txBody>
      </p:sp>
      <p:sp>
        <p:nvSpPr>
          <p:cNvPr id="574840232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1647969600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09.03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1807171394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1241722426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4012879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7758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046701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95249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2669547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662634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0605911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262551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566256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1309453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5524411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3067275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9919300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388436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9502153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3782128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5884387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68395443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04419731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379886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82477356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ITSM-115542UET의 전산작업 중 벌크선적작업의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</a:p>
        </p:txBody>
      </p:sp>
      <p:sp>
        <p:nvSpPr>
          <p:cNvPr id="100460102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18281530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147660774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</a:p>
        </p:txBody>
      </p:sp>
      <p:sp>
        <p:nvSpPr>
          <p:cNvPr id="56300218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73156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2560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429643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59287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7001200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2753012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6676101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8464602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32191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388871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872875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7638140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0120287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281346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420589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45827815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</a:p>
        </p:txBody>
      </p:sp>
      <p:sp>
        <p:nvSpPr>
          <p:cNvPr id="1854209225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</a:p>
        </p:txBody>
      </p:sp>
      <p:sp>
        <p:nvSpPr>
          <p:cNvPr id="258066111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</a:p>
        </p:txBody>
      </p:sp>
      <p:sp>
        <p:nvSpPr>
          <p:cNvPr id="1490800085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77240989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136377010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ITSM-116092PP거래처 e-Biz 계정 생성 요청 - 주식회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 유연케미칼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ITSM-116306CCS상 사라진 법인카드 사용 건 원상복구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122946628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</a:p>
        </p:txBody>
      </p:sp>
      <p:sp>
        <p:nvSpPr>
          <p:cNvPr id="1146947241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</a:p>
        </p:txBody>
      </p:sp>
      <p:sp>
        <p:nvSpPr>
          <p:cNvPr id="1293467948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</a:p>
        </p:txBody>
      </p:sp>
      <p:sp>
        <p:nvSpPr>
          <p:cNvPr id="1398319633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5443152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1758681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076777266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446015748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934763856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29420127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73958345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[ITSM-116172]OAS 수정 요청</a:t>
            </a:r>
          </a:p>
        </p:txBody>
      </p:sp>
      <p:sp>
        <p:nvSpPr>
          <p:cNvPr id="1019314857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831591868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576782640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686896009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2428532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14743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92721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150040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6119925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2962273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5317074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9607063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2434569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574767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4242865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2703453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059240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70873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8330411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2278034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86165261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12686199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</a:p>
        </p:txBody>
      </p:sp>
      <p:sp>
        <p:nvSpPr>
          <p:cNvPr id="174039540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5060159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85465099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PRM에서 CRM에 공유되는 View Table 정보추가 요청</a:t>
            </a:r>
          </a:p>
        </p:txBody>
      </p:sp>
      <p:sp>
        <p:nvSpPr>
          <p:cNvPr id="62339824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54613870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3465875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102764361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65382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2573039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748492575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354622964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</a:p>
        </p:txBody>
      </p:sp>
      <p:sp>
        <p:nvSpPr>
          <p:cNvPr id="1802656087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20243553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07398300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개발로 인한 ATSS DB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ITSM-108392 변경결과 작성 ITSM-115529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ITSM-115820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ITSM-115820 배포상태 변경ITSM-116266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계정 정보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ITSM-115820 배포상태 변경ITSM-116317 작업유형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변경으로 인한 정보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ITSM-115820 배포상태 변경ITSM-116418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ITSM-116473 변경승인자 변경ITSM-116502 견적서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삭제ITSM-115304 작업유형 변경</a:t>
            </a:r>
          </a:p>
        </p:txBody>
      </p:sp>
      <p:sp>
        <p:nvSpPr>
          <p:cNvPr id="826985300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1217107147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1669940427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34566763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2365461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14380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10709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6432743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074241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497760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0703256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790230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113590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039394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409741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331762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746665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834805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456259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1036451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817931729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1980009315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재가동을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위한 A360 Migration 및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Naphtha/Gasoline/Jet/Diesel Market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Movement 작성 및 보고'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'빌링' 작업 Migration</a:t>
            </a:r>
            <a:br/>
          </a:p>
        </p:txBody>
      </p:sp>
      <p:sp>
        <p:nvSpPr>
          <p:cNvPr id="1948599217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63352144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25550796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재가동을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위한 A360 Migration 및 개선 및 매크로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ERP Upgrade 작업으로 인한 EAI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데이터전송 개발서버 정상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'항공금유 매출입력'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일부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'생산조정팀 전표처리' 작업 수행 및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자 전달. 문제상황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'Margin 계산' 작업 담당자 요청 파일 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 대사' 작업 메일 발송 로직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위치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'빌링' 작업 Migration</a:t>
            </a:r>
            <a:br/>
          </a:p>
        </p:txBody>
      </p:sp>
      <p:sp>
        <p:nvSpPr>
          <p:cNvPr id="549994596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116986631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21292362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1607029852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8152865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2577541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271951781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88832587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1068811199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648377742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609934060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20059259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411207385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2078111240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67608155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9242963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1181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081265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577269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910797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6981056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374802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4910863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402108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059608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878238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75247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0098762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885706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368976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8668803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721611039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1565785148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ITSM-115639OSPM(외주용역관리) 결재 대행자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지정 기능 추가 요청</a:t>
            </a:r>
          </a:p>
        </p:txBody>
      </p:sp>
      <p:sp>
        <p:nvSpPr>
          <p:cNvPr id="1443379730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758883356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98707637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ITSM-116174, ITSM-116179, ITSM-116176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ITSM-116183, ITSM-116208, ITSM-116228, ITSM-11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6246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ITSM-116280, ITSM-116286, ITSM-116287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ITSM-116290, ITSM-116303, ITSM-116298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ITSM-116333, ITSM-116334, ITSM-116381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ITSM-116404, ITSM-116407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ITSM-116422, ITSM-116420, ITSM-116445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ITSM-116446, ITSM-116451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ITSM-116475, ITSM-116494, ITSM-116498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ITSM-116526, ITSM-116539, ITSM-116543</a:t>
            </a:r>
          </a:p>
        </p:txBody>
      </p:sp>
      <p:sp>
        <p:nvSpPr>
          <p:cNvPr id="1404913324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1156722275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882473381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1249879489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2880772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67466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642702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596078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294202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071241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509332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84534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915881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456010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0207158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8757074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233606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347521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013896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2010383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008287416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</a:p>
        </p:txBody>
      </p:sp>
      <p:sp>
        <p:nvSpPr>
          <p:cNvPr id="822870302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ITSM-116331 LMS 스킬셋 인증현황 로직 수정</a:t>
            </a:r>
          </a:p>
        </p:txBody>
      </p:sp>
      <p:sp>
        <p:nvSpPr>
          <p:cNvPr id="1956209509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8059756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949641247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공장 사용자들의 LMS 내 강의실 진도율 저장 실패에 대한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대처 방안 안내 및 원격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모바일 ERS 접속 방법 안내(배준규 주간과장)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일반특별안전규칙 수정 관련 수정처리 요청(S&amp;H 기획팀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백선희 팀리더)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ITSM-116331 LMS 스킬셋 인증현황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연세대학교 경영전문대학원 최고경영자과정(AMP) 근태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미반영 처리(정연태 부문장)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BCP 매뉴얼 첨부파일 표기 기능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PSM 안전교육관련 이수관련 시험 재응시 요청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사용자 배치 스케줄러 적용 오류 확인 요청(HCM 사용자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뷰 데이터 업데이트 시점 차이로 확인됨. ERS 스케줄러 실행 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간 변경으로 오류해결)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평가서 기안시 결재선을 잘못 지정 하여 기안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문서 삭제 조치 및 재기안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sub committee 에서 sub committee 일정 수정 버튼이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보이도록 수정(sub committee 권한이 없어도 메뉴 수정 권한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 있을 경우 표기)</a:t>
            </a:r>
          </a:p>
        </p:txBody>
      </p:sp>
      <p:sp>
        <p:nvSpPr>
          <p:cNvPr id="627097974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450698484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2060626059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669650972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340902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6972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07330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4644232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603943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8939672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8279256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3339827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9426367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37570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975199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1745413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013770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26023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9001048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9139279" name="Text">
    </p:cNvPr>
          <p:cNvSpPr>
            <a:spLocks noGrp="1"/>
          </p:cNvSpPr>
          <p:nvPr/>
        </p:nvSpPr>
        <p:spPr>
          <a:xfrm rot="0">
            <a:off x="9702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</a:p>
        </p:txBody>
      </p:sp>
      <p:sp>
        <p:nvSpPr>
          <p:cNvPr id="105489691" name="Text">
    </p:cNvPr>
          <p:cNvSpPr>
            <a:spLocks noGrp="1"/>
          </p:cNvSpPr>
          <p:nvPr/>
        </p:nvSpPr>
        <p:spPr>
          <a:xfrm rot="0">
            <a:off x="93345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636709498" name="Text">
    </p:cNvPr>
          <p:cNvSpPr>
            <a:spLocks noGrp="1"/>
          </p:cNvSpPr>
          <p:nvPr/>
        </p:nvSpPr>
        <p:spPr>
          <a:xfrm rot="0">
            <a:off x="5930900" y="15113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개발 AP 서버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DS Upgrade EWS, GCMS 지원 (To-be ERP 스텐다드 테이블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건) </a:t>
            </a:r>
          </a:p>
        </p:txBody>
      </p:sp>
      <p:sp>
        <p:nvSpPr>
          <p:cNvPr id="1198294359" name="Text">
    </p:cNvPr>
          <p:cNvSpPr>
            <a:spLocks noGrp="1"/>
          </p:cNvSpPr>
          <p:nvPr/>
        </p:nvSpPr>
        <p:spPr>
          <a:xfrm rot="0">
            <a:off x="53086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90465826" name="Text">
    </p:cNvPr>
          <p:cNvSpPr>
            <a:spLocks noGrp="1"/>
          </p:cNvSpPr>
          <p:nvPr/>
        </p:nvSpPr>
        <p:spPr>
          <a:xfrm rot="0">
            <a:off x="889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424334616" name="Text">
    </p:cNvPr>
          <p:cNvSpPr>
            <a:spLocks noGrp="1"/>
          </p:cNvSpPr>
          <p:nvPr/>
        </p:nvSpPr>
        <p:spPr>
          <a:xfrm rot="0">
            <a:off x="711200" y="15113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[자재관리] 입고 확정 시 에러 메세지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[외부 감사] 사용자 권한 부여 증빙 자료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JDK 1.5 -&gt; JDK1.8 업그레이드 검토[서버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모바일상품권 운영 변경 관련 관련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[LPG팀] LPG팀 GCMS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EAI 테스트를 위한 개발 서버 구축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일일 판매 보고 품의서 승인 요청 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[IT운영팀] JDK 1.5 -&gt; JDK1.8 업그레이드 검토[서버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SP155 모니터링 관련 점검 결과 미조회 오류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SP153 모니터링 예외 처리 요청</a:t>
            </a:r>
          </a:p>
        </p:txBody>
      </p:sp>
      <p:sp>
        <p:nvSpPr>
          <p:cNvPr id="167190447" name="Text">
    </p:cNvPr>
          <p:cNvSpPr>
            <a:spLocks noGrp="1"/>
          </p:cNvSpPr>
          <p:nvPr/>
        </p:nvSpPr>
        <p:spPr>
          <a:xfrm rot="0">
            <a:off x="44831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705852923" name="Text">
    </p:cNvPr>
          <p:cNvSpPr>
            <a:spLocks noGrp="1"/>
          </p:cNvSpPr>
          <p:nvPr/>
        </p:nvSpPr>
        <p:spPr>
          <a:xfrm rot="0">
            <a:off x="48514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2126498392" name="Text">
    </p:cNvPr>
          <p:cNvSpPr>
            <a:spLocks noGrp="1"/>
          </p:cNvSpPr>
          <p:nvPr/>
        </p:nvSpPr>
        <p:spPr>
          <a:xfrm rot="0">
            <a:off x="4114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823272066" name="Text">
    </p:cNvPr>
          <p:cNvSpPr>
            <a:spLocks noGrp="1"/>
          </p:cNvSpPr>
          <p:nvPr/>
        </p:nvSpPr>
        <p:spPr>
          <a:xfrm rot="0">
            <a:off x="6604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09864" name="Text">
    </p:cNvPr>
          <p:cNvSpPr>
            <a:spLocks noGrp="1"/>
          </p:cNvSpPr>
          <p:nvPr/>
        </p:nvSpPr>
        <p:spPr>
          <a:xfrm rot="0">
            <a:off x="58801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53920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603866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9332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1186324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9902520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247505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764366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88017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109913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1777906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518129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062398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810526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0484722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74962215" name="Text">
    </p:cNvPr>
          <p:cNvSpPr>
            <a:spLocks noGrp="1"/>
          </p:cNvSpPr>
          <p:nvPr/>
        </p:nvSpPr>
        <p:spPr>
          <a:xfrm rot="0">
            <a:off x="9702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576291599" name="Text">
    </p:cNvPr>
          <p:cNvSpPr>
            <a:spLocks noGrp="1"/>
          </p:cNvSpPr>
          <p:nvPr/>
        </p:nvSpPr>
        <p:spPr>
          <a:xfrm rot="0">
            <a:off x="93345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</a:p>
        </p:txBody>
      </p:sp>
      <p:sp>
        <p:nvSpPr>
          <p:cNvPr id="887852167" name="Text">
    </p:cNvPr>
          <p:cNvSpPr>
            <a:spLocks noGrp="1"/>
          </p:cNvSpPr>
          <p:nvPr/>
        </p:nvSpPr>
        <p:spPr>
          <a:xfrm rot="0">
            <a:off x="5930900" y="1511300"/>
            <a:ext cx="3403600" cy="3797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련 확인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박경근 대리님)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김민주 팀장님, Summary 및 VOC 처리완료보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고서 수신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보너스카드 &gt; 주유소 찾기 &gt; 품질정보 내 초저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유황 경유-1 세탄지수 법적규격 수정 요청 (하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기임에도 혹한기로 설정)</a:t>
            </a:r>
            <a:br/>
          </a:p>
        </p:txBody>
      </p:sp>
      <p:sp>
        <p:nvSpPr>
          <p:cNvPr id="103927763" name="Text">
    </p:cNvPr>
          <p:cNvSpPr>
            <a:spLocks noGrp="1"/>
          </p:cNvSpPr>
          <p:nvPr/>
        </p:nvSpPr>
        <p:spPr>
          <a:xfrm rot="0">
            <a:off x="53086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241644783" name="Text">
    </p:cNvPr>
          <p:cNvSpPr>
            <a:spLocks noGrp="1"/>
          </p:cNvSpPr>
          <p:nvPr/>
        </p:nvSpPr>
        <p:spPr>
          <a:xfrm rot="0">
            <a:off x="889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15402843" name="Text">
    </p:cNvPr>
          <p:cNvSpPr>
            <a:spLocks noGrp="1"/>
          </p:cNvSpPr>
          <p:nvPr/>
        </p:nvSpPr>
        <p:spPr>
          <a:xfrm rot="0">
            <a:off x="711200" y="1511300"/>
            <a:ext cx="3403600" cy="3797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(개발) ESAUSER 운영 데이터 동기화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(개발) 사용자 전체 초기 비밀번호 설정 및 '수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송팀' 로그인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신규 상담사 '노금정'사원님 처리 항목 확인요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(커뮤니케이터 권한 부여)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V240902-0000454-1, 아리랑주유소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(U000025970) 내 담당자 수정 요청 (이장혁 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임님 -&gt; 김수경 책임님)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월별 정기점검 (주응선 책임님)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A61-24-0074, VOCTEST(모의해킹) 내 권한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회수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김민주 팀장님, Summary 수신 요청 (VOC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리완료보고서 건은 보류 요청)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박경근 대리님)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련 확인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보너스카드 &gt; 주유소 찾기 &gt; 품질정보 내 초저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유황 경유-1 세탄지수 법적규격 수정 요청 (하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기임에도 혹한기로 설정)</a:t>
            </a:r>
            <a:br/>
          </a:p>
        </p:txBody>
      </p:sp>
      <p:sp>
        <p:nvSpPr>
          <p:cNvPr id="1288266493" name="Text">
    </p:cNvPr>
          <p:cNvSpPr>
            <a:spLocks noGrp="1"/>
          </p:cNvSpPr>
          <p:nvPr/>
        </p:nvSpPr>
        <p:spPr>
          <a:xfrm rot="0">
            <a:off x="44831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1150186464" name="Text">
    </p:cNvPr>
          <p:cNvSpPr>
            <a:spLocks noGrp="1"/>
          </p:cNvSpPr>
          <p:nvPr/>
        </p:nvSpPr>
        <p:spPr>
          <a:xfrm rot="0">
            <a:off x="48514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br/>
          </a:p>
        </p:txBody>
      </p:sp>
      <p:sp>
        <p:nvSpPr>
          <p:cNvPr id="20777752" name="Text">
    </p:cNvPr>
          <p:cNvSpPr>
            <a:spLocks noGrp="1"/>
          </p:cNvSpPr>
          <p:nvPr/>
        </p:nvSpPr>
        <p:spPr>
          <a:xfrm rot="0">
            <a:off x="4114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</a:p>
        </p:txBody>
      </p:sp>
      <p:sp>
        <p:nvSpPr>
          <p:cNvPr id="1462721265" name="Text">
    </p:cNvPr>
          <p:cNvSpPr>
            <a:spLocks noGrp="1"/>
          </p:cNvSpPr>
          <p:nvPr/>
        </p:nvSpPr>
        <p:spPr>
          <a:xfrm rot="0">
            <a:off x="6604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8304355" name="Text">
    </p:cNvPr>
          <p:cNvSpPr>
            <a:spLocks noGrp="1"/>
          </p:cNvSpPr>
          <p:nvPr/>
        </p:nvSpPr>
        <p:spPr>
          <a:xfrm rot="0">
            <a:off x="58801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71262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096736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878551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2805276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6997752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367591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197868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6991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156611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3516527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146777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16185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129195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6449343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1275657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75061963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43344029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2024.7월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8월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</a:p>
        </p:txBody>
      </p:sp>
      <p:sp>
        <p:nvSpPr>
          <p:cNvPr id="210776342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26999238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8562135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2024.7월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8월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Upgrade에 따른 물류-TAS/RAS/PO_TAS IF테스트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</a:t>
            </a:r>
          </a:p>
        </p:txBody>
      </p:sp>
      <p:sp>
        <p:nvSpPr>
          <p:cNvPr id="15215114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6745243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200535213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</a:p>
        </p:txBody>
      </p:sp>
      <p:sp>
        <p:nvSpPr>
          <p:cNvPr id="211850660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030105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6288134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09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