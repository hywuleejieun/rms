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2024-08-30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[2024.08.27 ~ 2024.09.02]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9월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6288134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09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976064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922816423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5074650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922028211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02748571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552539231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8317523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259651399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790194644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49448753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81838869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572106099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383110530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82819694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04897947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522478750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8251286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9831247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410313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622346839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901383555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323794446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4687905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4483964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3895039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0527508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1496250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01837522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2452667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275848802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4793193" name="Frame"/>
          <p:cNvSpPr>
            <a:spLocks noGrp="1"/>
          </p:cNvSpPr>
          <p:nvPr/>
        </p:nvSpPr>
        <p:spPr>
          <a:xfrm>
            <a:off x="101600" y="28321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33415031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09675019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367336149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326518162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66671002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66272751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763639816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89845429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41820363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운영 AP서버 ESB모듈 설치 및 전문 테스트</a:t>
            </a:r>
          </a:p>
        </p:txBody>
      </p:sp>
      <p:sp>
        <p:nvSpPr>
          <p:cNvPr id="673937188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18876497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</a:p>
        </p:txBody>
      </p:sp>
      <p:sp>
        <p:nvSpPr>
          <p:cNvPr id="942439951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2804657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5060001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5579561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68517626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977404427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42721458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32259389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</a:p>
        </p:txBody>
      </p:sp>
      <p:sp>
        <p:nvSpPr>
          <p:cNvPr id="1830643733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7229865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6972556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3549467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364511282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39340217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73453931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[Mobile] google 정책 사항 변경으로 e-biz 소스 수정 및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마곡 업무용차량 배차관리를 위한 차량사용신청서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 품질관리] EAI 1차 테스트 점검 및 회신 (SPR_QualReq)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2024.6월 결산의 EIS, Yellow Book 반영</a:t>
            </a:r>
          </a:p>
        </p:txBody>
      </p:sp>
      <p:sp>
        <p:nvSpPr>
          <p:cNvPr id="1525923353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20982245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41746601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</a:p>
        </p:txBody>
      </p:sp>
      <p:sp>
        <p:nvSpPr>
          <p:cNvPr id="1185859304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160594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9117100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8958048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571466670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4539746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618862448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생성(ZFIB9060_MIG)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외화 계좌 관련 오류 보완(ZFBR3020)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발주번호 4501199018 구매건 플랜트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[ITSM-115752] SF FTP 접속 정보 변경에 따른 수정</a:t>
            </a:r>
          </a:p>
        </p:txBody>
      </p:sp>
      <p:sp>
        <p:nvSpPr>
          <p:cNvPr id="284506800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14855901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92608789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</a:p>
        </p:txBody>
      </p:sp>
      <p:sp>
        <p:nvSpPr>
          <p:cNvPr id="179687490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5974897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8076982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2839134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97017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762444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3672585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074800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2807249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5637167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395794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078941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210534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098942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497188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27241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4146061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460990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619607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88476532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61539296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고정자산 Migration 프로그램 생성(ZFIB9060_MIG)</a:t>
            </a:r>
          </a:p>
        </p:txBody>
      </p:sp>
      <p:sp>
        <p:nvSpPr>
          <p:cNvPr id="16541792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83059968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98799082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고정자산 Migration 프로그램 생성(ZFIB9060_MIG)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제품 제조원가 검증(ZPCOR2090)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가공비 검증 수정(ZPCOR2070)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외화 계좌 관련 오류 보완(ZFBR3020)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원천세 외화지금 단수차이 함수 적용위한 분석</a:t>
            </a:r>
          </a:p>
        </p:txBody>
      </p:sp>
      <p:sp>
        <p:nvSpPr>
          <p:cNvPr id="186529447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27064593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12882820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70842849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938374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229978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40721274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31168319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</a:p>
        </p:txBody>
      </p:sp>
      <p:sp>
        <p:nvSpPr>
          <p:cNvPr id="185559234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3753985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61058024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발주번호 4501199018 구매건 플랜트 변경 요청</a:t>
            </a:r>
          </a:p>
        </p:txBody>
      </p:sp>
      <p:sp>
        <p:nvSpPr>
          <p:cNvPr id="138637993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82417039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</a:p>
        </p:txBody>
      </p:sp>
      <p:sp>
        <p:nvSpPr>
          <p:cNvPr id="64231600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</a:p>
        </p:txBody>
      </p:sp>
      <p:sp>
        <p:nvSpPr>
          <p:cNvPr id="9412301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200241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02232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369232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2818441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3028851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496848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0015305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1427950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5097654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3590967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96621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3058965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7849188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38898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9181226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85951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</a:p>
        </p:txBody>
      </p:sp>
      <p:sp>
        <p:nvSpPr>
          <p:cNvPr id="70831736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134015132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32556137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27629740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6421186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삼일회계법인 FY24 S-Oil 전산감사 관련 요청자료 취합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DSRFC 통신계정 관련 서버 리소스 처리 내역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HCM Contents Server DB Export 파일 이동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위한 서비스 리스타트 및 서버 리부팅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63285993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33351468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35592598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48405208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459707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779980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43905823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43119369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63532439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91656595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37216398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15</a:t>
            </a:r>
          </a:p>
        </p:txBody>
      </p:sp>
      <p:sp>
        <p:nvSpPr>
          <p:cNvPr id="139327583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</a:p>
        </p:txBody>
      </p:sp>
      <p:sp>
        <p:nvSpPr>
          <p:cNvPr id="7951340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</a:p>
        </p:txBody>
      </p:sp>
      <p:sp>
        <p:nvSpPr>
          <p:cNvPr id="107120226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</a:p>
        </p:txBody>
      </p:sp>
      <p:sp>
        <p:nvSpPr>
          <p:cNvPr id="57786438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510004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90123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7782945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620520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8976804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1638557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798116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106827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57166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137229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5749660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8310431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6097365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5356482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5602974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911343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84285287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96173607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43239248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80494110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99317599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58684028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93475538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82605153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53567157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599296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8654274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1486329005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</a:p>
        </p:txBody>
      </p:sp>
      <p:sp>
        <p:nvSpPr>
          <p:cNvPr id="714117597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[HRDK9116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70]사무직 Job Rotation 관련 HCM 시스템 개발</a:t>
            </a:r>
          </a:p>
        </p:txBody>
      </p:sp>
      <p:sp>
        <p:nvSpPr>
          <p:cNvPr id="1174111263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337403022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727834921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[ITSM-115837] 특근명령서 시작/종료시간 동일할때 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외처리- [ITSM-115752] SF FTP 접속 정보 변경에 따른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업무분석 및 화면설계- successfactor 관련 기준정보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작성(48개 항목)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oData 개발(~8/30)- 육아휴직종료 안내메일서식 깨짐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문제 원인분석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[ITSM-116076] 해외출장명령서 삭제- [HRDK911670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]사무직 Job Rotation 관련 HCM 시스템 개발 : oData 개발(~8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oData 개발(~9/4)- [ITSM-116128] 뉴펜션 가입안내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메일 내용 수정</a:t>
            </a:r>
          </a:p>
        </p:txBody>
      </p:sp>
      <p:sp>
        <p:nvSpPr>
          <p:cNvPr id="97620961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</a:p>
        </p:txBody>
      </p:sp>
      <p:sp>
        <p:nvSpPr>
          <p:cNvPr id="479409208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</a:p>
        </p:txBody>
      </p:sp>
      <p:sp>
        <p:nvSpPr>
          <p:cNvPr id="1793520242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</a:p>
        </p:txBody>
      </p:sp>
      <p:sp>
        <p:nvSpPr>
          <p:cNvPr id="1311391406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6776337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59849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3596247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71083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8626996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9507917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9182244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713912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937928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4505497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115447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756062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06223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98678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6535993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2058795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30103979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63665320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</a:p>
        </p:txBody>
      </p:sp>
      <p:sp>
        <p:nvSpPr>
          <p:cNvPr id="81256645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6074692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8894066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확정기여(DC)형 퇴직연금 전환 신청현황 화면 개선</a:t>
            </a:r>
          </a:p>
        </p:txBody>
      </p:sp>
      <p:sp>
        <p:nvSpPr>
          <p:cNvPr id="98910221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08678181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8/29</a:t>
            </a:r>
            <a:br/>
          </a:p>
        </p:txBody>
      </p:sp>
      <p:sp>
        <p:nvSpPr>
          <p:cNvPr id="190715768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</a:p>
        </p:txBody>
      </p:sp>
      <p:sp>
        <p:nvSpPr>
          <p:cNvPr id="166038250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041237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600737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41094501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10265495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96077962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94138557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52075819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39141676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46116101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35967032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52556242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520181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76846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8806447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8828089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5856378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7113804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9347527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7953392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1603828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8966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471482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6248610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153637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0926252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6944215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0568047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207692339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206932784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ITSM-116092PP거래처 e-Biz 계정 생성 요청 - 주식회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 유연케미칼</a:t>
            </a:r>
          </a:p>
        </p:txBody>
      </p:sp>
      <p:sp>
        <p:nvSpPr>
          <p:cNvPr id="157182450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9201706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39443947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ITSM-116092PP거래처 e-Biz 계정 생성 요청 - 주식회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 유연케미칼</a:t>
            </a:r>
          </a:p>
        </p:txBody>
      </p:sp>
      <p:sp>
        <p:nvSpPr>
          <p:cNvPr id="147499778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1864898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</a:p>
        </p:txBody>
      </p:sp>
      <p:sp>
        <p:nvSpPr>
          <p:cNvPr id="202498506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205388340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920274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538501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90804896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43061806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88489236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63787238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1515196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[ITSM-116065]RTS Dashboard CARD 수신처 수정 요청</a:t>
            </a:r>
          </a:p>
        </p:txBody>
      </p:sp>
      <p:sp>
        <p:nvSpPr>
          <p:cNvPr id="98825815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209772595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66206907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</a:p>
        </p:txBody>
      </p:sp>
      <p:sp>
        <p:nvSpPr>
          <p:cNvPr id="83461797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521061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4013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2331639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602756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1968780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46196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7774837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208278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4153523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128144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979499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2062347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6089527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0684901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4597690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3769452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27365623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</a:p>
        </p:txBody>
      </p:sp>
      <p:sp>
        <p:nvSpPr>
          <p:cNvPr id="13944505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PRM에서 CRM에 공유되는 View Table 정보추가 요청</a:t>
            </a:r>
          </a:p>
        </p:txBody>
      </p:sp>
      <p:sp>
        <p:nvSpPr>
          <p:cNvPr id="8477731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38478672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3489316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PRM에서 CRM에 공유되는 View Table 정보추가 요청</a:t>
            </a:r>
          </a:p>
        </p:txBody>
      </p:sp>
      <p:sp>
        <p:nvSpPr>
          <p:cNvPr id="81629584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50215463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98%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87259027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</a:p>
        </p:txBody>
      </p:sp>
      <p:sp>
        <p:nvSpPr>
          <p:cNvPr id="100602093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819458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886391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1275997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14330922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SAP 개발로 인한 ATSS DB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변경으로 인한 정보 수정</a:t>
            </a:r>
          </a:p>
        </p:txBody>
      </p:sp>
      <p:sp>
        <p:nvSpPr>
          <p:cNvPr id="82275392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3144647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14153253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V3 HIPS 모듈 ON 으로 인한 서버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google 정책 사항 변경으로 e-biz 소스 수정 및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SAP 개발로 인한 ATSS DB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ITSM-115041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대결자 배치 장애 복구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계정 사용자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ITSM-115075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ITSM-115322 배포상태 변경ITSM-115809 작업유형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ITSM-115075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ITSM-116134 견적서 삭제</a:t>
            </a:r>
          </a:p>
        </p:txBody>
      </p:sp>
      <p:sp>
        <p:nvSpPr>
          <p:cNvPr id="57461777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10737623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72851944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210690705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862355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41397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093335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3038212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3523369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4291563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6322157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551025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7828989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263608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3218267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358695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985129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964360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2661948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60929482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301560375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</a:p>
        </p:txBody>
      </p:sp>
      <p:sp>
        <p:nvSpPr>
          <p:cNvPr id="412592355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재가동을 위한 A360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및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Naphtha/Gasoline/Je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t/Diesel Market Movement 작성 및 보고' 작업 개발</a:t>
            </a:r>
          </a:p>
        </p:txBody>
      </p:sp>
      <p:sp>
        <p:nvSpPr>
          <p:cNvPr id="1822174912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629576535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991163278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재가동을 위한 A360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및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ERP Upgrade 작업으로 인한 EAI 인터페이스 데이터전송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개발서버 정상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파일서버 접근 불가 문의 및 RPA 수기처리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'환율주가 SMS 전송' 작업 실패 원인확인 및 엑셍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수정.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'구매자금 추심결과' 작업 미수행 원인 확인 및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ERP Upgrade 작업으로 인한 EAI 인터페이스 데이터전송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개발서버 정상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'구매요구서 및 기술검수증 생성' 작업 담당자요청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LOPAS, PRM EAI 실행이력 확인 및 코드, I/F정의서 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 재고현황' 작업 웹페이지 위치변경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예외처리</a:t>
            </a:r>
          </a:p>
        </p:txBody>
      </p:sp>
      <p:sp>
        <p:nvSpPr>
          <p:cNvPr id="518427839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327242637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2015457103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544191046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6222100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43857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494804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981152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3751393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3555669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2458536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2355015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147069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1735629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8078342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3143899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589326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302397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7387966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1297056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74304743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4646682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9841588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47603298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37796368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업무용차량 배차관리를 위한 차량사용신청서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(비용신청서 포함) 및 GAS 일부 변경</a:t>
            </a:r>
          </a:p>
        </p:txBody>
      </p:sp>
      <p:sp>
        <p:nvSpPr>
          <p:cNvPr id="101193425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4143517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35881024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</a:p>
        </p:txBody>
      </p:sp>
      <p:sp>
        <p:nvSpPr>
          <p:cNvPr id="209630420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33132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1198081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194776061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589550652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ITSM-115639OSPM(외주용역관리) 결재 대행자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지정 기능 추가 요청</a:t>
            </a:r>
          </a:p>
        </p:txBody>
      </p:sp>
      <p:sp>
        <p:nvSpPr>
          <p:cNvPr id="742498287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499066481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682712986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ITSM-115825, ITSM-115843, ITSM-115847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ITSM-115905, ITSM-115916, ITSM-115950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ITSM-115962, ITSM-115972, ITSM-115978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ITSM-115992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ITSM-115972, ITSM-115978, ITSM-116030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ITSM-116022, ITSM-116021, ITSM-116052, ITSM-11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6068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ITSM-116100, ITSM-116122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ITSM-116170</a:t>
            </a:r>
          </a:p>
        </p:txBody>
      </p:sp>
      <p:sp>
        <p:nvSpPr>
          <p:cNvPr id="361688196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898672445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601621382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20174312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4873350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73960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790482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233937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5941007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8038553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6494012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098250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56129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523595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0954806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389004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1834453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6734378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2217095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90575584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637183587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1063746616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83361188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455003918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806150576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ERS-CP연계시 xls파일 변환시 오류 확인 및 변환서버 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pool service 재실행 , 재개정 처리 완료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ARO22-P-0020 U-48500,ARO22-W-0013 Heater 규정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관리 기안지 개정시 문서 미선택으로 개정 실패. 재개정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RI-169 관련 RBI 구 DB서버 연계 제외로 인해 관련  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 주석처리 및 테스트, 전산 연계 스케줄러 제외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시행차수년도 추가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조회 지연 원인 파악 및 조치 요청, 테스트 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서비스 정상 확인(통합 DB를 공유하는 EWS  일배치 실행으로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인한 DB자원 과점유로 인한 오류, 해당 배치 실행 제한으로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우선 해결)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교육출장비 신청서 전표생성시 전자결재 작업시간 지연으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 인해 전자결재시스템에 전표 리턴 오류 확인, 생성된 전표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번호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 교육 근태 발생시 CP 사원 검색 상태에 교육 상태로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연계되는지 확인 요청 </a:t>
            </a:r>
          </a:p>
        </p:txBody>
      </p:sp>
      <p:sp>
        <p:nvSpPr>
          <p:cNvPr id="1873120320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</a:p>
        </p:txBody>
      </p:sp>
      <p:sp>
        <p:nvSpPr>
          <p:cNvPr id="1417955021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</a:p>
        </p:txBody>
      </p:sp>
      <p:sp>
        <p:nvSpPr>
          <p:cNvPr id="965711340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</a:p>
        </p:txBody>
      </p:sp>
      <p:sp>
        <p:nvSpPr>
          <p:cNvPr id="1872970566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0758910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86607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288966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9165890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2775305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410743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6372636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2186299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2035718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9824308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715509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538942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0620763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846550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8184009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0760563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</a:p>
        </p:txBody>
      </p:sp>
      <p:sp>
        <p:nvSpPr>
          <p:cNvPr id="5513294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44517961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JDK 1.5 -&gt; JDK1.8 업그레이드 검토[서버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JDK 1.5 -&gt; JDK1.8 업그레이드 검토[서버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입고 확정 시 에러 메세지 확인 요청(protocal 에러)</a:t>
            </a:r>
          </a:p>
        </p:txBody>
      </p:sp>
      <p:sp>
        <p:nvSpPr>
          <p:cNvPr id="187141987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56844974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69535502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JDK 1.5 -&gt; JDK1.8 업그레이드 검토[서버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[SAP DS Upgrade] 문의 사항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SAP DS Batch 실패 원인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입고 확정 시 에러 메세지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[ERP Upgrade] WMS 문의 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JDK 1.5 -&gt; JDK1.8 업그레이드 검토[서버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충남 지사 신규 사용자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[WMS, EWS] DB 서버 HIPS_Enable 작업 관련 서버 메모리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량 99% 서버 재 기동</a:t>
            </a:r>
          </a:p>
        </p:txBody>
      </p:sp>
      <p:sp>
        <p:nvSpPr>
          <p:cNvPr id="95515977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</a:p>
        </p:txBody>
      </p:sp>
      <p:sp>
        <p:nvSpPr>
          <p:cNvPr id="1861692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</a:p>
        </p:txBody>
      </p:sp>
      <p:sp>
        <p:nvSpPr>
          <p:cNvPr id="61242872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</a:p>
        </p:txBody>
      </p:sp>
      <p:sp>
        <p:nvSpPr>
          <p:cNvPr id="68818898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454992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6966435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135496837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</a:p>
        </p:txBody>
      </p:sp>
      <p:sp>
        <p:nvSpPr>
          <p:cNvPr id="107529866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 * 운영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신규 상담사 '노금정'사원님 처리 항목 확인요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(커뮤니케이터 권한 부여)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련 확인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보너스카드 &gt; 주유소 찾기 &gt; 품질정보 내 초저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유황 경유-1 세탄지수 법적규격 수정 요청 (하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기임에도 혹한기로 설정)</a:t>
            </a:r>
            <a:br/>
          </a:p>
        </p:txBody>
      </p:sp>
      <p:sp>
        <p:nvSpPr>
          <p:cNvPr id="1698051113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56425859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864279630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물류물류(SLO) I/F 테스트 (DEV, 조우리님)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물류(SLO) I/F 테스트 (DEV, 배치 및 EAI 점검)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 * 운영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V240823-0000569-1 '접수(2선)' 상태 변경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V240823-0000260-1 '완료' 상태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신규 상담사 '노금정'사원님 처리 항목 확인요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(커뮤니케이터 권한 부여)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련 확인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EAI 1차 테스트 점검 및 회신 (SPR_QualReq)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보너스카드 &gt; 주유소 찾기 &gt; 품질정보 내 초저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유황 경유-1 세탄지수 법적규격 수정 요청 (하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기임에도 혹한기로 설정)</a:t>
            </a:r>
            <a:br/>
          </a:p>
        </p:txBody>
      </p:sp>
      <p:sp>
        <p:nvSpPr>
          <p:cNvPr id="1939800098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668792068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br/>
          </a:p>
        </p:txBody>
      </p:sp>
      <p:sp>
        <p:nvSpPr>
          <p:cNvPr id="46503463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</a:p>
        </p:txBody>
      </p:sp>
      <p:sp>
        <p:nvSpPr>
          <p:cNvPr id="789142429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4252622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37300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4902681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9290684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3913458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4528226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6154143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3952464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880194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383099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9806098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3231029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3829430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269671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5886228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8964396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4371688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102732112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2024.7월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운영 AP서버 ESB모듈 설치 및 전문 테스트</a:t>
            </a:r>
          </a:p>
        </p:txBody>
      </p:sp>
      <p:sp>
        <p:nvSpPr>
          <p:cNvPr id="205922037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56219367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2511714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7월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2024.7월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EAI시스템 신용보증기금 서버인증서 만료에 따른 RC,ES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B모듈 인증서 갱신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Upgrade에 따른 물류-TAS/RAS IF테스트 지원</a:t>
            </a:r>
          </a:p>
        </p:txBody>
      </p:sp>
      <p:sp>
        <p:nvSpPr>
          <p:cNvPr id="59959782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81785734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7437702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94344454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2652782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6288134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공현호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09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