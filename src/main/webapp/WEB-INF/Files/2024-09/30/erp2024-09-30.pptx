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38978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9244219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2148483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8147364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296522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2610882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9200667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6978817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5130028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4692117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1180074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7112341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0908251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0735277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4646652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</a:p>
        </p:txBody>
      </p:sp>
      <p:sp>
        <p:nvSpPr>
          <p:cNvPr id="103103176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189288588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SAP 관세 및 수입부과금 마스터데이터 일괄 업로드 프로그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램 생성</a:t>
            </a:r>
          </a:p>
        </p:txBody>
      </p:sp>
      <p:sp>
        <p:nvSpPr>
          <p:cNvPr id="143649570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62118727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214044465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 휴가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전자결재요청 화면에서 증빙유형 E Defalut 값으로 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정(ZEAM8000)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SAP 관세 및 수입부과금 마스터데이터 일괄 업로드 프로그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램 생성</a:t>
            </a:r>
          </a:p>
        </p:txBody>
      </p:sp>
      <p:sp>
        <p:nvSpPr>
          <p:cNvPr id="36946473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97812418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135591501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19514828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377676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715137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80911478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</a:p>
        </p:txBody>
      </p:sp>
      <p:sp>
        <p:nvSpPr>
          <p:cNvPr id="91973355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1차 통합테스트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유산스 차입 프로그램 및 환경 보완</a:t>
            </a:r>
            <a:br/>
          </a:p>
        </p:txBody>
      </p:sp>
      <p:sp>
        <p:nvSpPr>
          <p:cNvPr id="34611766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7983515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69436445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1차 통합테스트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유산스 차입 프로그램 및 환경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선박 카테고리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기성보고서 금액 수정 요청 및 첨부파일 변경</a:t>
            </a:r>
            <a:br/>
          </a:p>
        </p:txBody>
      </p:sp>
      <p:sp>
        <p:nvSpPr>
          <p:cNvPr id="110942051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</a:p>
        </p:txBody>
      </p:sp>
      <p:sp>
        <p:nvSpPr>
          <p:cNvPr id="154663477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</a:p>
        </p:txBody>
      </p:sp>
      <p:sp>
        <p:nvSpPr>
          <p:cNvPr id="123265634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</a:p>
        </p:txBody>
      </p:sp>
      <p:sp>
        <p:nvSpPr>
          <p:cNvPr id="110880395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46797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51405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1412669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0485193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9407927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7144623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75689042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0686097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582832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0674141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360320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3570467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7384447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8982535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8456268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6731260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</a:p>
        </p:txBody>
      </p:sp>
      <p:sp>
        <p:nvSpPr>
          <p:cNvPr id="79138647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82322459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78182823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14584406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93737172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'24년 9월 SAP시스템 인프라 취약점 조치 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업무 자동화 툴 관련 RPA 계정 만료 정책 예외처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HCM개발 Remote Client Copy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22207443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84139851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21022074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</a:p>
        </p:txBody>
      </p:sp>
      <p:sp>
        <p:nvSpPr>
          <p:cNvPr id="10809675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212926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4546862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</a:p>
        </p:txBody>
      </p:sp>
      <p:sp>
        <p:nvSpPr>
          <p:cNvPr id="138158901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60657629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6603129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2741555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40913251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실습 만들기</a:t>
            </a:r>
          </a:p>
        </p:txBody>
      </p:sp>
      <p:sp>
        <p:nvSpPr>
          <p:cNvPr id="141197747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73485499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94565280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</a:p>
        </p:txBody>
      </p:sp>
      <p:sp>
        <p:nvSpPr>
          <p:cNvPr id="92057889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1954579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92922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5058325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4563263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1625270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4445873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3419944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913961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449309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5737249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1990601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5232770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218746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5204188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8227253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5854953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2586808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31590498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85568542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41716397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45501869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 Upgrade 1차 통합테스트 출장 </a:t>
            </a:r>
          </a:p>
        </p:txBody>
      </p:sp>
      <p:sp>
        <p:nvSpPr>
          <p:cNvPr id="76599700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46713505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75631174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</a:p>
        </p:txBody>
      </p:sp>
      <p:sp>
        <p:nvSpPr>
          <p:cNvPr id="19432350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955811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3408043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br/>
            <a:br/>
          </a:p>
        </p:txBody>
      </p:sp>
      <p:sp>
        <p:nvSpPr>
          <p:cNvPr id="1379243309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br/>
          </a:p>
        </p:txBody>
      </p:sp>
      <p:sp>
        <p:nvSpPr>
          <p:cNvPr id="1889765366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변경- [ITSM-1160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88] 방염작업복 신청신청 내역 필드추가- [ITSM-117072] 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정변동공제 해당 급여일의 근태 반영 현황 항목 표기 추가</a:t>
            </a:r>
          </a:p>
        </p:txBody>
      </p:sp>
      <p:sp>
        <p:nvSpPr>
          <p:cNvPr id="1802562986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530339544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626350702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기준일자 인포타입(pa0041) 생성로직 파악(계속)- 특근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확인서 전자결재 오류 2건 완료처리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[ITSM-116922] 임시공휴일(10/1), 대체휴무일(12/6)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지정 근태달력 생성 및 후속작업- [ITSM-116998] 휴가신청서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의 경조휴가 선택시 안내창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[ITSM-116981] 학자금 신청관리, 영유아 보육지원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관리 상세화면에 입사일자 추가- [ITSM-117107] 국내/해외출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장 신청 리스트화면의 매뉴얼 연결오류수정- 프로젝트 지원 :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일자명세 데이터 생성로직 분석 및 현황자료 제공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[ITSM-117072] 고정변동공제 해당 급여일의 근태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현황 항목 표기 추가(50%)- 프로젝트 지원 : 단위업무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오류 원인조사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[ITSM-117072] 고정변동공제 해당 급여일의 근태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현황 항목 표기 추가(70%)- 문의대응 : 복합발령(조직변경/보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직변경/부서이동) 관련 문의 대응 외</a:t>
            </a:r>
          </a:p>
        </p:txBody>
      </p:sp>
      <p:sp>
        <p:nvSpPr>
          <p:cNvPr id="1235612933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br/>
          </a:p>
        </p:txBody>
      </p:sp>
      <p:sp>
        <p:nvSpPr>
          <p:cNvPr id="626285606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9/25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br/>
          </a:p>
        </p:txBody>
      </p:sp>
      <p:sp>
        <p:nvSpPr>
          <p:cNvPr id="1191680436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br/>
          </a:p>
        </p:txBody>
      </p:sp>
      <p:sp>
        <p:nvSpPr>
          <p:cNvPr id="1208888592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8433737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96641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9086207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0729013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8647375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5512429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1247254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3033265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624638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139500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8997654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1218940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8569378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1372291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5986268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6614242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24500446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</a:p>
        </p:txBody>
      </p:sp>
      <p:sp>
        <p:nvSpPr>
          <p:cNvPr id="11623463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TS 업무 분석 및 I/F 테스트 </a:t>
            </a:r>
          </a:p>
        </p:txBody>
      </p:sp>
      <p:sp>
        <p:nvSpPr>
          <p:cNvPr id="151501412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113438863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59332798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PP, PM I/F 테스트 -&gt; PP TAS RAS/PP WMS -&gt; PM 전자결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제, OSPM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TS 업무 분석 및 I/F 테스트 -&gt; I/F 테스트의 경우 HANA에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진행     ( 현재 HANA ID가 아직 나오지 않음  )</a:t>
            </a:r>
          </a:p>
        </p:txBody>
      </p:sp>
      <p:sp>
        <p:nvSpPr>
          <p:cNvPr id="122622448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203560541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br/>
          </a:p>
        </p:txBody>
      </p:sp>
      <p:sp>
        <p:nvSpPr>
          <p:cNvPr id="136404500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</a:p>
        </p:txBody>
      </p:sp>
      <p:sp>
        <p:nvSpPr>
          <p:cNvPr id="43435607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572421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88057659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16607064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49254197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 자영대리점 거래처 관리업무 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소화 추진(2차)</a:t>
            </a:r>
            <a:br/>
          </a:p>
        </p:txBody>
      </p:sp>
      <p:sp>
        <p:nvSpPr>
          <p:cNvPr id="1922568903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826824679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892550059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 자영대리점 거래처 관리업무 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소화 추진(2차)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 ERP Upgrade 프로젝트 소스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 PP 인보이스 출력 관련 기능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 자가수송 최적출하지 우선순위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프로그램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ITSM-115542 UET의 전산작업 중 벌크선적작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업의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 [ERP Upgrade] 수송비 분석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포트 개발을 위한 ERP 데이터 적재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ITSM-117162 할인할증 신규 ERP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CODE(zpsdr9050, zpsdr9055) 관련, 할인할증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입력 기준 확대 및 코드 권한 부여</a:t>
            </a:r>
            <a:br/>
          </a:p>
        </p:txBody>
      </p:sp>
      <p:sp>
        <p:nvSpPr>
          <p:cNvPr id="237419168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</a:p>
        </p:txBody>
      </p:sp>
      <p:sp>
        <p:nvSpPr>
          <p:cNvPr id="1008377737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br/>
          </a:p>
        </p:txBody>
      </p:sp>
      <p:sp>
        <p:nvSpPr>
          <p:cNvPr id="1224961524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br/>
          </a:p>
        </p:txBody>
      </p:sp>
      <p:sp>
        <p:nvSpPr>
          <p:cNvPr id="1239468578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5263492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