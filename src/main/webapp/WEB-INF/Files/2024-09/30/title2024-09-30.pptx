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[2024.09.24 ~ 2024.09.30]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9월 6주차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