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76846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880644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28089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856378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11380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934752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795339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160382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896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471482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6248610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53637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092625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6944215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568047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207692339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6932784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</a:p>
        </p:txBody>
      </p:sp>
      <p:sp>
        <p:nvSpPr>
          <p:cNvPr id="157182450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2017064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9443947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ITSM-114479 e-biz 내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ITSM-116092PP거래처 e-Biz 계정 생성 요청 - 주식회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사 유연케미칼</a:t>
            </a:r>
          </a:p>
        </p:txBody>
      </p:sp>
      <p:sp>
        <p:nvSpPr>
          <p:cNvPr id="147499778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8648985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</a:p>
        </p:txBody>
      </p:sp>
      <p:sp>
        <p:nvSpPr>
          <p:cNvPr id="20249850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538834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2920274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538501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90804896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</a:p>
        </p:txBody>
      </p:sp>
      <p:sp>
        <p:nvSpPr>
          <p:cNvPr id="143061806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</a:p>
        </p:txBody>
      </p:sp>
      <p:sp>
        <p:nvSpPr>
          <p:cNvPr id="88489236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6378723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5151968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[ITSM-116065]RTS Dashboard CARD 수신처 수정 요청</a:t>
            </a:r>
          </a:p>
        </p:txBody>
      </p:sp>
      <p:sp>
        <p:nvSpPr>
          <p:cNvPr id="98825815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97725958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66206907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</a:p>
        </p:txBody>
      </p:sp>
      <p:sp>
        <p:nvSpPr>
          <p:cNvPr id="83461797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521061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4013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233163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02756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1968780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5461962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7774837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082785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4153523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128144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979499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2062347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089527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684901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597690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3769452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27365623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3944505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8477731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3847867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3489316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영업시설물지원 추가 소스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권한부여 및 직전1년 미거래시 거래처마스터 자동 오더보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PRM에서 CRM에 공유되는 View Table 정보추가 요청</a:t>
            </a:r>
          </a:p>
        </p:txBody>
      </p:sp>
      <p:sp>
        <p:nvSpPr>
          <p:cNvPr id="81629584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50215463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98%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87259027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</a:p>
        </p:txBody>
      </p:sp>
      <p:sp>
        <p:nvSpPr>
          <p:cNvPr id="100602093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819458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886391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1275997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4330922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거리 및 요율 변경으로 인한 정보 수정</a:t>
            </a:r>
          </a:p>
        </p:txBody>
      </p:sp>
      <p:sp>
        <p:nvSpPr>
          <p:cNvPr id="82275392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3144647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415325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V3 HIPS 모듈 ON 으로 인한 서버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google 정책 사항 변경으로 e-biz 소스 수정 및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SAP 개발로 인한 ATSS DB TEST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ITSM-115041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대결자 배치 장애 복구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계정 사용자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ITSM-115075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ITSM-115322 배포상태 변경ITSM-115809 작업유형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변경ITSM-113287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ITSM-115075 배포상태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ITSM-116134 견적서 삭제</a:t>
            </a:r>
          </a:p>
        </p:txBody>
      </p:sp>
      <p:sp>
        <p:nvSpPr>
          <p:cNvPr id="57461777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10737623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72851944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10690705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486235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4139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7093335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3038212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352336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1429156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632215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55102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782898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263608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218267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35869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85129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64360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2661948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929482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301560375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</a:p>
        </p:txBody>
      </p:sp>
      <p:sp>
        <p:nvSpPr>
          <p:cNvPr id="412592355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</a:p>
        </p:txBody>
      </p:sp>
      <p:sp>
        <p:nvSpPr>
          <p:cNvPr id="182217491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29576535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991163278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재가동을 위한 A360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및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파일서버 접근 불가 문의 및 RPA 수기처리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'환율주가 SMS 전송' 작업 실패 원인확인 및 엑셍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수정.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'구매자금 추심결과' 작업 미수행 원인 확인 및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ERP Upgrade 작업으로 인한 EAI 인터페이스 데이터전송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개발서버 정상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'구매요구서 및 기술검수증 생성' 작업 담당자요청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LOPAS, PRM EAI 실행이력 확인 및 코드, I/F정의서 담당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 재고현황' 작업 웹페이지 위치변경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예외처리</a:t>
            </a:r>
          </a:p>
        </p:txBody>
      </p:sp>
      <p:sp>
        <p:nvSpPr>
          <p:cNvPr id="518427839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327242637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2015457103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544191046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6222100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43857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494804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298115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3751393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3555669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245853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235501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914706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173562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8078342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3143899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589326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3302397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7387966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1297056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7430474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646682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</a:p>
        </p:txBody>
      </p:sp>
      <p:sp>
        <p:nvSpPr>
          <p:cNvPr id="984158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60329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77963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마곡 업무용차량 배차관리를 위한 차량사용신청서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(비용신청서 포함) 및 GAS 일부 변경</a:t>
            </a:r>
          </a:p>
        </p:txBody>
      </p:sp>
      <p:sp>
        <p:nvSpPr>
          <p:cNvPr id="10119342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14351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35881024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  <a:br/>
          </a:p>
        </p:txBody>
      </p:sp>
      <p:sp>
        <p:nvSpPr>
          <p:cNvPr id="20963042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33132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1198081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194776061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</a:p>
        </p:txBody>
      </p:sp>
      <p:sp>
        <p:nvSpPr>
          <p:cNvPr id="589550652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ITSM-115639OSPM(외주용역관리) 결재 대행자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지정 기능 추가 요청</a:t>
            </a:r>
          </a:p>
        </p:txBody>
      </p:sp>
      <p:sp>
        <p:nvSpPr>
          <p:cNvPr id="742498287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499066481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82712986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ITSM-115825, ITSM-115843, ITSM-115847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ITSM-115905, ITSM-115916, ITSM-115950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ITSM-115962, ITSM-115972, ITSM-115978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ITSM-115992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ITSM-115972, ITSM-115978, ITSM-116030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ITSM-116022, ITSM-116021, ITSM-116052, ITSM-11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ITSM-116100, ITSM-116122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ITSM-116170</a:t>
            </a:r>
          </a:p>
        </p:txBody>
      </p:sp>
      <p:sp>
        <p:nvSpPr>
          <p:cNvPr id="361688196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98672445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601621382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0174312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4873350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73960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904825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623393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941007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8038553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649401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09825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56129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352359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954806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7389004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183445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6734378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221709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90575584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637183587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063746616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83361188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45500391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806150576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ERS-CP연계시 xls파일 변환시 오류 확인 및 변환서버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pool service 재실행 , 재개정 처리 완료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ARO22-P-0020 U-48500,ARO22-W-0013 Heater 규정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기안지 개정시 문서 미선택으로 개정 실패.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RI-169 관련 RBI 구 DB서버 연계 제외로 인해 관련  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스 주석처리 및 테스트, 전산 연계 스케줄러 제외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시행차수년도 추가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조회 지연 원인 파악 및 조치 요청, 테스트 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서비스 정상 확인(통합 DB를 공유하는 EWS  일배치 실행으로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인한 DB자원 과점유로 인한 오류, 해당 배치 실행 제한으로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우선 해결)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교육출장비 신청서 전표생성시 전자결재 작업시간 지연으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 인해 전자결재시스템에 전표 리턴 오류 확인, 생성된 전표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번호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 교육 근태 발생시 CP 사원 검색 상태에 교육 상태로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연계되는지 확인 요청 </a:t>
            </a:r>
          </a:p>
        </p:txBody>
      </p:sp>
      <p:sp>
        <p:nvSpPr>
          <p:cNvPr id="1873120320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141795502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965711340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</a:p>
        </p:txBody>
      </p:sp>
      <p:sp>
        <p:nvSpPr>
          <p:cNvPr id="1872970566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758910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86607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88966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165890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775305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410743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372636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186299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03571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9824308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15509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53894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062076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84655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8184009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0760563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55132942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44517961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에러 메세지 확인 요청(protocal 에러)</a:t>
            </a:r>
          </a:p>
        </p:txBody>
      </p:sp>
      <p:sp>
        <p:nvSpPr>
          <p:cNvPr id="187141987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684497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69535502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문의 사항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SAP DS Batch 실패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 시 에러 메세지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WMS 문의 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JDK 1.5 -&gt; JDK1.8 업그레이드 검토[서버 OS EOS]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충남 지사 신규 사용자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[WMS, EWS] DB 서버 HIPS_Enable 작업 관련 서버 메모리 사용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량 99% 서버 재 기동</a:t>
            </a:r>
          </a:p>
        </p:txBody>
      </p:sp>
      <p:sp>
        <p:nvSpPr>
          <p:cNvPr id="95515977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1861692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6124287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</a:p>
        </p:txBody>
      </p:sp>
      <p:sp>
        <p:nvSpPr>
          <p:cNvPr id="6881889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454992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6966435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35496837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107529866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69805111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56425859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64279630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물류물류(SLO) I/F 테스트 (DEV, 조우리님)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물류(SLO) I/F 테스트 (DEV, 배치 및 EAI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V240823-0000569-1 '접수(2선)' 상태 변경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V240823-0000260-1 '완료' 상태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신규 상담사 '노금정'사원님 처리 항목 확인요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(커뮤니케이터 권한 부여)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련 확인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EAI 1차 테스트 점검 및 회신 (SPR_QualReq)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보너스카드 &gt; 주유소 찾기 &gt; 품질정보 내 초저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유황 경유-1 세탄지수 법적규격 수정 요청 (하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기임에도 혹한기로 설정)</a:t>
            </a:r>
            <a:br/>
          </a:p>
        </p:txBody>
      </p:sp>
      <p:sp>
        <p:nvSpPr>
          <p:cNvPr id="1939800098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66879206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br/>
          </a:p>
        </p:txBody>
      </p:sp>
      <p:sp>
        <p:nvSpPr>
          <p:cNvPr id="46503463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08/20</a:t>
            </a:r>
            <a:br/>
            <a:br/>
            <a:br/>
          </a:p>
        </p:txBody>
      </p:sp>
      <p:sp>
        <p:nvSpPr>
          <p:cNvPr id="789142429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14252622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37300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902681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290684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391345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4528226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6154143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952464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880194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3830990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980609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23102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382943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269671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5886228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96439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4371688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02732112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05922037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6219367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251171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2024.6월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7월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2024.7월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EAI시스템 신용보증기금 서버인증서 만료에 따른 RC,ES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B모듈 인증서 갱신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Upgrade에 따른 물류-TAS/RAS IF테스트 지원</a:t>
            </a:r>
          </a:p>
        </p:txBody>
      </p:sp>
      <p:sp>
        <p:nvSpPr>
          <p:cNvPr id="5995978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817857349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7437702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</a:p>
        </p:txBody>
      </p:sp>
      <p:sp>
        <p:nvSpPr>
          <p:cNvPr id="9434445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652782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