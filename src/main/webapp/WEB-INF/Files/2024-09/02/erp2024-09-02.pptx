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9701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6244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67258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7480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80724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63716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3957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07894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10534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98942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97188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27241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14606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46099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61960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847653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6153929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6541792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305996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879908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검증 수정(ZPCOR2070)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외화 계좌 관련 오류 보완(ZFBR3020)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원천세 외화지금 단수차이 함수 적용위한 분석</a:t>
            </a:r>
          </a:p>
        </p:txBody>
      </p:sp>
      <p:sp>
        <p:nvSpPr>
          <p:cNvPr id="18652944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7064593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2882820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7084284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3837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2997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072127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3116831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18555923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375398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105802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발주번호 4501199018 구매건 플랜트 변경 요청</a:t>
            </a:r>
          </a:p>
        </p:txBody>
      </p:sp>
      <p:sp>
        <p:nvSpPr>
          <p:cNvPr id="13863799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241703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64231600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9412301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200241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02232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36923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81844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2885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9684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01530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42795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09765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59096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96621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5896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4918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8898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918122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8595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7083173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3401513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3255613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762974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421186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FY24 S-Oil 전산감사 관련 요청자료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DSRFC 통신계정 관련 서버 리소스 처리 내역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HCM Contents Server DB Export 파일 이동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서비스 리스타트 및 서버 리부팅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328599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335146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3559259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4840520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45970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7998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4390582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4311936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3532439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165659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721639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15</a:t>
            </a:r>
          </a:p>
        </p:txBody>
      </p:sp>
      <p:sp>
        <p:nvSpPr>
          <p:cNvPr id="13932758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795134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712022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5778643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1000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9012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78294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62052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897680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163855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9811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06827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5716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3722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74966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31043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09736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35648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560297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91134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8428528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61736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323924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0494110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931759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5868402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347553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8260515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3567157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9929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865427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486329005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71411759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[HRDK9116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70]사무직 Job Rotation 관련 HCM 시스템 개발</a:t>
            </a:r>
          </a:p>
        </p:txBody>
      </p:sp>
      <p:sp>
        <p:nvSpPr>
          <p:cNvPr id="1174111263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33740302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27834921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[ITSM-115837] 특근명령서 시작/종료시간 동일할때 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외처리- [ITSM-115752] SF FTP 접속 정보 변경에 따른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업무분석 및 화면설계- successfactor 관련 기준정보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작성(48개 항목)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 개발(~8/30)- 육아휴직종료 안내메일서식 깨짐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문제 원인분석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[ITSM-116076] 해외출장명령서 삭제- [HRDK911670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]사무직 Job Rotation 관련 HCM 시스템 개발 : oData 개발(~8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 개발(~9/4)- [ITSM-116128] 뉴펜션 가입안내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 내용 수정</a:t>
            </a:r>
          </a:p>
        </p:txBody>
      </p:sp>
      <p:sp>
        <p:nvSpPr>
          <p:cNvPr id="9762096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479409208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1793520242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131139140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77633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5984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9624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108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62699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507917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918224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713912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3792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50549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1544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60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0622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9867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53599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05879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010397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6366532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</a:p>
        </p:txBody>
      </p:sp>
      <p:sp>
        <p:nvSpPr>
          <p:cNvPr id="8125664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074692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889406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확정기여(DC)형 퇴직연금 전환 신청현황 화면 개선</a:t>
            </a:r>
          </a:p>
        </p:txBody>
      </p:sp>
      <p:sp>
        <p:nvSpPr>
          <p:cNvPr id="9891022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867818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8/29</a:t>
            </a:r>
            <a:br/>
          </a:p>
        </p:txBody>
      </p:sp>
      <p:sp>
        <p:nvSpPr>
          <p:cNvPr id="19071576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</a:p>
        </p:txBody>
      </p:sp>
      <p:sp>
        <p:nvSpPr>
          <p:cNvPr id="16603825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04123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0073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4109450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1026549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9607796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4138557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2075819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3914167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611610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3596703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5255624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2018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