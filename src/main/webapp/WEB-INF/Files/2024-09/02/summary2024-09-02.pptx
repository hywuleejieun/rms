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976064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922816423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74650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2028211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748571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552539231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8317523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259651399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790194644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9448753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81838869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572106099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383110530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82819694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04897947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522478750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8251286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9831247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410313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622346839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901383555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323794446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4687905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4483964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3895039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0527508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1496250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01837522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2452667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275848802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4793193" name="Frame"/>
          <p:cNvSpPr>
            <a:spLocks noGrp="1"/>
          </p:cNvSpPr>
          <p:nvPr/>
        </p:nvSpPr>
        <p:spPr>
          <a:xfrm>
            <a:off x="101600" y="28321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33415031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09675019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367336149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26518162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66671002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66272751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763639816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89845429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41820363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운영 AP서버 ESB모듈 설치 및 전문 테스트</a:t>
            </a:r>
          </a:p>
        </p:txBody>
      </p:sp>
      <p:sp>
        <p:nvSpPr>
          <p:cNvPr id="673937188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18876497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</a:p>
        </p:txBody>
      </p:sp>
      <p:sp>
        <p:nvSpPr>
          <p:cNvPr id="942439951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2804657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5060001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5579561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68517626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977404427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42721458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32259389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</a:p>
        </p:txBody>
      </p:sp>
      <p:sp>
        <p:nvSpPr>
          <p:cNvPr id="1830643733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7229865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6972556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3549467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364511282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39340217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73453931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[Mobile] google 정책 사항 변경으로 e-biz 소스 수정 및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마곡 업무용차량 배차관리를 위한 차량사용신청서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 품질관리] EAI 1차 테스트 점검 및 회신 (SPR_QualReq)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2024.6월 결산의 EIS, Yellow Book 반영</a:t>
            </a:r>
          </a:p>
        </p:txBody>
      </p:sp>
      <p:sp>
        <p:nvSpPr>
          <p:cNvPr id="1525923353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20982245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41746601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</a:p>
        </p:txBody>
      </p:sp>
      <p:sp>
        <p:nvSpPr>
          <p:cNvPr id="1185859304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160594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9117100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8958048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1466670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4539746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618862448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생성(ZFIB9060_MIG)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외화 계좌 관련 오류 보완(ZFBR3020)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발주번호 4501199018 구매건 플랜트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[ITSM-115752] SF FTP 접속 정보 변경에 따른 수정</a:t>
            </a:r>
          </a:p>
        </p:txBody>
      </p:sp>
      <p:sp>
        <p:nvSpPr>
          <p:cNvPr id="284506800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14855901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92608789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</a:p>
        </p:txBody>
      </p:sp>
      <p:sp>
        <p:nvSpPr>
          <p:cNvPr id="179687490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5974897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8076982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2839134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