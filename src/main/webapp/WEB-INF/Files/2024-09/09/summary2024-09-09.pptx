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10308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13198638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71370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829230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73862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95360946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59332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47607483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034505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232002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1501270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406730204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3917150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66489902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46989259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35460493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0559206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1348778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1924830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078370765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191362167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61469510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5927027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6479054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22723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4180363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5914766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45755891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8622075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795401775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9466054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24033883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8390598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0911895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00154322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6229939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12025426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52266179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44773027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88743746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ITSM-113275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ITSM-116331 LMS 스킬셋 인증현황 로직 수정</a:t>
            </a:r>
          </a:p>
        </p:txBody>
      </p:sp>
      <p:sp>
        <p:nvSpPr>
          <p:cNvPr id="493396209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3189576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</a:p>
        </p:txBody>
      </p:sp>
      <p:sp>
        <p:nvSpPr>
          <p:cNvPr id="477332019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7642820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7015979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6297086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60131170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108426527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34118531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6039191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155908693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0273961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072450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139998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93988281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69068440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5083086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PRM에서 CRM에 공유되는 View Table 정보추가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[WMS] [외부 감사] 사용자 권한 부여 증빙 자료 확인 요청</a:t>
            </a:r>
          </a:p>
        </p:txBody>
      </p:sp>
      <p:sp>
        <p:nvSpPr>
          <p:cNvPr id="788554654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8033861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04499028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</a:p>
        </p:txBody>
      </p:sp>
      <p:sp>
        <p:nvSpPr>
          <p:cNvPr id="42071671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890310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206769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473424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66965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29438432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13784800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생산오더별 액티비티 작업시간 프로그램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대여금 연체이자계산 및 내역분석에 대여금이자연체 컬럼 추가(ZFIR1110)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기술검수증 및 발주서 단가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 SAP 원격지원을 받기 위한 R/3 Remote Connection 오픈 설정작업</a:t>
            </a:r>
          </a:p>
        </p:txBody>
      </p:sp>
      <p:sp>
        <p:nvSpPr>
          <p:cNvPr id="484939014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2154197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81520221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</a:p>
        </p:txBody>
      </p:sp>
      <p:sp>
        <p:nvSpPr>
          <p:cNvPr id="1922943080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1602840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744495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1422719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