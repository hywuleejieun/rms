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  <p:sldId id="2568" r:id="rId8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2560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42964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59287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700120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753012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667610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8464602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32191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38887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7287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63814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12028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8134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420589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5827815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</a:p>
        </p:txBody>
      </p:sp>
      <p:sp>
        <p:nvSpPr>
          <p:cNvPr id="185420922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258066111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1490800085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77240989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36377010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ITSM-116092PP거래처 e-Biz 계정 생성 요청 - 주식회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유연케미칼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ITSM-116306CCS상 사라진 법인카드 사용 건 원상복구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12294662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</a:p>
        </p:txBody>
      </p:sp>
      <p:sp>
        <p:nvSpPr>
          <p:cNvPr id="1146947241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</a:p>
        </p:txBody>
      </p:sp>
      <p:sp>
        <p:nvSpPr>
          <p:cNvPr id="1293467948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</a:p>
        </p:txBody>
      </p:sp>
      <p:sp>
        <p:nvSpPr>
          <p:cNvPr id="1398319633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5443152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1758681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076777266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446015748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934763856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9420127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73958345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[ITSM-116172]OAS 수정 요청</a:t>
            </a:r>
          </a:p>
        </p:txBody>
      </p:sp>
      <p:sp>
        <p:nvSpPr>
          <p:cNvPr id="1019314857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831591868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576782640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686896009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2428532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1474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92721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50040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611992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296227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31707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60706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43456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574767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242865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703453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05924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087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833041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27803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8616526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12686199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7403954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5060159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5465099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PRM에서 CRM에 공유되는 View Table 정보추가 요청</a:t>
            </a:r>
          </a:p>
        </p:txBody>
      </p:sp>
      <p:sp>
        <p:nvSpPr>
          <p:cNvPr id="6233982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54613870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346587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0276436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65382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2573039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74849257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354622964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802656087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20243553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07398300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ITSM-108392 변경결과 작성 ITSM-115529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ITSM-115820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변경ITSM-116266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계정 정보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변경ITSM-116317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변경으로 인한 정보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변경ITSM-116418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ITSM-116473 변경승인자 변경ITSM-116502 견적서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삭제ITSM-115304 작업유형 변경</a:t>
            </a:r>
          </a:p>
        </p:txBody>
      </p:sp>
      <p:sp>
        <p:nvSpPr>
          <p:cNvPr id="826985300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217107147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669940427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34566763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236546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1438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10709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43274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7424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497760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070325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79023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11359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39394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40974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33176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74666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83480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456259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036451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817931729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1980009315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위한 A360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Naphtha/Gasoline/Jet/Diesel Market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'빌링' 작업 Migration</a:t>
            </a:r>
            <a:br/>
          </a:p>
        </p:txBody>
      </p:sp>
      <p:sp>
        <p:nvSpPr>
          <p:cNvPr id="1948599217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6335214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25550796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위한 A360 Migration 및 개선 및 매크로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데이터전송 개발서버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'항공금유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 전표처리' 작업 수행 및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 전달. 문제상황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'Margin 계산' 작업 담당자 요청 파일 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 대사' 작업 메일 발송 로직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위치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'빌링' 작업 Migration</a:t>
            </a:r>
            <a:br/>
          </a:p>
        </p:txBody>
      </p:sp>
      <p:sp>
        <p:nvSpPr>
          <p:cNvPr id="54999459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16986631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21292362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1607029852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815286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577541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71951781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8832587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068811199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48377742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09934060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20059259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411207385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78111240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67608155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9242963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181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8126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57726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910797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98105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374802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491086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02108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59608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78238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75247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009876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885706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68976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8668803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721611039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565785148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ITSM-115639OSPM(외주용역관리) 결재 대행자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지정 기능 추가 요청</a:t>
            </a:r>
          </a:p>
        </p:txBody>
      </p:sp>
      <p:sp>
        <p:nvSpPr>
          <p:cNvPr id="1443379730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58883356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98707637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ITSM-116174, ITSM-116179, ITSM-116176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ITSM-116183, ITSM-116208, ITSM-116228,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6246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ITSM-116280, ITSM-116286, ITSM-116287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ITSM-116290, ITSM-116303, ITSM-116298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ITSM-116333, ITSM-116334, ITSM-116381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ITSM-116404, ITSM-116407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ITSM-116422, ITSM-116420, ITSM-116445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ITSM-116446, ITSM-116451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ITSM-116475, ITSM-116494, ITSM-116498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ITSM-116526, ITSM-116539, ITSM-116543</a:t>
            </a:r>
          </a:p>
        </p:txBody>
      </p:sp>
      <p:sp>
        <p:nvSpPr>
          <p:cNvPr id="1404913324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156722275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882473381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249879489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2880772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6746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64270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9607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294202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071241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509332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84534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91588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56010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20715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75707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23360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47521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013896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2010383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00828741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822870302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ITSM-116331 LMS 스킬셋 인증현황 로직 수정</a:t>
            </a:r>
          </a:p>
        </p:txBody>
      </p:sp>
      <p:sp>
        <p:nvSpPr>
          <p:cNvPr id="1956209509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8059756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49641247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공장 사용자들의 LMS 내 강의실 진도율 저장 실패에 대한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대처 방안 안내 및 원격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모바일 ERS 접속 방법 안내(배준규 주간과장)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일반특별안전규칙 수정 관련 수정처리 요청(S&amp;H 기획팀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백선희 팀리더)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ITSM-116331 LMS 스킬셋 인증현황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연세대학교 경영전문대학원 최고경영자과정(AMP) 근태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미반영 처리(정연태 부문장)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BCP 매뉴얼 첨부파일 표기 기능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안전교육관련 이수관련 시험 재응시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사용자 배치 스케줄러 적용 오류 확인 요청(HCM 사용자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뷰 데이터 업데이트 시점 차이로 확인됨. ERS 스케줄러 실행 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간 변경으로 오류해결)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평가서 기안시 결재선을 잘못 지정 하여 기안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문서 삭제 조치 및 재기안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sub committee 에서 sub committee 일정 수정 버튼이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보이도록 수정(sub committee 권한이 없어도 메뉴 수정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 있을 경우 표기)</a:t>
            </a:r>
          </a:p>
        </p:txBody>
      </p:sp>
      <p:sp>
        <p:nvSpPr>
          <p:cNvPr id="62709797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450698484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2060626059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669650972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340902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972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07330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64423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03943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939672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827925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333982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942636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37570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97519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74541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01377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2602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900104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139279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</a:p>
        </p:txBody>
      </p:sp>
      <p:sp>
        <p:nvSpPr>
          <p:cNvPr id="105489691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636709498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EWS, GCMS 지원 (To-be ERP 스텐다드 테이블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건) </a:t>
            </a:r>
          </a:p>
        </p:txBody>
      </p:sp>
      <p:sp>
        <p:nvSpPr>
          <p:cNvPr id="1198294359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90465826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4334616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[자재관리] 입고 확정 시 에러 메세지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[외부 감사] 사용자 권한 부여 증빙 자료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JDK 1.5 -&gt; JDK1.8 업그레이드 검토[서버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모바일상품권 운영 변경 관련 관련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[LPG팀] LPG팀 GCMS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EAI 테스트를 위한 개발 서버 구축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일일 판매 보고 품의서 승인 요청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[IT운영팀] JDK 1.5 -&gt; JDK1.8 업그레이드 검토[서버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SP155 모니터링 관련 점검 결과 미조회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SP153 모니터링 예외 처리 요청</a:t>
            </a:r>
          </a:p>
        </p:txBody>
      </p:sp>
      <p:sp>
        <p:nvSpPr>
          <p:cNvPr id="167190447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705852923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2126498392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823272066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09864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5392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60386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332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118632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9902520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247505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76436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88017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10991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77790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51812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06239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810526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0484722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4962215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576291599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887852167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김민주 팀장님, Summary 및 VOC 처리완료보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고서 수신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03927763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241644783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15402843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(개발) ESAUSER 운영 데이터 동기화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(개발) 사용자 전체 초기 비밀번호 설정 및 '수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송팀' 로그인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신규 상담사 '노금정'사원님 처리 항목 확인요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(커뮤니케이터 권한 부여)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V240902-0000454-1, 아리랑주유소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(U000025970) 내 담당자 수정 요청 (이장혁 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임님 -&gt; 김수경 책임님)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월별 정기점검 (주응선 책임님)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A61-24-0074, VOCTEST(모의해킹) 내 권한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김민주 팀장님, Summary 수신 요청 (VOC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리완료보고서 건은 보류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288266493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150186464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</a:p>
        </p:txBody>
      </p:sp>
      <p:sp>
        <p:nvSpPr>
          <p:cNvPr id="20777752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1462721265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8304355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1262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096736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78551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280527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699775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367591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19786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6991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56611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51652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14677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6185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29195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6449343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275657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506196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43344029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1077634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699923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56213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Upgrade에 따른 물류-TAS/RAS/PO_TAS IF테스트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</a:p>
        </p:txBody>
      </p:sp>
      <p:sp>
        <p:nvSpPr>
          <p:cNvPr id="15215114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6745243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20053521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</a:p>
        </p:txBody>
      </p:sp>
      <p:sp>
        <p:nvSpPr>
          <p:cNvPr id="21185066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03010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