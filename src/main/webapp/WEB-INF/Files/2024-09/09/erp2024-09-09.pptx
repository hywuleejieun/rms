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62533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913067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3708732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629575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1144708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432123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421544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75459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0976561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605304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35347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099248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759624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9442398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913127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97165816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08/01</a:t>
            </a:r>
            <a:br/>
          </a:p>
        </p:txBody>
      </p:sp>
      <p:sp>
        <p:nvSpPr>
          <p:cNvPr id="25629195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고정자산 Migration 프로그램 생성(ZFIB9060_MIG)</a:t>
            </a:r>
          </a:p>
        </p:txBody>
      </p:sp>
      <p:sp>
        <p:nvSpPr>
          <p:cNvPr id="1032104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28495411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29589622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대여금 연체이자계산 및 내역분석에 대여금이자연체 컬럼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추가(ZFIR1110)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방문교통비 프로젝트 전표 생성 오류 분석 및 수정(ZFI_RF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생산오더별 액티비티 작업시간 프로그램 추가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방문교통비 프로젝트 전표 생성 오류 분석 및 수정(ZFI_RF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자산불용처리 오류 내역 확인(ZFI_RFC_ASSET_CONF)</a:t>
            </a:r>
          </a:p>
        </p:txBody>
      </p:sp>
      <p:sp>
        <p:nvSpPr>
          <p:cNvPr id="72959794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45348369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6386071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74727741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319799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16358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97650044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</a:p>
        </p:txBody>
      </p:sp>
      <p:sp>
        <p:nvSpPr>
          <p:cNvPr id="202800167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</a:p>
        </p:txBody>
      </p:sp>
      <p:sp>
        <p:nvSpPr>
          <p:cNvPr id="7198715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00893799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82272326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PO 2건 미착 명시 예외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ZEPR2240 프로그램 로직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결재일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기술검수증 및 발주서 단가 변경</a:t>
            </a:r>
          </a:p>
        </p:txBody>
      </p:sp>
      <p:sp>
        <p:nvSpPr>
          <p:cNvPr id="31813125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15903020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5603442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</a:p>
        </p:txBody>
      </p:sp>
      <p:sp>
        <p:nvSpPr>
          <p:cNvPr id="36140117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16427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1525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54061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8346865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385007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913056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89061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261281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8073998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070960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0238398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07168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023376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267246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96270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29236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</a:p>
        </p:txBody>
      </p:sp>
      <p:sp>
        <p:nvSpPr>
          <p:cNvPr id="2742816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09/10</a:t>
            </a:r>
            <a:br/>
          </a:p>
        </p:txBody>
      </p:sp>
      <p:sp>
        <p:nvSpPr>
          <p:cNvPr id="4085144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65912842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033443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8921642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PCE S4Q테스트와 Smart-ERP개발간 테스트 환경 설정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및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SBRFC(SMARTBILL) RFC 통신 관련 설정정보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 QA테스트 SAP 원격지원을 받기 위한 R/3 Remote Co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nnection 오픈 설정작업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1405141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6652411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73108299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4528773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10951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0796881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</a:p>
        </p:txBody>
      </p:sp>
      <p:sp>
        <p:nvSpPr>
          <p:cNvPr id="130036495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</a:p>
        </p:txBody>
      </p:sp>
      <p:sp>
        <p:nvSpPr>
          <p:cNvPr id="62549743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61877179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042152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01026963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쉽게 배우는 JSP 웹프로그래밍 다시하기: CH 17</a:t>
            </a:r>
          </a:p>
        </p:txBody>
      </p:sp>
      <p:sp>
        <p:nvSpPr>
          <p:cNvPr id="28254580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33253097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2682039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79449182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189424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42436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9973762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9879729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21237932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7006569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4532433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30365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3153781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4984361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279902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775305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510763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34346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368244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8915265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67683561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9227395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47513755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41472159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129119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0476931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84072150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89665106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38978709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773066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5408639" name="Text">
    </p:cNvPr>
          <p:cNvSpPr>
            <a:spLocks noGrp="1"/>
          </p:cNvSpPr>
          <p:nvPr/>
        </p:nvSpPr>
        <p:spPr>
          <a:xfrm rot="0">
            <a:off x="9702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br/>
          </a:p>
        </p:txBody>
      </p:sp>
      <p:sp>
        <p:nvSpPr>
          <p:cNvPr id="2036604532" name="Text">
    </p:cNvPr>
          <p:cNvSpPr>
            <a:spLocks noGrp="1"/>
          </p:cNvSpPr>
          <p:nvPr/>
        </p:nvSpPr>
        <p:spPr>
          <a:xfrm rot="0">
            <a:off x="93345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br/>
          </a:p>
        </p:txBody>
      </p:sp>
      <p:sp>
        <p:nvSpPr>
          <p:cNvPr id="872102381" name="Text">
    </p:cNvPr>
          <p:cNvSpPr>
            <a:spLocks noGrp="1"/>
          </p:cNvSpPr>
          <p:nvPr/>
        </p:nvSpPr>
        <p:spPr>
          <a:xfrm rot="0">
            <a:off x="59309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변경- [HRDK9116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70]사무직 Job Rotation 관련 HCM 시스템 개발- [ITSM-116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088] 방염작업복 신청신청 내역 필드추가</a:t>
            </a:r>
          </a:p>
        </p:txBody>
      </p:sp>
      <p:sp>
        <p:nvSpPr>
          <p:cNvPr id="1515412821" name="Text">
    </p:cNvPr>
          <p:cNvSpPr>
            <a:spLocks noGrp="1"/>
          </p:cNvSpPr>
          <p:nvPr/>
        </p:nvSpPr>
        <p:spPr>
          <a:xfrm rot="0">
            <a:off x="53086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299043575" name="Text">
    </p:cNvPr>
          <p:cNvSpPr>
            <a:spLocks noGrp="1"/>
          </p:cNvSpPr>
          <p:nvPr/>
        </p:nvSpPr>
        <p:spPr>
          <a:xfrm rot="0">
            <a:off x="88900" y="3771900"/>
            <a:ext cx="5715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18261255" name="Text">
    </p:cNvPr>
          <p:cNvSpPr>
            <a:spLocks noGrp="1"/>
          </p:cNvSpPr>
          <p:nvPr/>
        </p:nvSpPr>
        <p:spPr>
          <a:xfrm rot="0">
            <a:off x="711200" y="3771900"/>
            <a:ext cx="3403600" cy="25781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화면(70%), Report(100%), oData(50%)- [ITSM-1161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73] 외부파견(전입)(91) 에 대한 근무계산 규칙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퇴직금 작업 지원 : DC평균임금조회 금액 수정- [HRDK9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11670] 사무직 Job Rotation 관련 HCM 시스템 개발 : 화면(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90%), Report(100%), oData(50%)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화면(100%), oData(70%)- 문의대응 : 특근명령서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오류(특근신청일자에 중식비 신청이력)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oData(100%)- [ITSM-116398] 방문교통비 결재선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[HRDK911670] 사무직 Job Rotation 관련 HCM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: 인사팀 테스트 및 수정요청사항 반영- [ITSM-11608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8] 방염작업복 신청신청 내역 필드추가 : 화면 수정(30%)</a:t>
            </a:r>
          </a:p>
        </p:txBody>
      </p:sp>
      <p:sp>
        <p:nvSpPr>
          <p:cNvPr id="574840232" name="Text">
    </p:cNvPr>
          <p:cNvSpPr>
            <a:spLocks noGrp="1"/>
          </p:cNvSpPr>
          <p:nvPr/>
        </p:nvSpPr>
        <p:spPr>
          <a:xfrm rot="0">
            <a:off x="44831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647969600" name="Text">
    </p:cNvPr>
          <p:cNvSpPr>
            <a:spLocks noGrp="1"/>
          </p:cNvSpPr>
          <p:nvPr/>
        </p:nvSpPr>
        <p:spPr>
          <a:xfrm rot="0">
            <a:off x="48514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09.03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807171394" name="Text">
    </p:cNvPr>
          <p:cNvSpPr>
            <a:spLocks noGrp="1"/>
          </p:cNvSpPr>
          <p:nvPr/>
        </p:nvSpPr>
        <p:spPr>
          <a:xfrm rot="0">
            <a:off x="4114800" y="3771900"/>
            <a:ext cx="3683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br/>
            <a:br/>
          </a:p>
        </p:txBody>
      </p:sp>
      <p:sp>
        <p:nvSpPr>
          <p:cNvPr id="1241722426" name="Text">
    </p:cNvPr>
          <p:cNvSpPr>
            <a:spLocks noGrp="1"/>
          </p:cNvSpPr>
          <p:nvPr/>
        </p:nvSpPr>
        <p:spPr>
          <a:xfrm rot="0">
            <a:off x="6604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4012879" name="Text">
    </p:cNvPr>
          <p:cNvSpPr>
            <a:spLocks noGrp="1"/>
          </p:cNvSpPr>
          <p:nvPr/>
        </p:nvSpPr>
        <p:spPr>
          <a:xfrm rot="0">
            <a:off x="5880100" y="3771900"/>
            <a:ext cx="3454400" cy="2578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77581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467013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95249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266954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6626349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060591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262551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566256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30945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524411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3067275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991930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88436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502153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3782128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5884387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6839544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04419731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737988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82477356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ITSM-115542UET의 전산작업 중 벌크선적작업의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</a:p>
        </p:txBody>
      </p:sp>
      <p:sp>
        <p:nvSpPr>
          <p:cNvPr id="100460102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182815304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47660774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</a:p>
        </p:txBody>
      </p:sp>
      <p:sp>
        <p:nvSpPr>
          <p:cNvPr id="56300218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731568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