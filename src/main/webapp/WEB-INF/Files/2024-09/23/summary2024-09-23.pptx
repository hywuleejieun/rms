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46876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48487249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24677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636199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20271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1686716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047463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20532132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1592126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680237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2015180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10499514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46112699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18904260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8752577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38599609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4314727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03709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87234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779430323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52329439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569503954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9592638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7922231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7740436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9523435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6382824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1582199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1547298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681387161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2729868" name="Frame"/>
          <p:cNvSpPr>
            <a:spLocks noGrp="1"/>
          </p:cNvSpPr>
          <p:nvPr/>
        </p:nvSpPr>
        <p:spPr>
          <a:xfrm>
            <a:off x="101600" y="26797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4405050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39322646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46199825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43962277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6697599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521606208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381366983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31503071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96963028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기성보고서 산업안전보건관리비 확인항목 공통내용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GCMS 개발 AP 서버 구축</a:t>
            </a:r>
          </a:p>
        </p:txBody>
      </p:sp>
      <p:sp>
        <p:nvSpPr>
          <p:cNvPr id="316945966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73429361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573764515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2133632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1399169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7158334" name="Frame"/>
          <p:cNvSpPr>
            <a:spLocks noGrp="1"/>
          </p:cNvSpPr>
          <p:nvPr/>
        </p:nvSpPr>
        <p:spPr>
          <a:xfrm>
            <a:off x="165100" y="33020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06523986" name="Text">
    </p:cNvPr>
          <p:cNvSpPr>
            <a:spLocks noGrp="1"/>
          </p:cNvSpPr>
          <p:nvPr/>
        </p:nvSpPr>
        <p:spPr>
          <a:xfrm rot="0">
            <a:off x="165100" y="33020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52196971" name="Text">
    </p:cNvPr>
          <p:cNvSpPr>
            <a:spLocks noGrp="1"/>
          </p:cNvSpPr>
          <p:nvPr/>
        </p:nvSpPr>
        <p:spPr>
          <a:xfrm rot="0">
            <a:off x="965200" y="33782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459693588" name="Text">
    </p:cNvPr>
          <p:cNvSpPr>
            <a:spLocks noGrp="1"/>
          </p:cNvSpPr>
          <p:nvPr/>
        </p:nvSpPr>
        <p:spPr>
          <a:xfrm rot="0">
            <a:off x="7239000" y="33782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22181479" name="Text">
    </p:cNvPr>
          <p:cNvSpPr>
            <a:spLocks noGrp="1"/>
          </p:cNvSpPr>
          <p:nvPr/>
        </p:nvSpPr>
        <p:spPr>
          <a:xfrm rot="0">
            <a:off x="5549900" y="33782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2081713704" name="Text">
    </p:cNvPr>
          <p:cNvSpPr>
            <a:spLocks noGrp="1"/>
          </p:cNvSpPr>
          <p:nvPr/>
        </p:nvSpPr>
        <p:spPr>
          <a:xfrm rot="0">
            <a:off x="901700" y="33020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973855" name="Text">
    </p:cNvPr>
          <p:cNvSpPr>
            <a:spLocks noGrp="1"/>
          </p:cNvSpPr>
          <p:nvPr/>
        </p:nvSpPr>
        <p:spPr>
          <a:xfrm rot="0">
            <a:off x="6121400" y="33020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4872744" name="Text">
    </p:cNvPr>
          <p:cNvSpPr>
            <a:spLocks noGrp="1"/>
          </p:cNvSpPr>
          <p:nvPr/>
        </p:nvSpPr>
        <p:spPr>
          <a:xfrm rot="0">
            <a:off x="5549900" y="33020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4662477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92426102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32314157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51495073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'#3 외화입금내역 반제자동화' 작업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검색서비스 오류 확인 요청 및 서비스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절차 동영상 교육 시험응시 점수미달 Reset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8월 Monthly Accountability Report 생성</a:t>
            </a:r>
          </a:p>
        </p:txBody>
      </p:sp>
      <p:sp>
        <p:nvSpPr>
          <p:cNvPr id="1835092255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96295221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44239957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</a:p>
        </p:txBody>
      </p:sp>
      <p:sp>
        <p:nvSpPr>
          <p:cNvPr id="66622852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656661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9232831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9980748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727661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03277439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89675814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관세환급 신고자료 집계 프로그램 수정(ZFIR7801)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[ITSM-116088] 방염작업복 신청 내역 필드추가 : 신청관리 리포터화면 수정</a:t>
            </a:r>
          </a:p>
        </p:txBody>
      </p:sp>
      <p:sp>
        <p:nvSpPr>
          <p:cNvPr id="94458342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0972155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85380532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</a:p>
        </p:txBody>
      </p:sp>
      <p:sp>
        <p:nvSpPr>
          <p:cNvPr id="403091838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8496889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865368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9650941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