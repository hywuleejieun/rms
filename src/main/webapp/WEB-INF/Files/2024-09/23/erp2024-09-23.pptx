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9538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2953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25219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15184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657900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495808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49749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35753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56935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3680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54712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34745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69340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437455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77123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044821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8280427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0791421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429623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972365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추석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증빙유형 값 E로 고정(ZEAM8000,ZEAM8010)</a:t>
            </a:r>
          </a:p>
        </p:txBody>
      </p:sp>
      <p:sp>
        <p:nvSpPr>
          <p:cNvPr id="4583971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2149109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8692158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4078382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00476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6153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942857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3344163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6355958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274799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884251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3646300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344197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00421989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6899184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9683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519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3495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43067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22430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82253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479616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32287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8511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62575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81556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2022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85594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05923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02231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39801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403421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7291596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3128452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225511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541883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e-Biz 관련 RFC 통신 정상여부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Oracle DB Option 사용정보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기존 Batch Job 재설정 작업 (ZHR_HR_MD_TO_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LEGACY_ABS)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ERP Upgrade 프로젝트 투입인력 개발자 Key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9874588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20003480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8674536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767018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87173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331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272583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20705590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73650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4672737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754686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15974109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357699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7524007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17417033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77004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4782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582966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13956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5732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95775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99131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30818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42190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03723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50585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63697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69736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57922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98055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90989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109257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3098792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1차 통합테스트 출장 </a:t>
            </a:r>
          </a:p>
        </p:txBody>
      </p:sp>
      <p:sp>
        <p:nvSpPr>
          <p:cNvPr id="11042329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22819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716342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712277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103049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3427451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46719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44063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55934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924778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br/>
          </a:p>
        </p:txBody>
      </p:sp>
      <p:sp>
        <p:nvSpPr>
          <p:cNvPr id="6590627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[ITSM-116088] 방염작업복 신청신청 내역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드추가</a:t>
            </a:r>
            <a:br/>
          </a:p>
        </p:txBody>
      </p:sp>
      <p:sp>
        <p:nvSpPr>
          <p:cNvPr id="13433210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50706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3643815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내역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드추가 : 신청관리 리포터화면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휴일대근신청 결재 오류 외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임시공휴일(10/1), 체육의 날(11/29) 지정관련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근태달력 생성 사전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기준일자 인포타입(pa0041) 생성로직 파악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계약직 퇴직자 연차보상 일자예외처리 방법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안내 및 매뉴얼 작성</a:t>
            </a:r>
            <a:br/>
          </a:p>
        </p:txBody>
      </p:sp>
      <p:sp>
        <p:nvSpPr>
          <p:cNvPr id="8551868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br/>
            <a:br/>
            <a:br/>
            <a:br/>
          </a:p>
        </p:txBody>
      </p:sp>
      <p:sp>
        <p:nvSpPr>
          <p:cNvPr id="17644971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9/20</a:t>
            </a:r>
            <a:br/>
            <a:br/>
            <a:br/>
            <a:br/>
            <a:br/>
            <a:br/>
          </a:p>
        </p:txBody>
      </p:sp>
      <p:sp>
        <p:nvSpPr>
          <p:cNvPr id="62333851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br/>
            <a:br/>
            <a:br/>
            <a:br/>
          </a:p>
        </p:txBody>
      </p:sp>
      <p:sp>
        <p:nvSpPr>
          <p:cNvPr id="16573498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42163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520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4797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02931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82992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01933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15073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66665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92807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98600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0206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78354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23656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90538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7721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36522964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375282955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58578915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자영대리점 거래처 관리업무 간소화 추진(2차)</a:t>
            </a:r>
            <a:br/>
          </a:p>
        </p:txBody>
      </p:sp>
      <p:sp>
        <p:nvSpPr>
          <p:cNvPr id="264343315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262692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54745246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자영대리점 거래처 관리업무 간소화 추진(2차)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자가수송 최적출하지 우선순위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[ERP Upgrade] 수송비 분석 리포트 개발을 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한 ERP 데이터 적재 요청</a:t>
            </a:r>
            <a:br/>
          </a:p>
        </p:txBody>
      </p:sp>
      <p:sp>
        <p:nvSpPr>
          <p:cNvPr id="91211446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</a:p>
        </p:txBody>
      </p:sp>
      <p:sp>
        <p:nvSpPr>
          <p:cNvPr id="106260511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</a:p>
        </p:txBody>
      </p:sp>
      <p:sp>
        <p:nvSpPr>
          <p:cNvPr id="1073070468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</a:p>
        </p:txBody>
      </p:sp>
      <p:sp>
        <p:nvSpPr>
          <p:cNvPr id="1397158431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7889207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