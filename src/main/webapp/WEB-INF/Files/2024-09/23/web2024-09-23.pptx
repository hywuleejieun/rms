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</p:sldIdLst>
  <p:sldSz cx="10160000" cy="74295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869445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8989709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695439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42719796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67896315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61487436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72444536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0164277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5185430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159704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672007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45060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7861519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3885515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203946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12526696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80051262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2119356814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5531927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FLBIZ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공현호</a:t>
            </a:r>
          </a:p>
        </p:txBody>
      </p:sp>
      <p:sp>
        <p:nvSpPr>
          <p:cNvPr id="119794781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ITSM-107407 자영대리점 거래처 관리업무 간소화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ITSM-113275 업무용 경조화환 신청 및 관리시스템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ITSM-114011 KRX 관련 추가수정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ITSM-115820SSO 연동 작업 및 리얼 그리드 재반영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[FLBIZ] ITSM-115821Flbiz 스크립트 오류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ITSM-116279 법인카드 시스템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ITSM-116513 승인요청시 참석인원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[CCS] ITSM-116740CCS 시스템 오류 보완</a:t>
            </a:r>
          </a:p>
        </p:txBody>
      </p:sp>
      <p:sp>
        <p:nvSpPr>
          <p:cNvPr id="158727693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</a:p>
        </p:txBody>
      </p:sp>
      <p:sp>
        <p:nvSpPr>
          <p:cNvPr id="91734643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</a:p>
        </p:txBody>
      </p:sp>
      <p:sp>
        <p:nvSpPr>
          <p:cNvPr id="195063251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167812354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284152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7222765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26541412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650524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198526623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935275026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RTS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586251747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[RTS]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[ITSM-112959]ERP Upgrade 관련 OAS Interface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ePSMS / OAS 사이버보안 컴플라이언스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[ITSM-115403]Tank Movement Data 계산 Logic 개선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[ITSM-116906]OAS 수정 요청</a:t>
            </a:r>
          </a:p>
        </p:txBody>
      </p:sp>
      <p:sp>
        <p:nvSpPr>
          <p:cNvPr id="131135254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50730190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57837945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04/19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8966975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8011397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51972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1014071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925229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03481609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8543634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80989103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5228661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393887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289149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8989913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8571674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3672890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0305906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27352985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009562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106272886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45991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</a:p>
        </p:txBody>
      </p:sp>
      <p:sp>
        <p:nvSpPr>
          <p:cNvPr id="2057027891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6040602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156788272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자영대리점 거래처 관리업무 간소화 추진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업무용 경조화환 신청관리 시스템구축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ERP 프로젝트 RFC 테스트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조달청 협약 여부 CRM 연동</a:t>
            </a:r>
            <a:br/>
          </a:p>
        </p:txBody>
      </p:sp>
      <p:sp>
        <p:nvSpPr>
          <p:cNvPr id="2538331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10/11</a:t>
            </a:r>
            <a:br/>
          </a:p>
        </p:txBody>
      </p:sp>
      <p:sp>
        <p:nvSpPr>
          <p:cNvPr id="73137901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</a:p>
        </p:txBody>
      </p:sp>
      <p:sp>
        <p:nvSpPr>
          <p:cNvPr id="203869428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995774346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31997482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990457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895535448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43127317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ASM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GW google play 배포 테스트</a:t>
            </a:r>
          </a:p>
        </p:txBody>
      </p:sp>
      <p:sp>
        <p:nvSpPr>
          <p:cNvPr id="101208821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094648918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836199546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ITSM-108113 작업정보 재작성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첨부파일 pptx 열람 장애 수정</a:t>
            </a:r>
          </a:p>
        </p:txBody>
      </p:sp>
      <p:sp>
        <p:nvSpPr>
          <p:cNvPr id="136498512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9591447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306696296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3253563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550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16476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475589348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450145987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47349744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6698465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28209422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3734506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09220829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01487513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20444955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554912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2483141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883756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44700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158760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32002607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09/11</a:t>
            </a:r>
            <a:br/>
            <a:br/>
          </a:p>
        </p:txBody>
      </p:sp>
      <p:sp>
        <p:nvSpPr>
          <p:cNvPr id="24607541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'정유해외마케팅팀 - Daily Naphtha/Gasoline/Je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t/Diesel Market Movement 작성 및 보고' 작업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'#3 외화입금내역 반제자동화' 작업 운영전환 및 SAP입력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 - Polymer' 작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업 Migration</a:t>
            </a:r>
          </a:p>
        </p:txBody>
      </p:sp>
      <p:sp>
        <p:nvSpPr>
          <p:cNvPr id="10736437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77838369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67410642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'#3 외화입금내역 반제자동화' 작업 수행 및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'사전점검' 작업 엑셀 딜레이 오류로 인한 로직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'#3 외화입금내역 반제자동화' 작업 수행 및 모니터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'rpa_poc01' 계정 PW만료 팝업 담당자 문의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'Invoice Payment Completed' 작업 Migra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tion 및 로직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'법인영업팀-항공급유 매출입력' 작업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'#2 외화지급계좌 증빙대사' 작업 담당자 요청 수행</a:t>
            </a:r>
          </a:p>
        </p:txBody>
      </p:sp>
      <p:sp>
        <p:nvSpPr>
          <p:cNvPr id="149924445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30930036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73191652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55370322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0104047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33066622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293696525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91643710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공통내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추가 요청</a:t>
            </a:r>
          </a:p>
        </p:txBody>
      </p:sp>
      <p:sp>
        <p:nvSpPr>
          <p:cNvPr id="1100989547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88936155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780907413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업무용 경조화환 신청 및 관리시스템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전자결재 양식 신설(PC사용제한 해제 신청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기성보고서 산업안전보건관리비 확인항목 공통내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용 추가 요청</a:t>
            </a:r>
          </a:p>
        </p:txBody>
      </p:sp>
      <p:sp>
        <p:nvSpPr>
          <p:cNvPr id="565310565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</a:p>
        </p:txBody>
      </p:sp>
      <p:sp>
        <p:nvSpPr>
          <p:cNvPr id="506642596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5%</a:t>
            </a:r>
            <a:br/>
            <a:br/>
          </a:p>
        </p:txBody>
      </p:sp>
      <p:sp>
        <p:nvSpPr>
          <p:cNvPr id="7139227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04/15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57406511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45011928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731504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97959406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8972381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3405296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283300208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21933104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49286110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6033025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33142426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84569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89710249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77822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01239013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477553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063002606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05421124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1011317656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</a:p>
        </p:txBody>
      </p:sp>
      <p:sp>
        <p:nvSpPr>
          <p:cNvPr id="85644698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2120772639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변석범</a:t>
            </a:r>
          </a:p>
        </p:txBody>
      </p:sp>
      <p:sp>
        <p:nvSpPr>
          <p:cNvPr id="1875503069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편의성 수정 -&gt; 메뉴(작업정산관리) -&gt; 프로시저 수정, 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이징처리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ITSM-113794OT 사이버보안 통합관리시스템/D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ashboard 개발(신규 서버)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ITSM-115639OSPM(외주용역관리) 결재 대행자 지정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기능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ITSM-116870 -&gt; 법인카드 관련 제요청서 팝업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ITSM-116809, ITSM-116920, ITSM-116936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, ITSM-116956</a:t>
            </a:r>
          </a:p>
        </p:txBody>
      </p:sp>
      <p:sp>
        <p:nvSpPr>
          <p:cNvPr id="1750452743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969411334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7533790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08/21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</a:p>
        </p:txBody>
      </p:sp>
      <p:sp>
        <p:nvSpPr>
          <p:cNvPr id="615151849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5108826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6138904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</a:p>
        </p:txBody>
      </p:sp>
      <p:sp>
        <p:nvSpPr>
          <p:cNvPr id="193049166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</a:p>
        </p:txBody>
      </p:sp>
      <p:sp>
        <p:nvSpPr>
          <p:cNvPr id="7619499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사용자 응대</a:t>
            </a:r>
          </a:p>
        </p:txBody>
      </p:sp>
      <p:sp>
        <p:nvSpPr>
          <p:cNvPr id="70581106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8124058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114402654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PSM 절차 동영상 교육 시험응시 점수미달 Reset 요청 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교육과정 등록시 공개여부 비공개로 설정된 교육과정의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경우 이러닝 수강신청 팝업에서 교육과정이 조회되지 않도록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처리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검색서비스 오류 확인 요청 및 서비스 재실행</a:t>
            </a:r>
          </a:p>
        </p:txBody>
      </p:sp>
      <p:sp>
        <p:nvSpPr>
          <p:cNvPr id="357484169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83731568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1677161388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</a:p>
        </p:txBody>
      </p:sp>
      <p:sp>
        <p:nvSpPr>
          <p:cNvPr id="615382882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94598384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28995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4547102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4396160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9565225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44628155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8136193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1526664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581611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77955398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7529280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993855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53142496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4101415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5018344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436721710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50827127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</a:p>
        </p:txBody>
      </p:sp>
      <p:sp>
        <p:nvSpPr>
          <p:cNvPr id="54081319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GCMS 개발 AP 서버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재무관리 시나리오 대상 삭제 및 기능 수정</a:t>
            </a:r>
          </a:p>
        </p:txBody>
      </p:sp>
      <p:sp>
        <p:nvSpPr>
          <p:cNvPr id="5636043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91591111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26073042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[IT운영팀] GCMS 개발 AP 서버 구축- WAS 복제 기동 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운영 서버 충돌 이슈 발생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[생산IT지원팀] e-HR 인사정보 배치 정상 연동되는지 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니터링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[회계팀] 재무관리 시나리오 대상 삭제 및 기능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[SAP DS Upgrade] EWS, GCMS 지원 (To-be ERP 스텐다드 테이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블 변경 건) </a:t>
            </a:r>
          </a:p>
        </p:txBody>
      </p:sp>
      <p:sp>
        <p:nvSpPr>
          <p:cNvPr id="1827426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br/>
          </a:p>
        </p:txBody>
      </p:sp>
      <p:sp>
        <p:nvSpPr>
          <p:cNvPr id="339132625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103838520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09/09</a:t>
            </a:r>
            <a:br/>
            <a:br/>
          </a:p>
        </p:txBody>
      </p:sp>
      <p:sp>
        <p:nvSpPr>
          <p:cNvPr id="1600291660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8567889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10111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95376257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946906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71228197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932646636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41328544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17128282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06899322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4696544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79282699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98794155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130885453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65246592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10015404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21155806" name="Text">
    </p:cNvPr>
          <p:cNvSpPr>
            <a:spLocks noGrp="1"/>
          </p:cNvSpPr>
          <p:nvPr/>
        </p:nvSpPr>
        <p:spPr>
          <a:xfrm rot="0">
            <a:off x="9702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1908401327" name="Text">
    </p:cNvPr>
          <p:cNvSpPr>
            <a:spLocks noGrp="1"/>
          </p:cNvSpPr>
          <p:nvPr/>
        </p:nvSpPr>
        <p:spPr>
          <a:xfrm rot="0">
            <a:off x="93345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1725834530" name="Text">
    </p:cNvPr>
          <p:cNvSpPr>
            <a:spLocks noGrp="1"/>
          </p:cNvSpPr>
          <p:nvPr/>
        </p:nvSpPr>
        <p:spPr>
          <a:xfrm rot="0">
            <a:off x="59309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1705802742" name="Text">
    </p:cNvPr>
          <p:cNvSpPr>
            <a:spLocks noGrp="1"/>
          </p:cNvSpPr>
          <p:nvPr/>
        </p:nvSpPr>
        <p:spPr>
          <a:xfrm rot="0">
            <a:off x="53086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477472508" name="Text">
    </p:cNvPr>
          <p:cNvSpPr>
            <a:spLocks noGrp="1"/>
          </p:cNvSpPr>
          <p:nvPr/>
        </p:nvSpPr>
        <p:spPr>
          <a:xfrm rot="0">
            <a:off x="88900" y="1511300"/>
            <a:ext cx="5715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LOPAS/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VOC/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PRM 품질관리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308392769" name="Text">
    </p:cNvPr>
          <p:cNvSpPr>
            <a:spLocks noGrp="1"/>
          </p:cNvSpPr>
          <p:nvPr/>
        </p:nvSpPr>
        <p:spPr>
          <a:xfrm rot="0">
            <a:off x="711200" y="1511300"/>
            <a:ext cx="3403600" cy="28829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송유관 입고계획 관리 &gt; 저유소기초재고 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차입량/대여량 사용 Logic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DB 캐시 및 버퍼 점검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재고관리 &gt; 저유소 재고 현황 내 탱크 가용성 여부 로직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 예정 공수 산정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SAP DS 배치 중단 현상 관련 조치 및 점검 요청 ( * 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영 여부 모니터링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태경탱커(선사사용자) 계정 상태 확인 및 활성화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'처리요청(M0016D0002)' 상태 중 담당자 변경 시 메일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및 알람톡 발송 로직 점검 요청 (김민주 팀장님)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일일점검보고 (태운광 차장님, 김지혜 대리님, 박경근 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리님)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[VOC] HQBCAPPD (192.168.40.231, DEV) EOS 관련 확인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공수/일정 공유 (JEUS 업그레이드)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 품질관리] 상동주유소(2017820), My S-OIL App 품질 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기 업데이트 요청</a:t>
            </a:r>
          </a:p>
        </p:txBody>
      </p:sp>
      <p:sp>
        <p:nvSpPr>
          <p:cNvPr id="83981082" name="Text">
    </p:cNvPr>
          <p:cNvSpPr>
            <a:spLocks noGrp="1"/>
          </p:cNvSpPr>
          <p:nvPr/>
        </p:nvSpPr>
        <p:spPr>
          <a:xfrm rot="0">
            <a:off x="44831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09/27</a:t>
            </a:r>
            <a:br/>
            <a:br/>
          </a:p>
        </p:txBody>
      </p:sp>
      <p:sp>
        <p:nvSpPr>
          <p:cNvPr id="66378631" name="Text">
    </p:cNvPr>
          <p:cNvSpPr>
            <a:spLocks noGrp="1"/>
          </p:cNvSpPr>
          <p:nvPr/>
        </p:nvSpPr>
        <p:spPr>
          <a:xfrm rot="0">
            <a:off x="48514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br/>
          </a:p>
        </p:txBody>
      </p:sp>
      <p:sp>
        <p:nvSpPr>
          <p:cNvPr id="847765315" name="Text">
    </p:cNvPr>
          <p:cNvSpPr>
            <a:spLocks noGrp="1"/>
          </p:cNvSpPr>
          <p:nvPr/>
        </p:nvSpPr>
        <p:spPr>
          <a:xfrm rot="0">
            <a:off x="4114800" y="1511300"/>
            <a:ext cx="3683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06/03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br/>
          </a:p>
        </p:txBody>
      </p:sp>
      <p:sp>
        <p:nvSpPr>
          <p:cNvPr id="761502185" name="Text">
    </p:cNvPr>
          <p:cNvSpPr>
            <a:spLocks noGrp="1"/>
          </p:cNvSpPr>
          <p:nvPr/>
        </p:nvSpPr>
        <p:spPr>
          <a:xfrm rot="0">
            <a:off x="6604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94847484" name="Text">
    </p:cNvPr>
          <p:cNvSpPr>
            <a:spLocks noGrp="1"/>
          </p:cNvSpPr>
          <p:nvPr/>
        </p:nvSpPr>
        <p:spPr>
          <a:xfrm rot="0">
            <a:off x="5880100" y="1511300"/>
            <a:ext cx="3454400" cy="2882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12982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673514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1281092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02870146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13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370" b="1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890272649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57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570" b="1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141300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05627727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3031887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178471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9135299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61614202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86585868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51484085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030282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%"/>
              </a:lnSpc>
              <a:defRPr sz="9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 b="1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lang="ko" sz="900" b="1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72721935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623154145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07/12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09/02</a:t>
            </a:r>
            <a:br/>
          </a:p>
        </p:txBody>
      </p:sp>
      <p:sp>
        <p:nvSpPr>
          <p:cNvPr id="186311078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SGI서울보증 차세대시스템 구축에 따른 전자보증 시스템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424621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772476406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9367074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8월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2024.8월 결산의 EIS, Yellow Book 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신용보증기금 연동 모듈 변경에 따른 설치 및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EAI 운영 AP서버 ESB모듈 설치 및 전문 테스트</a:t>
            </a:r>
          </a:p>
        </p:txBody>
      </p:sp>
      <p:sp>
        <p:nvSpPr>
          <p:cNvPr id="206211846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09/30</a:t>
            </a:r>
            <a:br/>
          </a:p>
        </p:txBody>
      </p:sp>
      <p:sp>
        <p:nvSpPr>
          <p:cNvPr id="19487809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87172566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03/22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09/06</a:t>
            </a:r>
            <a:br/>
          </a:p>
        </p:txBody>
      </p:sp>
      <p:sp>
        <p:nvSpPr>
          <p:cNvPr id="105565570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5629844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6.20.0-2bc7ab61c56f459e8176eb05c7705e145cd400ad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